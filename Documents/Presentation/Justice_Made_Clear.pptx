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4"/>
  </p:notesMasterIdLst>
  <p:sldIdLst>
    <p:sldId id="312" r:id="rId2"/>
    <p:sldId id="256" r:id="rId3"/>
    <p:sldId id="260" r:id="rId4"/>
    <p:sldId id="261" r:id="rId5"/>
    <p:sldId id="266" r:id="rId6"/>
    <p:sldId id="281" r:id="rId7"/>
    <p:sldId id="287" r:id="rId8"/>
    <p:sldId id="314" r:id="rId9"/>
    <p:sldId id="316" r:id="rId10"/>
    <p:sldId id="275" r:id="rId11"/>
    <p:sldId id="317" r:id="rId12"/>
    <p:sldId id="269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old" panose="00000800000000000000" pitchFamily="2" charset="0"/>
      <p:bold r:id="rId19"/>
    </p:embeddedFont>
    <p:embeddedFont>
      <p:font typeface="Montserrat ExtraBold" panose="00000900000000000000" pitchFamily="2" charset="0"/>
      <p:bold r:id="rId20"/>
      <p:boldItalic r:id="rId21"/>
    </p:embeddedFont>
    <p:embeddedFont>
      <p:font typeface="Montserrat Medium" panose="000006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6741F-6D31-A241-C4B1-87EE45BD64FA}" v="283" dt="2025-11-21T16:45:35.998"/>
    <p1510:client id="{465D01DE-AB6F-43C4-91F2-E12268893FF4}" v="296" dt="2025-11-21T16:31:31.502"/>
    <p1510:client id="{4F6CCE65-20A6-C524-2EA9-2A4985A73504}" v="18" dt="2025-11-21T16:32:55.683"/>
    <p1510:client id="{71C86004-194B-B3E0-BFDE-0CD5F1C86BF9}" v="4" dt="2025-11-21T16:04:23.609"/>
    <p1510:client id="{A12EED2F-B2BB-F261-9508-FCD4C62DCC7F}" v="60" dt="2025-11-21T16:10:00.337"/>
    <p1510:client id="{BF831935-23F3-F064-F863-929CC90754CC}" v="100" dt="2025-11-21T16:43:15.816"/>
  </p1510:revLst>
</p1510:revInfo>
</file>

<file path=ppt/tableStyles.xml><?xml version="1.0" encoding="utf-8"?>
<a:tblStyleLst xmlns:a="http://schemas.openxmlformats.org/drawingml/2006/main" def="{D6F4877C-FD5B-4468-A8CF-BAEFC132ED36}">
  <a:tblStyle styleId="{D6F4877C-FD5B-4468-A8CF-BAEFC132ED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>
          <a:extLst>
            <a:ext uri="{FF2B5EF4-FFF2-40B4-BE49-F238E27FC236}">
              <a16:creationId xmlns:a16="http://schemas.microsoft.com/office/drawing/2014/main" id="{17F86E6D-94C7-6BA7-DCD7-A1836D42A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:notes">
            <a:extLst>
              <a:ext uri="{FF2B5EF4-FFF2-40B4-BE49-F238E27FC236}">
                <a16:creationId xmlns:a16="http://schemas.microsoft.com/office/drawing/2014/main" id="{DB2AD51E-C555-747E-380D-9A0205942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p:notes">
            <a:extLst>
              <a:ext uri="{FF2B5EF4-FFF2-40B4-BE49-F238E27FC236}">
                <a16:creationId xmlns:a16="http://schemas.microsoft.com/office/drawing/2014/main" id="{ACDD4E40-E9B3-82F8-0A6F-E7BE03167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3447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e4957916e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e4957916e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13a2cce2944_0_28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13a2cce2944_0_28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ge4957916e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6" name="Google Shape;2426;ge4957916e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2" name="Google Shape;2892;g13b77b49ba3_0_1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3" name="Google Shape;2893;g13b77b49ba3_0_10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" name="Google Shape;3195;g13b77b49ba3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6" name="Google Shape;3196;g13b77b49ba3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4">
          <a:extLst>
            <a:ext uri="{FF2B5EF4-FFF2-40B4-BE49-F238E27FC236}">
              <a16:creationId xmlns:a16="http://schemas.microsoft.com/office/drawing/2014/main" id="{947E14D8-11ED-4E68-CC1A-9E2BF54C8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ge4957916ed_0_35:notes">
            <a:extLst>
              <a:ext uri="{FF2B5EF4-FFF2-40B4-BE49-F238E27FC236}">
                <a16:creationId xmlns:a16="http://schemas.microsoft.com/office/drawing/2014/main" id="{E9351C27-C14C-C1F4-536A-7105A235F3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6" name="Google Shape;2426;ge4957916ed_0_35:notes">
            <a:extLst>
              <a:ext uri="{FF2B5EF4-FFF2-40B4-BE49-F238E27FC236}">
                <a16:creationId xmlns:a16="http://schemas.microsoft.com/office/drawing/2014/main" id="{C4A80F4C-73CE-40CF-9F21-8E5DC19FB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789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4">
          <a:extLst>
            <a:ext uri="{FF2B5EF4-FFF2-40B4-BE49-F238E27FC236}">
              <a16:creationId xmlns:a16="http://schemas.microsoft.com/office/drawing/2014/main" id="{1BB3FB4D-2C24-D663-9863-FB0398ADE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ge4957916ed_0_35:notes">
            <a:extLst>
              <a:ext uri="{FF2B5EF4-FFF2-40B4-BE49-F238E27FC236}">
                <a16:creationId xmlns:a16="http://schemas.microsoft.com/office/drawing/2014/main" id="{C82C1272-81A9-D33E-8581-5D3F420194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6" name="Google Shape;2426;ge4957916ed_0_35:notes">
            <a:extLst>
              <a:ext uri="{FF2B5EF4-FFF2-40B4-BE49-F238E27FC236}">
                <a16:creationId xmlns:a16="http://schemas.microsoft.com/office/drawing/2014/main" id="{71F9821A-D0DA-613C-AF52-8FC1DCA1F1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502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13b77b49ba3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13b77b49ba3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>
          <a:extLst>
            <a:ext uri="{FF2B5EF4-FFF2-40B4-BE49-F238E27FC236}">
              <a16:creationId xmlns:a16="http://schemas.microsoft.com/office/drawing/2014/main" id="{328D12EA-2507-7FA4-0CA7-B1B54BDBF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:notes">
            <a:extLst>
              <a:ext uri="{FF2B5EF4-FFF2-40B4-BE49-F238E27FC236}">
                <a16:creationId xmlns:a16="http://schemas.microsoft.com/office/drawing/2014/main" id="{FE792A72-9F1B-77CC-9372-48895D0CA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p:notes">
            <a:extLst>
              <a:ext uri="{FF2B5EF4-FFF2-40B4-BE49-F238E27FC236}">
                <a16:creationId xmlns:a16="http://schemas.microsoft.com/office/drawing/2014/main" id="{8A300104-1EA8-62E2-1C6D-3AF34F0A13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34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g13b77b49ba3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6" name="Google Shape;2496;g13b77b49ba3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-339675"/>
            <a:ext cx="9157273" cy="5486400"/>
            <a:chOff x="0" y="-339675"/>
            <a:chExt cx="9157273" cy="54864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52" y="-339649"/>
              <a:ext cx="9157122" cy="5486348"/>
              <a:chOff x="304952" y="-339649"/>
              <a:chExt cx="9157122" cy="5486348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318377" y="-339649"/>
                <a:ext cx="9143697" cy="5116800"/>
              </a:xfrm>
              <a:custGeom>
                <a:avLst/>
                <a:gdLst/>
                <a:ahLst/>
                <a:cxnLst/>
                <a:rect l="l" t="t" r="r" b="b"/>
                <a:pathLst>
                  <a:path w="285317" h="159663" extrusionOk="0">
                    <a:moveTo>
                      <a:pt x="0" y="0"/>
                    </a:moveTo>
                    <a:lnTo>
                      <a:pt x="0" y="159662"/>
                    </a:lnTo>
                    <a:lnTo>
                      <a:pt x="285316" y="159662"/>
                    </a:lnTo>
                    <a:lnTo>
                      <a:pt x="2853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304952" y="4730466"/>
                <a:ext cx="9143697" cy="416233"/>
              </a:xfrm>
              <a:custGeom>
                <a:avLst/>
                <a:gdLst/>
                <a:ahLst/>
                <a:cxnLst/>
                <a:rect l="l" t="t" r="r" b="b"/>
                <a:pathLst>
                  <a:path w="285317" h="12988" extrusionOk="0">
                    <a:moveTo>
                      <a:pt x="0" y="0"/>
                    </a:moveTo>
                    <a:lnTo>
                      <a:pt x="0" y="12988"/>
                    </a:lnTo>
                    <a:lnTo>
                      <a:pt x="285316" y="12988"/>
                    </a:lnTo>
                    <a:lnTo>
                      <a:pt x="28531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2554344" y="4730466"/>
                <a:ext cx="4645029" cy="416233"/>
              </a:xfrm>
              <a:custGeom>
                <a:avLst/>
                <a:gdLst/>
                <a:ahLst/>
                <a:cxnLst/>
                <a:rect l="l" t="t" r="r" b="b"/>
                <a:pathLst>
                  <a:path w="144942" h="12988" extrusionOk="0">
                    <a:moveTo>
                      <a:pt x="65053" y="0"/>
                    </a:moveTo>
                    <a:lnTo>
                      <a:pt x="1" y="12988"/>
                    </a:lnTo>
                    <a:lnTo>
                      <a:pt x="79889" y="12988"/>
                    </a:lnTo>
                    <a:lnTo>
                      <a:pt x="144942" y="0"/>
                    </a:lnTo>
                    <a:close/>
                  </a:path>
                </a:pathLst>
              </a:custGeom>
              <a:solidFill>
                <a:srgbClr val="FFFFFF">
                  <a:alpha val="80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" name="Google Shape;14;p2"/>
            <p:cNvSpPr/>
            <p:nvPr/>
          </p:nvSpPr>
          <p:spPr>
            <a:xfrm>
              <a:off x="4" y="3960916"/>
              <a:ext cx="9143697" cy="27080"/>
            </a:xfrm>
            <a:custGeom>
              <a:avLst/>
              <a:gdLst/>
              <a:ahLst/>
              <a:cxnLst/>
              <a:rect l="l" t="t" r="r" b="b"/>
              <a:pathLst>
                <a:path w="285317" h="845" extrusionOk="0">
                  <a:moveTo>
                    <a:pt x="0" y="0"/>
                  </a:moveTo>
                  <a:lnTo>
                    <a:pt x="0" y="845"/>
                  </a:lnTo>
                  <a:lnTo>
                    <a:pt x="285316" y="845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15;p2"/>
            <p:cNvGrpSpPr/>
            <p:nvPr/>
          </p:nvGrpSpPr>
          <p:grpSpPr>
            <a:xfrm>
              <a:off x="44574" y="-339649"/>
              <a:ext cx="9050867" cy="4315805"/>
              <a:chOff x="44574" y="-339649"/>
              <a:chExt cx="9050867" cy="4315805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7241812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056000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247624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061812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30400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9067624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236212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050400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056212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44574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2246400" y="-38649"/>
              <a:ext cx="4648751" cy="3998727"/>
              <a:chOff x="2055567" y="-38649"/>
              <a:chExt cx="4648751" cy="3998727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2055567" y="-38649"/>
                <a:ext cx="1600516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42" h="124775" extrusionOk="0">
                    <a:moveTo>
                      <a:pt x="24971" y="1"/>
                    </a:moveTo>
                    <a:cubicBezTo>
                      <a:pt x="12486" y="1"/>
                      <a:pt x="0" y="6563"/>
                      <a:pt x="0" y="19687"/>
                    </a:cubicBezTo>
                    <a:lnTo>
                      <a:pt x="0" y="124774"/>
                    </a:lnTo>
                    <a:lnTo>
                      <a:pt x="49942" y="124774"/>
                    </a:lnTo>
                    <a:lnTo>
                      <a:pt x="49942" y="19687"/>
                    </a:lnTo>
                    <a:cubicBezTo>
                      <a:pt x="49942" y="6563"/>
                      <a:pt x="37456" y="1"/>
                      <a:pt x="24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133092" y="35960"/>
                <a:ext cx="1446208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27" h="119251" extrusionOk="0">
                    <a:moveTo>
                      <a:pt x="22563" y="1"/>
                    </a:moveTo>
                    <a:cubicBezTo>
                      <a:pt x="11282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26" y="119251"/>
                    </a:lnTo>
                    <a:lnTo>
                      <a:pt x="45126" y="20578"/>
                    </a:lnTo>
                    <a:cubicBezTo>
                      <a:pt x="45126" y="6860"/>
                      <a:pt x="33845" y="1"/>
                      <a:pt x="225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2161616" y="79867"/>
                <a:ext cx="1389163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47" h="116695" extrusionOk="0">
                    <a:moveTo>
                      <a:pt x="21673" y="0"/>
                    </a:moveTo>
                    <a:cubicBezTo>
                      <a:pt x="10837" y="0"/>
                      <a:pt x="1" y="6791"/>
                      <a:pt x="1" y="20372"/>
                    </a:cubicBezTo>
                    <a:lnTo>
                      <a:pt x="1" y="116694"/>
                    </a:lnTo>
                    <a:lnTo>
                      <a:pt x="43346" y="116694"/>
                    </a:lnTo>
                    <a:lnTo>
                      <a:pt x="43346" y="20372"/>
                    </a:lnTo>
                    <a:cubicBezTo>
                      <a:pt x="43346" y="6791"/>
                      <a:pt x="32510" y="0"/>
                      <a:pt x="21673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2260389" y="2586385"/>
                <a:ext cx="1200403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457" h="34536" extrusionOk="0">
                    <a:moveTo>
                      <a:pt x="37457" y="1"/>
                    </a:moveTo>
                    <a:lnTo>
                      <a:pt x="0" y="34535"/>
                    </a:lnTo>
                    <a:lnTo>
                      <a:pt x="37457" y="34535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2250134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9" y="0"/>
                    </a:moveTo>
                    <a:cubicBezTo>
                      <a:pt x="9445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7" y="29913"/>
                    </a:lnTo>
                    <a:lnTo>
                      <a:pt x="37777" y="20029"/>
                    </a:lnTo>
                    <a:cubicBezTo>
                      <a:pt x="37777" y="6677"/>
                      <a:pt x="28333" y="0"/>
                      <a:pt x="18889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108960" y="1672007"/>
                <a:ext cx="1517161" cy="25638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800" extrusionOk="0">
                    <a:moveTo>
                      <a:pt x="0" y="0"/>
                    </a:moveTo>
                    <a:lnTo>
                      <a:pt x="0" y="799"/>
                    </a:lnTo>
                    <a:lnTo>
                      <a:pt x="47340" y="799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2108960" y="2876072"/>
                <a:ext cx="1517161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74" extrusionOk="0">
                    <a:moveTo>
                      <a:pt x="0" y="1"/>
                    </a:moveTo>
                    <a:lnTo>
                      <a:pt x="0" y="1073"/>
                    </a:lnTo>
                    <a:lnTo>
                      <a:pt x="47340" y="1073"/>
                    </a:lnTo>
                    <a:lnTo>
                      <a:pt x="4734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2850724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7" y="122092"/>
                    </a:lnTo>
                    <a:lnTo>
                      <a:pt x="102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3582232" y="-38649"/>
                <a:ext cx="1600548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43" h="124775" extrusionOk="0">
                    <a:moveTo>
                      <a:pt x="24971" y="1"/>
                    </a:moveTo>
                    <a:cubicBezTo>
                      <a:pt x="12486" y="1"/>
                      <a:pt x="1" y="6563"/>
                      <a:pt x="1" y="19687"/>
                    </a:cubicBezTo>
                    <a:lnTo>
                      <a:pt x="1" y="124774"/>
                    </a:lnTo>
                    <a:lnTo>
                      <a:pt x="49942" y="124774"/>
                    </a:lnTo>
                    <a:lnTo>
                      <a:pt x="49942" y="19687"/>
                    </a:lnTo>
                    <a:cubicBezTo>
                      <a:pt x="49942" y="6563"/>
                      <a:pt x="37457" y="1"/>
                      <a:pt x="24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3660495" y="35960"/>
                <a:ext cx="1445470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04" h="119251" extrusionOk="0">
                    <a:moveTo>
                      <a:pt x="22552" y="1"/>
                    </a:moveTo>
                    <a:cubicBezTo>
                      <a:pt x="11277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04" y="119251"/>
                    </a:lnTo>
                    <a:lnTo>
                      <a:pt x="45104" y="20578"/>
                    </a:lnTo>
                    <a:cubicBezTo>
                      <a:pt x="45104" y="6860"/>
                      <a:pt x="33828" y="1"/>
                      <a:pt x="22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3689050" y="79867"/>
                <a:ext cx="1388394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23" h="116695" extrusionOk="0">
                    <a:moveTo>
                      <a:pt x="21661" y="0"/>
                    </a:moveTo>
                    <a:cubicBezTo>
                      <a:pt x="10831" y="0"/>
                      <a:pt x="0" y="6791"/>
                      <a:pt x="0" y="20372"/>
                    </a:cubicBezTo>
                    <a:lnTo>
                      <a:pt x="0" y="116694"/>
                    </a:lnTo>
                    <a:lnTo>
                      <a:pt x="43322" y="116694"/>
                    </a:lnTo>
                    <a:lnTo>
                      <a:pt x="43322" y="20372"/>
                    </a:lnTo>
                    <a:cubicBezTo>
                      <a:pt x="43322" y="6791"/>
                      <a:pt x="32492" y="0"/>
                      <a:pt x="21661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3787792" y="2586385"/>
                <a:ext cx="1200403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457" h="34536" extrusionOk="0">
                    <a:moveTo>
                      <a:pt x="37457" y="1"/>
                    </a:moveTo>
                    <a:lnTo>
                      <a:pt x="0" y="34535"/>
                    </a:lnTo>
                    <a:lnTo>
                      <a:pt x="37457" y="34535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3777536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9" y="0"/>
                    </a:moveTo>
                    <a:cubicBezTo>
                      <a:pt x="9445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7" y="29913"/>
                    </a:lnTo>
                    <a:lnTo>
                      <a:pt x="37777" y="20029"/>
                    </a:lnTo>
                    <a:cubicBezTo>
                      <a:pt x="37777" y="6677"/>
                      <a:pt x="28333" y="0"/>
                      <a:pt x="18889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3635625" y="1672007"/>
                <a:ext cx="1517161" cy="25638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800" extrusionOk="0">
                    <a:moveTo>
                      <a:pt x="1" y="0"/>
                    </a:moveTo>
                    <a:lnTo>
                      <a:pt x="1" y="799"/>
                    </a:lnTo>
                    <a:lnTo>
                      <a:pt x="47340" y="799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3635625" y="2876072"/>
                <a:ext cx="1517161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74" extrusionOk="0">
                    <a:moveTo>
                      <a:pt x="1" y="1"/>
                    </a:moveTo>
                    <a:lnTo>
                      <a:pt x="1" y="1073"/>
                    </a:lnTo>
                    <a:lnTo>
                      <a:pt x="47340" y="1073"/>
                    </a:lnTo>
                    <a:lnTo>
                      <a:pt x="4734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4378126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8" y="122092"/>
                    </a:lnTo>
                    <a:lnTo>
                      <a:pt x="102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5104507" y="-38649"/>
                <a:ext cx="1599811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20" h="124775" extrusionOk="0">
                    <a:moveTo>
                      <a:pt x="24960" y="1"/>
                    </a:moveTo>
                    <a:cubicBezTo>
                      <a:pt x="12481" y="1"/>
                      <a:pt x="1" y="6563"/>
                      <a:pt x="1" y="19687"/>
                    </a:cubicBezTo>
                    <a:lnTo>
                      <a:pt x="1" y="124774"/>
                    </a:lnTo>
                    <a:lnTo>
                      <a:pt x="49920" y="124774"/>
                    </a:lnTo>
                    <a:lnTo>
                      <a:pt x="49920" y="19687"/>
                    </a:lnTo>
                    <a:cubicBezTo>
                      <a:pt x="49920" y="6563"/>
                      <a:pt x="37440" y="1"/>
                      <a:pt x="249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5181327" y="35960"/>
                <a:ext cx="1445470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04" h="119251" extrusionOk="0">
                    <a:moveTo>
                      <a:pt x="22552" y="1"/>
                    </a:moveTo>
                    <a:cubicBezTo>
                      <a:pt x="11276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03" y="119251"/>
                    </a:lnTo>
                    <a:lnTo>
                      <a:pt x="45103" y="20578"/>
                    </a:lnTo>
                    <a:cubicBezTo>
                      <a:pt x="45103" y="6860"/>
                      <a:pt x="33828" y="1"/>
                      <a:pt x="22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5209145" y="79867"/>
                <a:ext cx="1389131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46" h="116695" extrusionOk="0">
                    <a:moveTo>
                      <a:pt x="21673" y="0"/>
                    </a:moveTo>
                    <a:cubicBezTo>
                      <a:pt x="10836" y="0"/>
                      <a:pt x="0" y="6791"/>
                      <a:pt x="0" y="20372"/>
                    </a:cubicBezTo>
                    <a:lnTo>
                      <a:pt x="0" y="116694"/>
                    </a:lnTo>
                    <a:lnTo>
                      <a:pt x="43345" y="116694"/>
                    </a:lnTo>
                    <a:lnTo>
                      <a:pt x="43345" y="20372"/>
                    </a:lnTo>
                    <a:cubicBezTo>
                      <a:pt x="43345" y="6791"/>
                      <a:pt x="32509" y="0"/>
                      <a:pt x="21673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5307887" y="2586385"/>
                <a:ext cx="1201877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503" h="34536" extrusionOk="0">
                    <a:moveTo>
                      <a:pt x="37502" y="1"/>
                    </a:moveTo>
                    <a:lnTo>
                      <a:pt x="0" y="34535"/>
                    </a:lnTo>
                    <a:lnTo>
                      <a:pt x="37502" y="34535"/>
                    </a:lnTo>
                    <a:lnTo>
                      <a:pt x="3750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5299106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8" y="0"/>
                    </a:moveTo>
                    <a:cubicBezTo>
                      <a:pt x="9444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6" y="29913"/>
                    </a:lnTo>
                    <a:lnTo>
                      <a:pt x="37776" y="20029"/>
                    </a:lnTo>
                    <a:cubicBezTo>
                      <a:pt x="37776" y="6677"/>
                      <a:pt x="28332" y="0"/>
                      <a:pt x="1888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5157195" y="1672745"/>
                <a:ext cx="1516424" cy="25606"/>
              </a:xfrm>
              <a:custGeom>
                <a:avLst/>
                <a:gdLst/>
                <a:ahLst/>
                <a:cxnLst/>
                <a:rect l="l" t="t" r="r" b="b"/>
                <a:pathLst>
                  <a:path w="47318" h="799" extrusionOk="0">
                    <a:moveTo>
                      <a:pt x="0" y="0"/>
                    </a:moveTo>
                    <a:lnTo>
                      <a:pt x="0" y="799"/>
                    </a:lnTo>
                    <a:lnTo>
                      <a:pt x="47317" y="799"/>
                    </a:lnTo>
                    <a:lnTo>
                      <a:pt x="473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5156458" y="2876809"/>
                <a:ext cx="1517161" cy="33682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51" extrusionOk="0">
                    <a:moveTo>
                      <a:pt x="1" y="0"/>
                    </a:moveTo>
                    <a:lnTo>
                      <a:pt x="1" y="1050"/>
                    </a:lnTo>
                    <a:lnTo>
                      <a:pt x="47340" y="1050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5898959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7" y="122092"/>
                    </a:lnTo>
                    <a:lnTo>
                      <a:pt x="102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" name="Google Shape;51;p2"/>
            <p:cNvSpPr/>
            <p:nvPr/>
          </p:nvSpPr>
          <p:spPr>
            <a:xfrm>
              <a:off x="0" y="-339675"/>
              <a:ext cx="9144000" cy="5486400"/>
            </a:xfrm>
            <a:prstGeom prst="rect">
              <a:avLst/>
            </a:prstGeom>
            <a:solidFill>
              <a:srgbClr val="FFFFFF">
                <a:alpha val="8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2"/>
          <p:cNvSpPr txBox="1">
            <a:spLocks noGrp="1"/>
          </p:cNvSpPr>
          <p:nvPr>
            <p:ph type="ctrTitle"/>
          </p:nvPr>
        </p:nvSpPr>
        <p:spPr>
          <a:xfrm>
            <a:off x="720000" y="540000"/>
            <a:ext cx="7704000" cy="130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3" name="Google Shape;53;p2"/>
          <p:cNvSpPr txBox="1">
            <a:spLocks noGrp="1"/>
          </p:cNvSpPr>
          <p:nvPr>
            <p:ph type="subTitle" idx="1"/>
          </p:nvPr>
        </p:nvSpPr>
        <p:spPr>
          <a:xfrm>
            <a:off x="720000" y="1773300"/>
            <a:ext cx="7704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3"/>
          <p:cNvGrpSpPr/>
          <p:nvPr/>
        </p:nvGrpSpPr>
        <p:grpSpPr>
          <a:xfrm>
            <a:off x="-234000" y="-339675"/>
            <a:ext cx="9378262" cy="5486400"/>
            <a:chOff x="-234000" y="-339675"/>
            <a:chExt cx="9378262" cy="5486400"/>
          </a:xfrm>
        </p:grpSpPr>
        <p:sp>
          <p:nvSpPr>
            <p:cNvPr id="56" name="Google Shape;56;p3"/>
            <p:cNvSpPr/>
            <p:nvPr/>
          </p:nvSpPr>
          <p:spPr>
            <a:xfrm>
              <a:off x="418" y="-339649"/>
              <a:ext cx="9143697" cy="5116800"/>
            </a:xfrm>
            <a:custGeom>
              <a:avLst/>
              <a:gdLst/>
              <a:ahLst/>
              <a:cxnLst/>
              <a:rect l="l" t="t" r="r" b="b"/>
              <a:pathLst>
                <a:path w="285317" h="159663" extrusionOk="0">
                  <a:moveTo>
                    <a:pt x="0" y="0"/>
                  </a:moveTo>
                  <a:lnTo>
                    <a:pt x="0" y="159662"/>
                  </a:lnTo>
                  <a:lnTo>
                    <a:pt x="285316" y="159662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418" y="4730466"/>
              <a:ext cx="9143697" cy="416233"/>
            </a:xfrm>
            <a:custGeom>
              <a:avLst/>
              <a:gdLst/>
              <a:ahLst/>
              <a:cxnLst/>
              <a:rect l="l" t="t" r="r" b="b"/>
              <a:pathLst>
                <a:path w="285317" h="12988" extrusionOk="0">
                  <a:moveTo>
                    <a:pt x="0" y="0"/>
                  </a:moveTo>
                  <a:lnTo>
                    <a:pt x="0" y="12988"/>
                  </a:lnTo>
                  <a:lnTo>
                    <a:pt x="285316" y="1298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" name="Google Shape;58;p3"/>
            <p:cNvGrpSpPr/>
            <p:nvPr/>
          </p:nvGrpSpPr>
          <p:grpSpPr>
            <a:xfrm flipH="1">
              <a:off x="-234000" y="-339649"/>
              <a:ext cx="4871066" cy="4315805"/>
              <a:chOff x="4809600" y="-339649"/>
              <a:chExt cx="4871066" cy="4315805"/>
            </a:xfrm>
          </p:grpSpPr>
          <p:sp>
            <p:nvSpPr>
              <p:cNvPr id="59" name="Google Shape;59;p3"/>
              <p:cNvSpPr/>
              <p:nvPr/>
            </p:nvSpPr>
            <p:spPr>
              <a:xfrm flipH="1">
                <a:off x="4995412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flipH="1">
                <a:off x="4809600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flipH="1">
                <a:off x="6001224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flipH="1">
                <a:off x="5815412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 flipH="1">
                <a:off x="7007036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 flipH="1">
                <a:off x="6821224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 flipH="1">
                <a:off x="8012848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 flipH="1">
                <a:off x="7827036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 flipH="1">
                <a:off x="9018661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 flipH="1">
                <a:off x="8832848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" name="Google Shape;69;p3"/>
            <p:cNvSpPr/>
            <p:nvPr/>
          </p:nvSpPr>
          <p:spPr>
            <a:xfrm flipH="1">
              <a:off x="565" y="3960916"/>
              <a:ext cx="9143697" cy="27080"/>
            </a:xfrm>
            <a:custGeom>
              <a:avLst/>
              <a:gdLst/>
              <a:ahLst/>
              <a:cxnLst/>
              <a:rect l="l" t="t" r="r" b="b"/>
              <a:pathLst>
                <a:path w="285317" h="845" extrusionOk="0">
                  <a:moveTo>
                    <a:pt x="0" y="0"/>
                  </a:moveTo>
                  <a:lnTo>
                    <a:pt x="0" y="845"/>
                  </a:lnTo>
                  <a:lnTo>
                    <a:pt x="285316" y="845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0" y="-339675"/>
              <a:ext cx="9144000" cy="5486400"/>
            </a:xfrm>
            <a:prstGeom prst="rect">
              <a:avLst/>
            </a:prstGeom>
            <a:solidFill>
              <a:srgbClr val="FFFFFF">
                <a:alpha val="8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3"/>
          <p:cNvSpPr txBox="1">
            <a:spLocks noGrp="1"/>
          </p:cNvSpPr>
          <p:nvPr>
            <p:ph type="title"/>
          </p:nvPr>
        </p:nvSpPr>
        <p:spPr>
          <a:xfrm>
            <a:off x="720025" y="1902600"/>
            <a:ext cx="3960000" cy="13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title" idx="2" hasCustomPrompt="1"/>
          </p:nvPr>
        </p:nvSpPr>
        <p:spPr>
          <a:xfrm>
            <a:off x="720025" y="1285500"/>
            <a:ext cx="3960000" cy="7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3" name="Google Shape;73;p3"/>
          <p:cNvSpPr txBox="1">
            <a:spLocks noGrp="1"/>
          </p:cNvSpPr>
          <p:nvPr>
            <p:ph type="subTitle" idx="1"/>
          </p:nvPr>
        </p:nvSpPr>
        <p:spPr>
          <a:xfrm>
            <a:off x="1152025" y="3180900"/>
            <a:ext cx="3096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9"/>
          <p:cNvGrpSpPr/>
          <p:nvPr/>
        </p:nvGrpSpPr>
        <p:grpSpPr>
          <a:xfrm>
            <a:off x="0" y="-339675"/>
            <a:ext cx="9378266" cy="5486400"/>
            <a:chOff x="0" y="-339675"/>
            <a:chExt cx="9378266" cy="5486400"/>
          </a:xfrm>
        </p:grpSpPr>
        <p:grpSp>
          <p:nvGrpSpPr>
            <p:cNvPr id="301" name="Google Shape;301;p9"/>
            <p:cNvGrpSpPr/>
            <p:nvPr/>
          </p:nvGrpSpPr>
          <p:grpSpPr>
            <a:xfrm>
              <a:off x="152" y="-339649"/>
              <a:ext cx="9143697" cy="5486348"/>
              <a:chOff x="152" y="-339649"/>
              <a:chExt cx="9143697" cy="5486348"/>
            </a:xfrm>
          </p:grpSpPr>
          <p:sp>
            <p:nvSpPr>
              <p:cNvPr id="302" name="Google Shape;302;p9"/>
              <p:cNvSpPr/>
              <p:nvPr/>
            </p:nvSpPr>
            <p:spPr>
              <a:xfrm>
                <a:off x="152" y="-339649"/>
                <a:ext cx="9143697" cy="5116800"/>
              </a:xfrm>
              <a:custGeom>
                <a:avLst/>
                <a:gdLst/>
                <a:ahLst/>
                <a:cxnLst/>
                <a:rect l="l" t="t" r="r" b="b"/>
                <a:pathLst>
                  <a:path w="285317" h="159663" extrusionOk="0">
                    <a:moveTo>
                      <a:pt x="0" y="0"/>
                    </a:moveTo>
                    <a:lnTo>
                      <a:pt x="0" y="159662"/>
                    </a:lnTo>
                    <a:lnTo>
                      <a:pt x="285316" y="159662"/>
                    </a:lnTo>
                    <a:lnTo>
                      <a:pt x="2853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9"/>
              <p:cNvSpPr/>
              <p:nvPr/>
            </p:nvSpPr>
            <p:spPr>
              <a:xfrm>
                <a:off x="152" y="4730466"/>
                <a:ext cx="9143697" cy="416233"/>
              </a:xfrm>
              <a:custGeom>
                <a:avLst/>
                <a:gdLst/>
                <a:ahLst/>
                <a:cxnLst/>
                <a:rect l="l" t="t" r="r" b="b"/>
                <a:pathLst>
                  <a:path w="285317" h="12988" extrusionOk="0">
                    <a:moveTo>
                      <a:pt x="0" y="0"/>
                    </a:moveTo>
                    <a:lnTo>
                      <a:pt x="0" y="12988"/>
                    </a:lnTo>
                    <a:lnTo>
                      <a:pt x="285316" y="12988"/>
                    </a:lnTo>
                    <a:lnTo>
                      <a:pt x="28531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9"/>
              <p:cNvSpPr/>
              <p:nvPr/>
            </p:nvSpPr>
            <p:spPr>
              <a:xfrm>
                <a:off x="2249544" y="4730466"/>
                <a:ext cx="4645029" cy="416233"/>
              </a:xfrm>
              <a:custGeom>
                <a:avLst/>
                <a:gdLst/>
                <a:ahLst/>
                <a:cxnLst/>
                <a:rect l="l" t="t" r="r" b="b"/>
                <a:pathLst>
                  <a:path w="144942" h="12988" extrusionOk="0">
                    <a:moveTo>
                      <a:pt x="65053" y="0"/>
                    </a:moveTo>
                    <a:lnTo>
                      <a:pt x="1" y="12988"/>
                    </a:lnTo>
                    <a:lnTo>
                      <a:pt x="79889" y="12988"/>
                    </a:lnTo>
                    <a:lnTo>
                      <a:pt x="144942" y="0"/>
                    </a:lnTo>
                    <a:close/>
                  </a:path>
                </a:pathLst>
              </a:custGeom>
              <a:solidFill>
                <a:srgbClr val="FFFFFF">
                  <a:alpha val="80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5" name="Google Shape;305;p9"/>
            <p:cNvGrpSpPr/>
            <p:nvPr/>
          </p:nvGrpSpPr>
          <p:grpSpPr>
            <a:xfrm>
              <a:off x="4507200" y="-339649"/>
              <a:ext cx="4871066" cy="4315805"/>
              <a:chOff x="4809600" y="-339649"/>
              <a:chExt cx="4871066" cy="4315805"/>
            </a:xfrm>
          </p:grpSpPr>
          <p:sp>
            <p:nvSpPr>
              <p:cNvPr id="306" name="Google Shape;306;p9"/>
              <p:cNvSpPr/>
              <p:nvPr/>
            </p:nvSpPr>
            <p:spPr>
              <a:xfrm>
                <a:off x="4995412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9"/>
              <p:cNvSpPr/>
              <p:nvPr/>
            </p:nvSpPr>
            <p:spPr>
              <a:xfrm>
                <a:off x="4809600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9"/>
              <p:cNvSpPr/>
              <p:nvPr/>
            </p:nvSpPr>
            <p:spPr>
              <a:xfrm>
                <a:off x="6001224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9"/>
              <p:cNvSpPr/>
              <p:nvPr/>
            </p:nvSpPr>
            <p:spPr>
              <a:xfrm>
                <a:off x="5815412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9"/>
              <p:cNvSpPr/>
              <p:nvPr/>
            </p:nvSpPr>
            <p:spPr>
              <a:xfrm>
                <a:off x="7007036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9"/>
              <p:cNvSpPr/>
              <p:nvPr/>
            </p:nvSpPr>
            <p:spPr>
              <a:xfrm>
                <a:off x="6821224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9"/>
              <p:cNvSpPr/>
              <p:nvPr/>
            </p:nvSpPr>
            <p:spPr>
              <a:xfrm>
                <a:off x="8012848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9"/>
              <p:cNvSpPr/>
              <p:nvPr/>
            </p:nvSpPr>
            <p:spPr>
              <a:xfrm>
                <a:off x="7827036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9"/>
              <p:cNvSpPr/>
              <p:nvPr/>
            </p:nvSpPr>
            <p:spPr>
              <a:xfrm>
                <a:off x="9018661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9"/>
              <p:cNvSpPr/>
              <p:nvPr/>
            </p:nvSpPr>
            <p:spPr>
              <a:xfrm>
                <a:off x="8832848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6" name="Google Shape;316;p9"/>
            <p:cNvSpPr/>
            <p:nvPr/>
          </p:nvSpPr>
          <p:spPr>
            <a:xfrm>
              <a:off x="4" y="3960916"/>
              <a:ext cx="9143697" cy="27080"/>
            </a:xfrm>
            <a:custGeom>
              <a:avLst/>
              <a:gdLst/>
              <a:ahLst/>
              <a:cxnLst/>
              <a:rect l="l" t="t" r="r" b="b"/>
              <a:pathLst>
                <a:path w="285317" h="845" extrusionOk="0">
                  <a:moveTo>
                    <a:pt x="0" y="0"/>
                  </a:moveTo>
                  <a:lnTo>
                    <a:pt x="0" y="845"/>
                  </a:lnTo>
                  <a:lnTo>
                    <a:pt x="285316" y="845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0" y="-339675"/>
              <a:ext cx="9144000" cy="5486400"/>
            </a:xfrm>
            <a:prstGeom prst="rect">
              <a:avLst/>
            </a:prstGeom>
            <a:solidFill>
              <a:srgbClr val="FFFFFF">
                <a:alpha val="8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" name="Google Shape;318;p9"/>
          <p:cNvSpPr txBox="1">
            <a:spLocks noGrp="1"/>
          </p:cNvSpPr>
          <p:nvPr>
            <p:ph type="subTitle" idx="1"/>
          </p:nvPr>
        </p:nvSpPr>
        <p:spPr>
          <a:xfrm>
            <a:off x="4536000" y="2071950"/>
            <a:ext cx="38880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9" name="Google Shape;319;p9"/>
          <p:cNvSpPr txBox="1">
            <a:spLocks noGrp="1"/>
          </p:cNvSpPr>
          <p:nvPr>
            <p:ph type="title"/>
          </p:nvPr>
        </p:nvSpPr>
        <p:spPr>
          <a:xfrm>
            <a:off x="4536000" y="1409250"/>
            <a:ext cx="38880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"/>
          <p:cNvSpPr txBox="1">
            <a:spLocks noGrp="1"/>
          </p:cNvSpPr>
          <p:nvPr>
            <p:ph type="title"/>
          </p:nvPr>
        </p:nvSpPr>
        <p:spPr>
          <a:xfrm>
            <a:off x="720000" y="1555800"/>
            <a:ext cx="2720100" cy="20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6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15"/>
          <p:cNvGrpSpPr/>
          <p:nvPr/>
        </p:nvGrpSpPr>
        <p:grpSpPr>
          <a:xfrm>
            <a:off x="-302400" y="-339675"/>
            <a:ext cx="9446666" cy="5486400"/>
            <a:chOff x="-302400" y="-339675"/>
            <a:chExt cx="9446666" cy="5486400"/>
          </a:xfrm>
        </p:grpSpPr>
        <p:sp>
          <p:nvSpPr>
            <p:cNvPr id="432" name="Google Shape;432;p15"/>
            <p:cNvSpPr/>
            <p:nvPr/>
          </p:nvSpPr>
          <p:spPr>
            <a:xfrm>
              <a:off x="569" y="-339649"/>
              <a:ext cx="9143697" cy="5116800"/>
            </a:xfrm>
            <a:custGeom>
              <a:avLst/>
              <a:gdLst/>
              <a:ahLst/>
              <a:cxnLst/>
              <a:rect l="l" t="t" r="r" b="b"/>
              <a:pathLst>
                <a:path w="285317" h="159663" extrusionOk="0">
                  <a:moveTo>
                    <a:pt x="0" y="0"/>
                  </a:moveTo>
                  <a:lnTo>
                    <a:pt x="0" y="159662"/>
                  </a:lnTo>
                  <a:lnTo>
                    <a:pt x="285316" y="159662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569" y="4730466"/>
              <a:ext cx="9143697" cy="416233"/>
            </a:xfrm>
            <a:custGeom>
              <a:avLst/>
              <a:gdLst/>
              <a:ahLst/>
              <a:cxnLst/>
              <a:rect l="l" t="t" r="r" b="b"/>
              <a:pathLst>
                <a:path w="285317" h="12988" extrusionOk="0">
                  <a:moveTo>
                    <a:pt x="0" y="0"/>
                  </a:moveTo>
                  <a:lnTo>
                    <a:pt x="0" y="12988"/>
                  </a:lnTo>
                  <a:lnTo>
                    <a:pt x="285316" y="1298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4" y="3960916"/>
              <a:ext cx="9143697" cy="27080"/>
            </a:xfrm>
            <a:custGeom>
              <a:avLst/>
              <a:gdLst/>
              <a:ahLst/>
              <a:cxnLst/>
              <a:rect l="l" t="t" r="r" b="b"/>
              <a:pathLst>
                <a:path w="285317" h="845" extrusionOk="0">
                  <a:moveTo>
                    <a:pt x="0" y="0"/>
                  </a:moveTo>
                  <a:lnTo>
                    <a:pt x="0" y="845"/>
                  </a:lnTo>
                  <a:lnTo>
                    <a:pt x="285316" y="845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5" name="Google Shape;435;p15"/>
            <p:cNvGrpSpPr/>
            <p:nvPr/>
          </p:nvGrpSpPr>
          <p:grpSpPr>
            <a:xfrm flipH="1">
              <a:off x="2985663" y="-339649"/>
              <a:ext cx="6062679" cy="4315805"/>
              <a:chOff x="95925" y="-339649"/>
              <a:chExt cx="6062679" cy="4315805"/>
            </a:xfrm>
          </p:grpSpPr>
          <p:sp>
            <p:nvSpPr>
              <p:cNvPr id="436" name="Google Shape;436;p15"/>
              <p:cNvSpPr/>
              <p:nvPr/>
            </p:nvSpPr>
            <p:spPr>
              <a:xfrm>
                <a:off x="5310786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5"/>
              <p:cNvSpPr/>
              <p:nvPr/>
            </p:nvSpPr>
            <p:spPr>
              <a:xfrm>
                <a:off x="6130786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5"/>
              <p:cNvSpPr/>
              <p:nvPr/>
            </p:nvSpPr>
            <p:spPr>
              <a:xfrm>
                <a:off x="4304974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5"/>
              <p:cNvSpPr/>
              <p:nvPr/>
            </p:nvSpPr>
            <p:spPr>
              <a:xfrm>
                <a:off x="5124974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5"/>
              <p:cNvSpPr/>
              <p:nvPr/>
            </p:nvSpPr>
            <p:spPr>
              <a:xfrm>
                <a:off x="3299162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5"/>
              <p:cNvSpPr/>
              <p:nvPr/>
            </p:nvSpPr>
            <p:spPr>
              <a:xfrm>
                <a:off x="4119162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5"/>
              <p:cNvSpPr/>
              <p:nvPr/>
            </p:nvSpPr>
            <p:spPr>
              <a:xfrm>
                <a:off x="2293350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5"/>
              <p:cNvSpPr/>
              <p:nvPr/>
            </p:nvSpPr>
            <p:spPr>
              <a:xfrm>
                <a:off x="3113350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5"/>
              <p:cNvSpPr/>
              <p:nvPr/>
            </p:nvSpPr>
            <p:spPr>
              <a:xfrm>
                <a:off x="1287538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5"/>
              <p:cNvSpPr/>
              <p:nvPr/>
            </p:nvSpPr>
            <p:spPr>
              <a:xfrm>
                <a:off x="2107538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5"/>
              <p:cNvSpPr/>
              <p:nvPr/>
            </p:nvSpPr>
            <p:spPr>
              <a:xfrm>
                <a:off x="281737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5"/>
              <p:cNvSpPr/>
              <p:nvPr/>
            </p:nvSpPr>
            <p:spPr>
              <a:xfrm>
                <a:off x="1101737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>
                <a:off x="95925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9" name="Google Shape;449;p15"/>
            <p:cNvGrpSpPr/>
            <p:nvPr/>
          </p:nvGrpSpPr>
          <p:grpSpPr>
            <a:xfrm>
              <a:off x="-302400" y="-38649"/>
              <a:ext cx="3127214" cy="3998727"/>
              <a:chOff x="4797915" y="-38649"/>
              <a:chExt cx="3127214" cy="3998727"/>
            </a:xfrm>
          </p:grpSpPr>
          <p:sp>
            <p:nvSpPr>
              <p:cNvPr id="450" name="Google Shape;450;p15"/>
              <p:cNvSpPr/>
              <p:nvPr/>
            </p:nvSpPr>
            <p:spPr>
              <a:xfrm>
                <a:off x="4797915" y="-38649"/>
                <a:ext cx="1600516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42" h="124775" extrusionOk="0">
                    <a:moveTo>
                      <a:pt x="24971" y="1"/>
                    </a:moveTo>
                    <a:cubicBezTo>
                      <a:pt x="12486" y="1"/>
                      <a:pt x="0" y="6563"/>
                      <a:pt x="0" y="19687"/>
                    </a:cubicBezTo>
                    <a:lnTo>
                      <a:pt x="0" y="124774"/>
                    </a:lnTo>
                    <a:lnTo>
                      <a:pt x="49942" y="124774"/>
                    </a:lnTo>
                    <a:lnTo>
                      <a:pt x="49942" y="19687"/>
                    </a:lnTo>
                    <a:cubicBezTo>
                      <a:pt x="49942" y="6563"/>
                      <a:pt x="37456" y="1"/>
                      <a:pt x="24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5"/>
              <p:cNvSpPr/>
              <p:nvPr/>
            </p:nvSpPr>
            <p:spPr>
              <a:xfrm>
                <a:off x="4875440" y="35960"/>
                <a:ext cx="1446208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27" h="119251" extrusionOk="0">
                    <a:moveTo>
                      <a:pt x="22563" y="1"/>
                    </a:moveTo>
                    <a:cubicBezTo>
                      <a:pt x="11282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26" y="119251"/>
                    </a:lnTo>
                    <a:lnTo>
                      <a:pt x="45126" y="20578"/>
                    </a:lnTo>
                    <a:cubicBezTo>
                      <a:pt x="45126" y="6860"/>
                      <a:pt x="33845" y="1"/>
                      <a:pt x="225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5"/>
              <p:cNvSpPr/>
              <p:nvPr/>
            </p:nvSpPr>
            <p:spPr>
              <a:xfrm>
                <a:off x="4903963" y="79867"/>
                <a:ext cx="1389163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47" h="116695" extrusionOk="0">
                    <a:moveTo>
                      <a:pt x="21673" y="0"/>
                    </a:moveTo>
                    <a:cubicBezTo>
                      <a:pt x="10837" y="0"/>
                      <a:pt x="1" y="6791"/>
                      <a:pt x="1" y="20372"/>
                    </a:cubicBezTo>
                    <a:lnTo>
                      <a:pt x="1" y="116694"/>
                    </a:lnTo>
                    <a:lnTo>
                      <a:pt x="43346" y="116694"/>
                    </a:lnTo>
                    <a:lnTo>
                      <a:pt x="43346" y="20372"/>
                    </a:lnTo>
                    <a:cubicBezTo>
                      <a:pt x="43346" y="6791"/>
                      <a:pt x="32510" y="0"/>
                      <a:pt x="21673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5"/>
              <p:cNvSpPr/>
              <p:nvPr/>
            </p:nvSpPr>
            <p:spPr>
              <a:xfrm>
                <a:off x="5002737" y="2586385"/>
                <a:ext cx="1200403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457" h="34536" extrusionOk="0">
                    <a:moveTo>
                      <a:pt x="37457" y="1"/>
                    </a:moveTo>
                    <a:lnTo>
                      <a:pt x="0" y="34535"/>
                    </a:lnTo>
                    <a:lnTo>
                      <a:pt x="37457" y="34535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5"/>
              <p:cNvSpPr/>
              <p:nvPr/>
            </p:nvSpPr>
            <p:spPr>
              <a:xfrm>
                <a:off x="4992482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9" y="0"/>
                    </a:moveTo>
                    <a:cubicBezTo>
                      <a:pt x="9445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7" y="29913"/>
                    </a:lnTo>
                    <a:lnTo>
                      <a:pt x="37777" y="20029"/>
                    </a:lnTo>
                    <a:cubicBezTo>
                      <a:pt x="37777" y="6677"/>
                      <a:pt x="28333" y="0"/>
                      <a:pt x="18889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5"/>
              <p:cNvSpPr/>
              <p:nvPr/>
            </p:nvSpPr>
            <p:spPr>
              <a:xfrm>
                <a:off x="4851308" y="1672007"/>
                <a:ext cx="1517161" cy="25638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800" extrusionOk="0">
                    <a:moveTo>
                      <a:pt x="0" y="0"/>
                    </a:moveTo>
                    <a:lnTo>
                      <a:pt x="0" y="799"/>
                    </a:lnTo>
                    <a:lnTo>
                      <a:pt x="47340" y="799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5"/>
              <p:cNvSpPr/>
              <p:nvPr/>
            </p:nvSpPr>
            <p:spPr>
              <a:xfrm>
                <a:off x="4851308" y="2876072"/>
                <a:ext cx="1517161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74" extrusionOk="0">
                    <a:moveTo>
                      <a:pt x="0" y="1"/>
                    </a:moveTo>
                    <a:lnTo>
                      <a:pt x="0" y="1073"/>
                    </a:lnTo>
                    <a:lnTo>
                      <a:pt x="47340" y="1073"/>
                    </a:lnTo>
                    <a:lnTo>
                      <a:pt x="4734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5"/>
              <p:cNvSpPr/>
              <p:nvPr/>
            </p:nvSpPr>
            <p:spPr>
              <a:xfrm>
                <a:off x="6324580" y="-38649"/>
                <a:ext cx="1600548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43" h="124775" extrusionOk="0">
                    <a:moveTo>
                      <a:pt x="24971" y="1"/>
                    </a:moveTo>
                    <a:cubicBezTo>
                      <a:pt x="12486" y="1"/>
                      <a:pt x="1" y="6563"/>
                      <a:pt x="1" y="19687"/>
                    </a:cubicBezTo>
                    <a:lnTo>
                      <a:pt x="1" y="124774"/>
                    </a:lnTo>
                    <a:lnTo>
                      <a:pt x="49942" y="124774"/>
                    </a:lnTo>
                    <a:lnTo>
                      <a:pt x="49942" y="19687"/>
                    </a:lnTo>
                    <a:cubicBezTo>
                      <a:pt x="49942" y="6563"/>
                      <a:pt x="37457" y="1"/>
                      <a:pt x="24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5"/>
              <p:cNvSpPr/>
              <p:nvPr/>
            </p:nvSpPr>
            <p:spPr>
              <a:xfrm>
                <a:off x="6402843" y="35960"/>
                <a:ext cx="1445470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04" h="119251" extrusionOk="0">
                    <a:moveTo>
                      <a:pt x="22552" y="1"/>
                    </a:moveTo>
                    <a:cubicBezTo>
                      <a:pt x="11277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04" y="119251"/>
                    </a:lnTo>
                    <a:lnTo>
                      <a:pt x="45104" y="20578"/>
                    </a:lnTo>
                    <a:cubicBezTo>
                      <a:pt x="45104" y="6860"/>
                      <a:pt x="33828" y="1"/>
                      <a:pt x="22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5"/>
              <p:cNvSpPr/>
              <p:nvPr/>
            </p:nvSpPr>
            <p:spPr>
              <a:xfrm>
                <a:off x="6431398" y="79867"/>
                <a:ext cx="1388394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23" h="116695" extrusionOk="0">
                    <a:moveTo>
                      <a:pt x="21661" y="0"/>
                    </a:moveTo>
                    <a:cubicBezTo>
                      <a:pt x="10831" y="0"/>
                      <a:pt x="0" y="6791"/>
                      <a:pt x="0" y="20372"/>
                    </a:cubicBezTo>
                    <a:lnTo>
                      <a:pt x="0" y="116694"/>
                    </a:lnTo>
                    <a:lnTo>
                      <a:pt x="43322" y="116694"/>
                    </a:lnTo>
                    <a:lnTo>
                      <a:pt x="43322" y="20372"/>
                    </a:lnTo>
                    <a:cubicBezTo>
                      <a:pt x="43322" y="6791"/>
                      <a:pt x="32492" y="0"/>
                      <a:pt x="21661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5"/>
              <p:cNvSpPr/>
              <p:nvPr/>
            </p:nvSpPr>
            <p:spPr>
              <a:xfrm>
                <a:off x="6530140" y="2586385"/>
                <a:ext cx="1200403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457" h="34536" extrusionOk="0">
                    <a:moveTo>
                      <a:pt x="37457" y="1"/>
                    </a:moveTo>
                    <a:lnTo>
                      <a:pt x="0" y="34535"/>
                    </a:lnTo>
                    <a:lnTo>
                      <a:pt x="37457" y="34535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5"/>
              <p:cNvSpPr/>
              <p:nvPr/>
            </p:nvSpPr>
            <p:spPr>
              <a:xfrm>
                <a:off x="6519884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9" y="0"/>
                    </a:moveTo>
                    <a:cubicBezTo>
                      <a:pt x="9445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7" y="29913"/>
                    </a:lnTo>
                    <a:lnTo>
                      <a:pt x="37777" y="20029"/>
                    </a:lnTo>
                    <a:cubicBezTo>
                      <a:pt x="37777" y="6677"/>
                      <a:pt x="28333" y="0"/>
                      <a:pt x="18889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5"/>
              <p:cNvSpPr/>
              <p:nvPr/>
            </p:nvSpPr>
            <p:spPr>
              <a:xfrm>
                <a:off x="6377973" y="1672007"/>
                <a:ext cx="1517161" cy="25638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800" extrusionOk="0">
                    <a:moveTo>
                      <a:pt x="1" y="0"/>
                    </a:moveTo>
                    <a:lnTo>
                      <a:pt x="1" y="799"/>
                    </a:lnTo>
                    <a:lnTo>
                      <a:pt x="47340" y="799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5"/>
              <p:cNvSpPr/>
              <p:nvPr/>
            </p:nvSpPr>
            <p:spPr>
              <a:xfrm>
                <a:off x="6377973" y="2876072"/>
                <a:ext cx="1517161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74" extrusionOk="0">
                    <a:moveTo>
                      <a:pt x="1" y="1"/>
                    </a:moveTo>
                    <a:lnTo>
                      <a:pt x="1" y="1073"/>
                    </a:lnTo>
                    <a:lnTo>
                      <a:pt x="47340" y="1073"/>
                    </a:lnTo>
                    <a:lnTo>
                      <a:pt x="4734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5"/>
              <p:cNvSpPr/>
              <p:nvPr/>
            </p:nvSpPr>
            <p:spPr>
              <a:xfrm>
                <a:off x="7120474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8" y="122092"/>
                    </a:lnTo>
                    <a:lnTo>
                      <a:pt x="102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5"/>
              <p:cNvSpPr/>
              <p:nvPr/>
            </p:nvSpPr>
            <p:spPr>
              <a:xfrm>
                <a:off x="5593072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7" y="122092"/>
                    </a:lnTo>
                    <a:lnTo>
                      <a:pt x="102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6" name="Google Shape;466;p15"/>
            <p:cNvSpPr/>
            <p:nvPr/>
          </p:nvSpPr>
          <p:spPr>
            <a:xfrm>
              <a:off x="152" y="-339675"/>
              <a:ext cx="9144000" cy="5486400"/>
            </a:xfrm>
            <a:prstGeom prst="rect">
              <a:avLst/>
            </a:prstGeom>
            <a:solidFill>
              <a:srgbClr val="FFFFFF">
                <a:alpha val="8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7" name="Google Shape;467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6_1_1_1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18"/>
          <p:cNvGrpSpPr/>
          <p:nvPr/>
        </p:nvGrpSpPr>
        <p:grpSpPr>
          <a:xfrm>
            <a:off x="-234000" y="-339675"/>
            <a:ext cx="9680666" cy="5486400"/>
            <a:chOff x="-234000" y="-339675"/>
            <a:chExt cx="9680666" cy="5486400"/>
          </a:xfrm>
        </p:grpSpPr>
        <p:grpSp>
          <p:nvGrpSpPr>
            <p:cNvPr id="554" name="Google Shape;554;p18"/>
            <p:cNvGrpSpPr/>
            <p:nvPr/>
          </p:nvGrpSpPr>
          <p:grpSpPr>
            <a:xfrm flipH="1">
              <a:off x="418" y="-339649"/>
              <a:ext cx="9143697" cy="5486348"/>
              <a:chOff x="152" y="-339649"/>
              <a:chExt cx="9143697" cy="5486348"/>
            </a:xfrm>
          </p:grpSpPr>
          <p:sp>
            <p:nvSpPr>
              <p:cNvPr id="555" name="Google Shape;555;p18"/>
              <p:cNvSpPr/>
              <p:nvPr/>
            </p:nvSpPr>
            <p:spPr>
              <a:xfrm>
                <a:off x="152" y="-339649"/>
                <a:ext cx="9143697" cy="5116800"/>
              </a:xfrm>
              <a:custGeom>
                <a:avLst/>
                <a:gdLst/>
                <a:ahLst/>
                <a:cxnLst/>
                <a:rect l="l" t="t" r="r" b="b"/>
                <a:pathLst>
                  <a:path w="285317" h="159663" extrusionOk="0">
                    <a:moveTo>
                      <a:pt x="0" y="0"/>
                    </a:moveTo>
                    <a:lnTo>
                      <a:pt x="0" y="159662"/>
                    </a:lnTo>
                    <a:lnTo>
                      <a:pt x="285316" y="159662"/>
                    </a:lnTo>
                    <a:lnTo>
                      <a:pt x="2853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152" y="4730466"/>
                <a:ext cx="9143697" cy="416233"/>
              </a:xfrm>
              <a:custGeom>
                <a:avLst/>
                <a:gdLst/>
                <a:ahLst/>
                <a:cxnLst/>
                <a:rect l="l" t="t" r="r" b="b"/>
                <a:pathLst>
                  <a:path w="285317" h="12988" extrusionOk="0">
                    <a:moveTo>
                      <a:pt x="0" y="0"/>
                    </a:moveTo>
                    <a:lnTo>
                      <a:pt x="0" y="12988"/>
                    </a:lnTo>
                    <a:lnTo>
                      <a:pt x="285316" y="12988"/>
                    </a:lnTo>
                    <a:lnTo>
                      <a:pt x="28531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8"/>
              <p:cNvSpPr/>
              <p:nvPr/>
            </p:nvSpPr>
            <p:spPr>
              <a:xfrm>
                <a:off x="2249544" y="4730466"/>
                <a:ext cx="4645029" cy="416233"/>
              </a:xfrm>
              <a:custGeom>
                <a:avLst/>
                <a:gdLst/>
                <a:ahLst/>
                <a:cxnLst/>
                <a:rect l="l" t="t" r="r" b="b"/>
                <a:pathLst>
                  <a:path w="144942" h="12988" extrusionOk="0">
                    <a:moveTo>
                      <a:pt x="65053" y="0"/>
                    </a:moveTo>
                    <a:lnTo>
                      <a:pt x="1" y="12988"/>
                    </a:lnTo>
                    <a:lnTo>
                      <a:pt x="79889" y="12988"/>
                    </a:lnTo>
                    <a:lnTo>
                      <a:pt x="144942" y="0"/>
                    </a:lnTo>
                    <a:close/>
                  </a:path>
                </a:pathLst>
              </a:custGeom>
              <a:solidFill>
                <a:srgbClr val="FFFFFF">
                  <a:alpha val="80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8" name="Google Shape;558;p18"/>
            <p:cNvGrpSpPr/>
            <p:nvPr/>
          </p:nvGrpSpPr>
          <p:grpSpPr>
            <a:xfrm flipH="1">
              <a:off x="-234000" y="-339649"/>
              <a:ext cx="4871066" cy="4315805"/>
              <a:chOff x="4809600" y="-339649"/>
              <a:chExt cx="4871066" cy="4315805"/>
            </a:xfrm>
          </p:grpSpPr>
          <p:sp>
            <p:nvSpPr>
              <p:cNvPr id="559" name="Google Shape;559;p18"/>
              <p:cNvSpPr/>
              <p:nvPr/>
            </p:nvSpPr>
            <p:spPr>
              <a:xfrm>
                <a:off x="4995412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8"/>
              <p:cNvSpPr/>
              <p:nvPr/>
            </p:nvSpPr>
            <p:spPr>
              <a:xfrm>
                <a:off x="4809600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8"/>
              <p:cNvSpPr/>
              <p:nvPr/>
            </p:nvSpPr>
            <p:spPr>
              <a:xfrm>
                <a:off x="6001224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18"/>
              <p:cNvSpPr/>
              <p:nvPr/>
            </p:nvSpPr>
            <p:spPr>
              <a:xfrm>
                <a:off x="5815412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18"/>
              <p:cNvSpPr/>
              <p:nvPr/>
            </p:nvSpPr>
            <p:spPr>
              <a:xfrm>
                <a:off x="7007036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18"/>
              <p:cNvSpPr/>
              <p:nvPr/>
            </p:nvSpPr>
            <p:spPr>
              <a:xfrm>
                <a:off x="6821224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18"/>
              <p:cNvSpPr/>
              <p:nvPr/>
            </p:nvSpPr>
            <p:spPr>
              <a:xfrm>
                <a:off x="8012848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18"/>
              <p:cNvSpPr/>
              <p:nvPr/>
            </p:nvSpPr>
            <p:spPr>
              <a:xfrm>
                <a:off x="7827036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8"/>
              <p:cNvSpPr/>
              <p:nvPr/>
            </p:nvSpPr>
            <p:spPr>
              <a:xfrm>
                <a:off x="9018661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8"/>
              <p:cNvSpPr/>
              <p:nvPr/>
            </p:nvSpPr>
            <p:spPr>
              <a:xfrm>
                <a:off x="8832848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9" name="Google Shape;569;p18"/>
            <p:cNvSpPr/>
            <p:nvPr/>
          </p:nvSpPr>
          <p:spPr>
            <a:xfrm flipH="1">
              <a:off x="565" y="3960916"/>
              <a:ext cx="9143697" cy="27080"/>
            </a:xfrm>
            <a:custGeom>
              <a:avLst/>
              <a:gdLst/>
              <a:ahLst/>
              <a:cxnLst/>
              <a:rect l="l" t="t" r="r" b="b"/>
              <a:pathLst>
                <a:path w="285317" h="845" extrusionOk="0">
                  <a:moveTo>
                    <a:pt x="0" y="0"/>
                  </a:moveTo>
                  <a:lnTo>
                    <a:pt x="0" y="845"/>
                  </a:lnTo>
                  <a:lnTo>
                    <a:pt x="285316" y="845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0" name="Google Shape;570;p18"/>
            <p:cNvGrpSpPr/>
            <p:nvPr/>
          </p:nvGrpSpPr>
          <p:grpSpPr>
            <a:xfrm flipH="1">
              <a:off x="4797915" y="-38649"/>
              <a:ext cx="4648751" cy="3998727"/>
              <a:chOff x="2055567" y="-38649"/>
              <a:chExt cx="4648751" cy="3998727"/>
            </a:xfrm>
          </p:grpSpPr>
          <p:sp>
            <p:nvSpPr>
              <p:cNvPr id="571" name="Google Shape;571;p18"/>
              <p:cNvSpPr/>
              <p:nvPr/>
            </p:nvSpPr>
            <p:spPr>
              <a:xfrm>
                <a:off x="2055567" y="-38649"/>
                <a:ext cx="1600516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42" h="124775" extrusionOk="0">
                    <a:moveTo>
                      <a:pt x="24971" y="1"/>
                    </a:moveTo>
                    <a:cubicBezTo>
                      <a:pt x="12486" y="1"/>
                      <a:pt x="0" y="6563"/>
                      <a:pt x="0" y="19687"/>
                    </a:cubicBezTo>
                    <a:lnTo>
                      <a:pt x="0" y="124774"/>
                    </a:lnTo>
                    <a:lnTo>
                      <a:pt x="49942" y="124774"/>
                    </a:lnTo>
                    <a:lnTo>
                      <a:pt x="49942" y="19687"/>
                    </a:lnTo>
                    <a:cubicBezTo>
                      <a:pt x="49942" y="6563"/>
                      <a:pt x="37456" y="1"/>
                      <a:pt x="24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18"/>
              <p:cNvSpPr/>
              <p:nvPr/>
            </p:nvSpPr>
            <p:spPr>
              <a:xfrm>
                <a:off x="2133092" y="35960"/>
                <a:ext cx="1446208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27" h="119251" extrusionOk="0">
                    <a:moveTo>
                      <a:pt x="22563" y="1"/>
                    </a:moveTo>
                    <a:cubicBezTo>
                      <a:pt x="11282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26" y="119251"/>
                    </a:lnTo>
                    <a:lnTo>
                      <a:pt x="45126" y="20578"/>
                    </a:lnTo>
                    <a:cubicBezTo>
                      <a:pt x="45126" y="6860"/>
                      <a:pt x="33845" y="1"/>
                      <a:pt x="225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18"/>
              <p:cNvSpPr/>
              <p:nvPr/>
            </p:nvSpPr>
            <p:spPr>
              <a:xfrm>
                <a:off x="2161616" y="79867"/>
                <a:ext cx="1389163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47" h="116695" extrusionOk="0">
                    <a:moveTo>
                      <a:pt x="21673" y="0"/>
                    </a:moveTo>
                    <a:cubicBezTo>
                      <a:pt x="10837" y="0"/>
                      <a:pt x="1" y="6791"/>
                      <a:pt x="1" y="20372"/>
                    </a:cubicBezTo>
                    <a:lnTo>
                      <a:pt x="1" y="116694"/>
                    </a:lnTo>
                    <a:lnTo>
                      <a:pt x="43346" y="116694"/>
                    </a:lnTo>
                    <a:lnTo>
                      <a:pt x="43346" y="20372"/>
                    </a:lnTo>
                    <a:cubicBezTo>
                      <a:pt x="43346" y="6791"/>
                      <a:pt x="32510" y="0"/>
                      <a:pt x="21673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8"/>
              <p:cNvSpPr/>
              <p:nvPr/>
            </p:nvSpPr>
            <p:spPr>
              <a:xfrm>
                <a:off x="2260389" y="2586385"/>
                <a:ext cx="1200403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457" h="34536" extrusionOk="0">
                    <a:moveTo>
                      <a:pt x="37457" y="1"/>
                    </a:moveTo>
                    <a:lnTo>
                      <a:pt x="0" y="34535"/>
                    </a:lnTo>
                    <a:lnTo>
                      <a:pt x="37457" y="34535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18"/>
              <p:cNvSpPr/>
              <p:nvPr/>
            </p:nvSpPr>
            <p:spPr>
              <a:xfrm>
                <a:off x="2250134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9" y="0"/>
                    </a:moveTo>
                    <a:cubicBezTo>
                      <a:pt x="9445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7" y="29913"/>
                    </a:lnTo>
                    <a:lnTo>
                      <a:pt x="37777" y="20029"/>
                    </a:lnTo>
                    <a:cubicBezTo>
                      <a:pt x="37777" y="6677"/>
                      <a:pt x="28333" y="0"/>
                      <a:pt x="18889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18"/>
              <p:cNvSpPr/>
              <p:nvPr/>
            </p:nvSpPr>
            <p:spPr>
              <a:xfrm>
                <a:off x="2108960" y="1672007"/>
                <a:ext cx="1517161" cy="25638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800" extrusionOk="0">
                    <a:moveTo>
                      <a:pt x="0" y="0"/>
                    </a:moveTo>
                    <a:lnTo>
                      <a:pt x="0" y="799"/>
                    </a:lnTo>
                    <a:lnTo>
                      <a:pt x="47340" y="799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18"/>
              <p:cNvSpPr/>
              <p:nvPr/>
            </p:nvSpPr>
            <p:spPr>
              <a:xfrm>
                <a:off x="2108960" y="2876072"/>
                <a:ext cx="1517161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74" extrusionOk="0">
                    <a:moveTo>
                      <a:pt x="0" y="1"/>
                    </a:moveTo>
                    <a:lnTo>
                      <a:pt x="0" y="1073"/>
                    </a:lnTo>
                    <a:lnTo>
                      <a:pt x="47340" y="1073"/>
                    </a:lnTo>
                    <a:lnTo>
                      <a:pt x="4734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18"/>
              <p:cNvSpPr/>
              <p:nvPr/>
            </p:nvSpPr>
            <p:spPr>
              <a:xfrm>
                <a:off x="2850724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7" y="122092"/>
                    </a:lnTo>
                    <a:lnTo>
                      <a:pt x="102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18"/>
              <p:cNvSpPr/>
              <p:nvPr/>
            </p:nvSpPr>
            <p:spPr>
              <a:xfrm>
                <a:off x="3582232" y="-38649"/>
                <a:ext cx="1600548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43" h="124775" extrusionOk="0">
                    <a:moveTo>
                      <a:pt x="24971" y="1"/>
                    </a:moveTo>
                    <a:cubicBezTo>
                      <a:pt x="12486" y="1"/>
                      <a:pt x="1" y="6563"/>
                      <a:pt x="1" y="19687"/>
                    </a:cubicBezTo>
                    <a:lnTo>
                      <a:pt x="1" y="124774"/>
                    </a:lnTo>
                    <a:lnTo>
                      <a:pt x="49942" y="124774"/>
                    </a:lnTo>
                    <a:lnTo>
                      <a:pt x="49942" y="19687"/>
                    </a:lnTo>
                    <a:cubicBezTo>
                      <a:pt x="49942" y="6563"/>
                      <a:pt x="37457" y="1"/>
                      <a:pt x="24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18"/>
              <p:cNvSpPr/>
              <p:nvPr/>
            </p:nvSpPr>
            <p:spPr>
              <a:xfrm>
                <a:off x="3660495" y="35960"/>
                <a:ext cx="1445470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04" h="119251" extrusionOk="0">
                    <a:moveTo>
                      <a:pt x="22552" y="1"/>
                    </a:moveTo>
                    <a:cubicBezTo>
                      <a:pt x="11277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04" y="119251"/>
                    </a:lnTo>
                    <a:lnTo>
                      <a:pt x="45104" y="20578"/>
                    </a:lnTo>
                    <a:cubicBezTo>
                      <a:pt x="45104" y="6860"/>
                      <a:pt x="33828" y="1"/>
                      <a:pt x="22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18"/>
              <p:cNvSpPr/>
              <p:nvPr/>
            </p:nvSpPr>
            <p:spPr>
              <a:xfrm>
                <a:off x="3689050" y="79867"/>
                <a:ext cx="1388394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23" h="116695" extrusionOk="0">
                    <a:moveTo>
                      <a:pt x="21661" y="0"/>
                    </a:moveTo>
                    <a:cubicBezTo>
                      <a:pt x="10831" y="0"/>
                      <a:pt x="0" y="6791"/>
                      <a:pt x="0" y="20372"/>
                    </a:cubicBezTo>
                    <a:lnTo>
                      <a:pt x="0" y="116694"/>
                    </a:lnTo>
                    <a:lnTo>
                      <a:pt x="43322" y="116694"/>
                    </a:lnTo>
                    <a:lnTo>
                      <a:pt x="43322" y="20372"/>
                    </a:lnTo>
                    <a:cubicBezTo>
                      <a:pt x="43322" y="6791"/>
                      <a:pt x="32492" y="0"/>
                      <a:pt x="21661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18"/>
              <p:cNvSpPr/>
              <p:nvPr/>
            </p:nvSpPr>
            <p:spPr>
              <a:xfrm>
                <a:off x="3787792" y="2586385"/>
                <a:ext cx="1200403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457" h="34536" extrusionOk="0">
                    <a:moveTo>
                      <a:pt x="37457" y="1"/>
                    </a:moveTo>
                    <a:lnTo>
                      <a:pt x="0" y="34535"/>
                    </a:lnTo>
                    <a:lnTo>
                      <a:pt x="37457" y="34535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18"/>
              <p:cNvSpPr/>
              <p:nvPr/>
            </p:nvSpPr>
            <p:spPr>
              <a:xfrm>
                <a:off x="3777536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9" y="0"/>
                    </a:moveTo>
                    <a:cubicBezTo>
                      <a:pt x="9445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7" y="29913"/>
                    </a:lnTo>
                    <a:lnTo>
                      <a:pt x="37777" y="20029"/>
                    </a:lnTo>
                    <a:cubicBezTo>
                      <a:pt x="37777" y="6677"/>
                      <a:pt x="28333" y="0"/>
                      <a:pt x="18889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18"/>
              <p:cNvSpPr/>
              <p:nvPr/>
            </p:nvSpPr>
            <p:spPr>
              <a:xfrm>
                <a:off x="3635625" y="1672007"/>
                <a:ext cx="1517161" cy="25638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800" extrusionOk="0">
                    <a:moveTo>
                      <a:pt x="1" y="0"/>
                    </a:moveTo>
                    <a:lnTo>
                      <a:pt x="1" y="799"/>
                    </a:lnTo>
                    <a:lnTo>
                      <a:pt x="47340" y="799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18"/>
              <p:cNvSpPr/>
              <p:nvPr/>
            </p:nvSpPr>
            <p:spPr>
              <a:xfrm>
                <a:off x="3635625" y="2876072"/>
                <a:ext cx="1517161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74" extrusionOk="0">
                    <a:moveTo>
                      <a:pt x="1" y="1"/>
                    </a:moveTo>
                    <a:lnTo>
                      <a:pt x="1" y="1073"/>
                    </a:lnTo>
                    <a:lnTo>
                      <a:pt x="47340" y="1073"/>
                    </a:lnTo>
                    <a:lnTo>
                      <a:pt x="4734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18"/>
              <p:cNvSpPr/>
              <p:nvPr/>
            </p:nvSpPr>
            <p:spPr>
              <a:xfrm>
                <a:off x="4378126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8" y="122092"/>
                    </a:lnTo>
                    <a:lnTo>
                      <a:pt x="102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18"/>
              <p:cNvSpPr/>
              <p:nvPr/>
            </p:nvSpPr>
            <p:spPr>
              <a:xfrm>
                <a:off x="5104507" y="-38649"/>
                <a:ext cx="1599811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20" h="124775" extrusionOk="0">
                    <a:moveTo>
                      <a:pt x="24960" y="1"/>
                    </a:moveTo>
                    <a:cubicBezTo>
                      <a:pt x="12481" y="1"/>
                      <a:pt x="1" y="6563"/>
                      <a:pt x="1" y="19687"/>
                    </a:cubicBezTo>
                    <a:lnTo>
                      <a:pt x="1" y="124774"/>
                    </a:lnTo>
                    <a:lnTo>
                      <a:pt x="49920" y="124774"/>
                    </a:lnTo>
                    <a:lnTo>
                      <a:pt x="49920" y="19687"/>
                    </a:lnTo>
                    <a:cubicBezTo>
                      <a:pt x="49920" y="6563"/>
                      <a:pt x="37440" y="1"/>
                      <a:pt x="249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18"/>
              <p:cNvSpPr/>
              <p:nvPr/>
            </p:nvSpPr>
            <p:spPr>
              <a:xfrm>
                <a:off x="5181327" y="35960"/>
                <a:ext cx="1445470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04" h="119251" extrusionOk="0">
                    <a:moveTo>
                      <a:pt x="22552" y="1"/>
                    </a:moveTo>
                    <a:cubicBezTo>
                      <a:pt x="11276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03" y="119251"/>
                    </a:lnTo>
                    <a:lnTo>
                      <a:pt x="45103" y="20578"/>
                    </a:lnTo>
                    <a:cubicBezTo>
                      <a:pt x="45103" y="6860"/>
                      <a:pt x="33828" y="1"/>
                      <a:pt x="22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18"/>
              <p:cNvSpPr/>
              <p:nvPr/>
            </p:nvSpPr>
            <p:spPr>
              <a:xfrm>
                <a:off x="5209145" y="79867"/>
                <a:ext cx="1389131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46" h="116695" extrusionOk="0">
                    <a:moveTo>
                      <a:pt x="21673" y="0"/>
                    </a:moveTo>
                    <a:cubicBezTo>
                      <a:pt x="10836" y="0"/>
                      <a:pt x="0" y="6791"/>
                      <a:pt x="0" y="20372"/>
                    </a:cubicBezTo>
                    <a:lnTo>
                      <a:pt x="0" y="116694"/>
                    </a:lnTo>
                    <a:lnTo>
                      <a:pt x="43345" y="116694"/>
                    </a:lnTo>
                    <a:lnTo>
                      <a:pt x="43345" y="20372"/>
                    </a:lnTo>
                    <a:cubicBezTo>
                      <a:pt x="43345" y="6791"/>
                      <a:pt x="32509" y="0"/>
                      <a:pt x="21673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18"/>
              <p:cNvSpPr/>
              <p:nvPr/>
            </p:nvSpPr>
            <p:spPr>
              <a:xfrm>
                <a:off x="5307887" y="2586385"/>
                <a:ext cx="1201877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503" h="34536" extrusionOk="0">
                    <a:moveTo>
                      <a:pt x="37502" y="1"/>
                    </a:moveTo>
                    <a:lnTo>
                      <a:pt x="0" y="34535"/>
                    </a:lnTo>
                    <a:lnTo>
                      <a:pt x="37502" y="34535"/>
                    </a:lnTo>
                    <a:lnTo>
                      <a:pt x="3750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18"/>
              <p:cNvSpPr/>
              <p:nvPr/>
            </p:nvSpPr>
            <p:spPr>
              <a:xfrm>
                <a:off x="5299106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8" y="0"/>
                    </a:moveTo>
                    <a:cubicBezTo>
                      <a:pt x="9444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6" y="29913"/>
                    </a:lnTo>
                    <a:lnTo>
                      <a:pt x="37776" y="20029"/>
                    </a:lnTo>
                    <a:cubicBezTo>
                      <a:pt x="37776" y="6677"/>
                      <a:pt x="28332" y="0"/>
                      <a:pt x="1888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18"/>
              <p:cNvSpPr/>
              <p:nvPr/>
            </p:nvSpPr>
            <p:spPr>
              <a:xfrm>
                <a:off x="5157195" y="1672745"/>
                <a:ext cx="1516424" cy="25606"/>
              </a:xfrm>
              <a:custGeom>
                <a:avLst/>
                <a:gdLst/>
                <a:ahLst/>
                <a:cxnLst/>
                <a:rect l="l" t="t" r="r" b="b"/>
                <a:pathLst>
                  <a:path w="47318" h="799" extrusionOk="0">
                    <a:moveTo>
                      <a:pt x="0" y="0"/>
                    </a:moveTo>
                    <a:lnTo>
                      <a:pt x="0" y="799"/>
                    </a:lnTo>
                    <a:lnTo>
                      <a:pt x="47317" y="799"/>
                    </a:lnTo>
                    <a:lnTo>
                      <a:pt x="473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8"/>
              <p:cNvSpPr/>
              <p:nvPr/>
            </p:nvSpPr>
            <p:spPr>
              <a:xfrm>
                <a:off x="5156458" y="2876809"/>
                <a:ext cx="1517161" cy="33682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51" extrusionOk="0">
                    <a:moveTo>
                      <a:pt x="1" y="0"/>
                    </a:moveTo>
                    <a:lnTo>
                      <a:pt x="1" y="1050"/>
                    </a:lnTo>
                    <a:lnTo>
                      <a:pt x="47340" y="1050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18"/>
              <p:cNvSpPr/>
              <p:nvPr/>
            </p:nvSpPr>
            <p:spPr>
              <a:xfrm>
                <a:off x="5898959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7" y="122092"/>
                    </a:lnTo>
                    <a:lnTo>
                      <a:pt x="102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5" name="Google Shape;595;p18"/>
            <p:cNvSpPr/>
            <p:nvPr/>
          </p:nvSpPr>
          <p:spPr>
            <a:xfrm flipH="1">
              <a:off x="266" y="-339675"/>
              <a:ext cx="9144000" cy="5486400"/>
            </a:xfrm>
            <a:prstGeom prst="rect">
              <a:avLst/>
            </a:prstGeom>
            <a:solidFill>
              <a:srgbClr val="FFFFFF">
                <a:alpha val="8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6" name="Google Shape;596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_1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" name="Google Shape;659;p21"/>
          <p:cNvGrpSpPr/>
          <p:nvPr/>
        </p:nvGrpSpPr>
        <p:grpSpPr>
          <a:xfrm>
            <a:off x="-234000" y="-339675"/>
            <a:ext cx="9680666" cy="5486400"/>
            <a:chOff x="-234000" y="-339675"/>
            <a:chExt cx="9680666" cy="5486400"/>
          </a:xfrm>
        </p:grpSpPr>
        <p:grpSp>
          <p:nvGrpSpPr>
            <p:cNvPr id="660" name="Google Shape;660;p21"/>
            <p:cNvGrpSpPr/>
            <p:nvPr/>
          </p:nvGrpSpPr>
          <p:grpSpPr>
            <a:xfrm flipH="1">
              <a:off x="418" y="-339649"/>
              <a:ext cx="9143697" cy="5486348"/>
              <a:chOff x="152" y="-339649"/>
              <a:chExt cx="9143697" cy="5486348"/>
            </a:xfrm>
          </p:grpSpPr>
          <p:sp>
            <p:nvSpPr>
              <p:cNvPr id="661" name="Google Shape;661;p21"/>
              <p:cNvSpPr/>
              <p:nvPr/>
            </p:nvSpPr>
            <p:spPr>
              <a:xfrm>
                <a:off x="152" y="-339649"/>
                <a:ext cx="9143697" cy="5116800"/>
              </a:xfrm>
              <a:custGeom>
                <a:avLst/>
                <a:gdLst/>
                <a:ahLst/>
                <a:cxnLst/>
                <a:rect l="l" t="t" r="r" b="b"/>
                <a:pathLst>
                  <a:path w="285317" h="159663" extrusionOk="0">
                    <a:moveTo>
                      <a:pt x="0" y="0"/>
                    </a:moveTo>
                    <a:lnTo>
                      <a:pt x="0" y="159662"/>
                    </a:lnTo>
                    <a:lnTo>
                      <a:pt x="285316" y="159662"/>
                    </a:lnTo>
                    <a:lnTo>
                      <a:pt x="2853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21"/>
              <p:cNvSpPr/>
              <p:nvPr/>
            </p:nvSpPr>
            <p:spPr>
              <a:xfrm>
                <a:off x="152" y="4730466"/>
                <a:ext cx="9143697" cy="416233"/>
              </a:xfrm>
              <a:custGeom>
                <a:avLst/>
                <a:gdLst/>
                <a:ahLst/>
                <a:cxnLst/>
                <a:rect l="l" t="t" r="r" b="b"/>
                <a:pathLst>
                  <a:path w="285317" h="12988" extrusionOk="0">
                    <a:moveTo>
                      <a:pt x="0" y="0"/>
                    </a:moveTo>
                    <a:lnTo>
                      <a:pt x="0" y="12988"/>
                    </a:lnTo>
                    <a:lnTo>
                      <a:pt x="285316" y="12988"/>
                    </a:lnTo>
                    <a:lnTo>
                      <a:pt x="28531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21"/>
              <p:cNvSpPr/>
              <p:nvPr/>
            </p:nvSpPr>
            <p:spPr>
              <a:xfrm>
                <a:off x="2249544" y="4730466"/>
                <a:ext cx="4645029" cy="416233"/>
              </a:xfrm>
              <a:custGeom>
                <a:avLst/>
                <a:gdLst/>
                <a:ahLst/>
                <a:cxnLst/>
                <a:rect l="l" t="t" r="r" b="b"/>
                <a:pathLst>
                  <a:path w="144942" h="12988" extrusionOk="0">
                    <a:moveTo>
                      <a:pt x="65053" y="0"/>
                    </a:moveTo>
                    <a:lnTo>
                      <a:pt x="1" y="12988"/>
                    </a:lnTo>
                    <a:lnTo>
                      <a:pt x="79889" y="12988"/>
                    </a:lnTo>
                    <a:lnTo>
                      <a:pt x="144942" y="0"/>
                    </a:lnTo>
                    <a:close/>
                  </a:path>
                </a:pathLst>
              </a:custGeom>
              <a:solidFill>
                <a:srgbClr val="FFFFFF">
                  <a:alpha val="80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4" name="Google Shape;664;p21"/>
            <p:cNvGrpSpPr/>
            <p:nvPr/>
          </p:nvGrpSpPr>
          <p:grpSpPr>
            <a:xfrm flipH="1">
              <a:off x="-234000" y="-339649"/>
              <a:ext cx="4871066" cy="4315805"/>
              <a:chOff x="4809600" y="-339649"/>
              <a:chExt cx="4871066" cy="4315805"/>
            </a:xfrm>
          </p:grpSpPr>
          <p:sp>
            <p:nvSpPr>
              <p:cNvPr id="665" name="Google Shape;665;p21"/>
              <p:cNvSpPr/>
              <p:nvPr/>
            </p:nvSpPr>
            <p:spPr>
              <a:xfrm>
                <a:off x="4995412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21"/>
              <p:cNvSpPr/>
              <p:nvPr/>
            </p:nvSpPr>
            <p:spPr>
              <a:xfrm>
                <a:off x="4809600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21"/>
              <p:cNvSpPr/>
              <p:nvPr/>
            </p:nvSpPr>
            <p:spPr>
              <a:xfrm>
                <a:off x="6001224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21"/>
              <p:cNvSpPr/>
              <p:nvPr/>
            </p:nvSpPr>
            <p:spPr>
              <a:xfrm>
                <a:off x="5815412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1"/>
              <p:cNvSpPr/>
              <p:nvPr/>
            </p:nvSpPr>
            <p:spPr>
              <a:xfrm>
                <a:off x="7007036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21"/>
              <p:cNvSpPr/>
              <p:nvPr/>
            </p:nvSpPr>
            <p:spPr>
              <a:xfrm>
                <a:off x="6821224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21"/>
              <p:cNvSpPr/>
              <p:nvPr/>
            </p:nvSpPr>
            <p:spPr>
              <a:xfrm>
                <a:off x="8012848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21"/>
              <p:cNvSpPr/>
              <p:nvPr/>
            </p:nvSpPr>
            <p:spPr>
              <a:xfrm>
                <a:off x="7827036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21"/>
              <p:cNvSpPr/>
              <p:nvPr/>
            </p:nvSpPr>
            <p:spPr>
              <a:xfrm>
                <a:off x="9018661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21"/>
              <p:cNvSpPr/>
              <p:nvPr/>
            </p:nvSpPr>
            <p:spPr>
              <a:xfrm>
                <a:off x="8832848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5" name="Google Shape;675;p21"/>
            <p:cNvSpPr/>
            <p:nvPr/>
          </p:nvSpPr>
          <p:spPr>
            <a:xfrm flipH="1">
              <a:off x="565" y="3960916"/>
              <a:ext cx="9143697" cy="27080"/>
            </a:xfrm>
            <a:custGeom>
              <a:avLst/>
              <a:gdLst/>
              <a:ahLst/>
              <a:cxnLst/>
              <a:rect l="l" t="t" r="r" b="b"/>
              <a:pathLst>
                <a:path w="285317" h="845" extrusionOk="0">
                  <a:moveTo>
                    <a:pt x="0" y="0"/>
                  </a:moveTo>
                  <a:lnTo>
                    <a:pt x="0" y="845"/>
                  </a:lnTo>
                  <a:lnTo>
                    <a:pt x="285316" y="845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6" name="Google Shape;676;p21"/>
            <p:cNvGrpSpPr/>
            <p:nvPr/>
          </p:nvGrpSpPr>
          <p:grpSpPr>
            <a:xfrm flipH="1">
              <a:off x="4797915" y="-38649"/>
              <a:ext cx="4648751" cy="3998727"/>
              <a:chOff x="2055567" y="-38649"/>
              <a:chExt cx="4648751" cy="3998727"/>
            </a:xfrm>
          </p:grpSpPr>
          <p:sp>
            <p:nvSpPr>
              <p:cNvPr id="677" name="Google Shape;677;p21"/>
              <p:cNvSpPr/>
              <p:nvPr/>
            </p:nvSpPr>
            <p:spPr>
              <a:xfrm>
                <a:off x="2055567" y="-38649"/>
                <a:ext cx="1600516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42" h="124775" extrusionOk="0">
                    <a:moveTo>
                      <a:pt x="24971" y="1"/>
                    </a:moveTo>
                    <a:cubicBezTo>
                      <a:pt x="12486" y="1"/>
                      <a:pt x="0" y="6563"/>
                      <a:pt x="0" y="19687"/>
                    </a:cubicBezTo>
                    <a:lnTo>
                      <a:pt x="0" y="124774"/>
                    </a:lnTo>
                    <a:lnTo>
                      <a:pt x="49942" y="124774"/>
                    </a:lnTo>
                    <a:lnTo>
                      <a:pt x="49942" y="19687"/>
                    </a:lnTo>
                    <a:cubicBezTo>
                      <a:pt x="49942" y="6563"/>
                      <a:pt x="37456" y="1"/>
                      <a:pt x="24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21"/>
              <p:cNvSpPr/>
              <p:nvPr/>
            </p:nvSpPr>
            <p:spPr>
              <a:xfrm>
                <a:off x="2133092" y="35960"/>
                <a:ext cx="1446208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27" h="119251" extrusionOk="0">
                    <a:moveTo>
                      <a:pt x="22563" y="1"/>
                    </a:moveTo>
                    <a:cubicBezTo>
                      <a:pt x="11282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26" y="119251"/>
                    </a:lnTo>
                    <a:lnTo>
                      <a:pt x="45126" y="20578"/>
                    </a:lnTo>
                    <a:cubicBezTo>
                      <a:pt x="45126" y="6860"/>
                      <a:pt x="33845" y="1"/>
                      <a:pt x="225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1"/>
              <p:cNvSpPr/>
              <p:nvPr/>
            </p:nvSpPr>
            <p:spPr>
              <a:xfrm>
                <a:off x="2161616" y="79867"/>
                <a:ext cx="1389163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47" h="116695" extrusionOk="0">
                    <a:moveTo>
                      <a:pt x="21673" y="0"/>
                    </a:moveTo>
                    <a:cubicBezTo>
                      <a:pt x="10837" y="0"/>
                      <a:pt x="1" y="6791"/>
                      <a:pt x="1" y="20372"/>
                    </a:cubicBezTo>
                    <a:lnTo>
                      <a:pt x="1" y="116694"/>
                    </a:lnTo>
                    <a:lnTo>
                      <a:pt x="43346" y="116694"/>
                    </a:lnTo>
                    <a:lnTo>
                      <a:pt x="43346" y="20372"/>
                    </a:lnTo>
                    <a:cubicBezTo>
                      <a:pt x="43346" y="6791"/>
                      <a:pt x="32510" y="0"/>
                      <a:pt x="21673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21"/>
              <p:cNvSpPr/>
              <p:nvPr/>
            </p:nvSpPr>
            <p:spPr>
              <a:xfrm>
                <a:off x="2260389" y="2586385"/>
                <a:ext cx="1200403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457" h="34536" extrusionOk="0">
                    <a:moveTo>
                      <a:pt x="37457" y="1"/>
                    </a:moveTo>
                    <a:lnTo>
                      <a:pt x="0" y="34535"/>
                    </a:lnTo>
                    <a:lnTo>
                      <a:pt x="37457" y="34535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21"/>
              <p:cNvSpPr/>
              <p:nvPr/>
            </p:nvSpPr>
            <p:spPr>
              <a:xfrm>
                <a:off x="2250134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9" y="0"/>
                    </a:moveTo>
                    <a:cubicBezTo>
                      <a:pt x="9445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7" y="29913"/>
                    </a:lnTo>
                    <a:lnTo>
                      <a:pt x="37777" y="20029"/>
                    </a:lnTo>
                    <a:cubicBezTo>
                      <a:pt x="37777" y="6677"/>
                      <a:pt x="28333" y="0"/>
                      <a:pt x="18889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21"/>
              <p:cNvSpPr/>
              <p:nvPr/>
            </p:nvSpPr>
            <p:spPr>
              <a:xfrm>
                <a:off x="2108960" y="1672007"/>
                <a:ext cx="1517161" cy="25638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800" extrusionOk="0">
                    <a:moveTo>
                      <a:pt x="0" y="0"/>
                    </a:moveTo>
                    <a:lnTo>
                      <a:pt x="0" y="799"/>
                    </a:lnTo>
                    <a:lnTo>
                      <a:pt x="47340" y="799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21"/>
              <p:cNvSpPr/>
              <p:nvPr/>
            </p:nvSpPr>
            <p:spPr>
              <a:xfrm>
                <a:off x="2108960" y="2876072"/>
                <a:ext cx="1517161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74" extrusionOk="0">
                    <a:moveTo>
                      <a:pt x="0" y="1"/>
                    </a:moveTo>
                    <a:lnTo>
                      <a:pt x="0" y="1073"/>
                    </a:lnTo>
                    <a:lnTo>
                      <a:pt x="47340" y="1073"/>
                    </a:lnTo>
                    <a:lnTo>
                      <a:pt x="4734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21"/>
              <p:cNvSpPr/>
              <p:nvPr/>
            </p:nvSpPr>
            <p:spPr>
              <a:xfrm>
                <a:off x="2850724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7" y="122092"/>
                    </a:lnTo>
                    <a:lnTo>
                      <a:pt x="102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21"/>
              <p:cNvSpPr/>
              <p:nvPr/>
            </p:nvSpPr>
            <p:spPr>
              <a:xfrm>
                <a:off x="3582232" y="-38649"/>
                <a:ext cx="1600548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43" h="124775" extrusionOk="0">
                    <a:moveTo>
                      <a:pt x="24971" y="1"/>
                    </a:moveTo>
                    <a:cubicBezTo>
                      <a:pt x="12486" y="1"/>
                      <a:pt x="1" y="6563"/>
                      <a:pt x="1" y="19687"/>
                    </a:cubicBezTo>
                    <a:lnTo>
                      <a:pt x="1" y="124774"/>
                    </a:lnTo>
                    <a:lnTo>
                      <a:pt x="49942" y="124774"/>
                    </a:lnTo>
                    <a:lnTo>
                      <a:pt x="49942" y="19687"/>
                    </a:lnTo>
                    <a:cubicBezTo>
                      <a:pt x="49942" y="6563"/>
                      <a:pt x="37457" y="1"/>
                      <a:pt x="24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21"/>
              <p:cNvSpPr/>
              <p:nvPr/>
            </p:nvSpPr>
            <p:spPr>
              <a:xfrm>
                <a:off x="3660495" y="35960"/>
                <a:ext cx="1445470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04" h="119251" extrusionOk="0">
                    <a:moveTo>
                      <a:pt x="22552" y="1"/>
                    </a:moveTo>
                    <a:cubicBezTo>
                      <a:pt x="11277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04" y="119251"/>
                    </a:lnTo>
                    <a:lnTo>
                      <a:pt x="45104" y="20578"/>
                    </a:lnTo>
                    <a:cubicBezTo>
                      <a:pt x="45104" y="6860"/>
                      <a:pt x="33828" y="1"/>
                      <a:pt x="22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21"/>
              <p:cNvSpPr/>
              <p:nvPr/>
            </p:nvSpPr>
            <p:spPr>
              <a:xfrm>
                <a:off x="3689050" y="79867"/>
                <a:ext cx="1388394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23" h="116695" extrusionOk="0">
                    <a:moveTo>
                      <a:pt x="21661" y="0"/>
                    </a:moveTo>
                    <a:cubicBezTo>
                      <a:pt x="10831" y="0"/>
                      <a:pt x="0" y="6791"/>
                      <a:pt x="0" y="20372"/>
                    </a:cubicBezTo>
                    <a:lnTo>
                      <a:pt x="0" y="116694"/>
                    </a:lnTo>
                    <a:lnTo>
                      <a:pt x="43322" y="116694"/>
                    </a:lnTo>
                    <a:lnTo>
                      <a:pt x="43322" y="20372"/>
                    </a:lnTo>
                    <a:cubicBezTo>
                      <a:pt x="43322" y="6791"/>
                      <a:pt x="32492" y="0"/>
                      <a:pt x="21661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21"/>
              <p:cNvSpPr/>
              <p:nvPr/>
            </p:nvSpPr>
            <p:spPr>
              <a:xfrm>
                <a:off x="3787792" y="2586385"/>
                <a:ext cx="1200403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457" h="34536" extrusionOk="0">
                    <a:moveTo>
                      <a:pt x="37457" y="1"/>
                    </a:moveTo>
                    <a:lnTo>
                      <a:pt x="0" y="34535"/>
                    </a:lnTo>
                    <a:lnTo>
                      <a:pt x="37457" y="34535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21"/>
              <p:cNvSpPr/>
              <p:nvPr/>
            </p:nvSpPr>
            <p:spPr>
              <a:xfrm>
                <a:off x="3777536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9" y="0"/>
                    </a:moveTo>
                    <a:cubicBezTo>
                      <a:pt x="9445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7" y="29913"/>
                    </a:lnTo>
                    <a:lnTo>
                      <a:pt x="37777" y="20029"/>
                    </a:lnTo>
                    <a:cubicBezTo>
                      <a:pt x="37777" y="6677"/>
                      <a:pt x="28333" y="0"/>
                      <a:pt x="18889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1"/>
              <p:cNvSpPr/>
              <p:nvPr/>
            </p:nvSpPr>
            <p:spPr>
              <a:xfrm>
                <a:off x="3635625" y="1672007"/>
                <a:ext cx="1517161" cy="25638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800" extrusionOk="0">
                    <a:moveTo>
                      <a:pt x="1" y="0"/>
                    </a:moveTo>
                    <a:lnTo>
                      <a:pt x="1" y="799"/>
                    </a:lnTo>
                    <a:lnTo>
                      <a:pt x="47340" y="799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1"/>
              <p:cNvSpPr/>
              <p:nvPr/>
            </p:nvSpPr>
            <p:spPr>
              <a:xfrm>
                <a:off x="3635625" y="2876072"/>
                <a:ext cx="1517161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74" extrusionOk="0">
                    <a:moveTo>
                      <a:pt x="1" y="1"/>
                    </a:moveTo>
                    <a:lnTo>
                      <a:pt x="1" y="1073"/>
                    </a:lnTo>
                    <a:lnTo>
                      <a:pt x="47340" y="1073"/>
                    </a:lnTo>
                    <a:lnTo>
                      <a:pt x="4734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21"/>
              <p:cNvSpPr/>
              <p:nvPr/>
            </p:nvSpPr>
            <p:spPr>
              <a:xfrm>
                <a:off x="4378126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8" y="122092"/>
                    </a:lnTo>
                    <a:lnTo>
                      <a:pt x="102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21"/>
              <p:cNvSpPr/>
              <p:nvPr/>
            </p:nvSpPr>
            <p:spPr>
              <a:xfrm>
                <a:off x="5104507" y="-38649"/>
                <a:ext cx="1599811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20" h="124775" extrusionOk="0">
                    <a:moveTo>
                      <a:pt x="24960" y="1"/>
                    </a:moveTo>
                    <a:cubicBezTo>
                      <a:pt x="12481" y="1"/>
                      <a:pt x="1" y="6563"/>
                      <a:pt x="1" y="19687"/>
                    </a:cubicBezTo>
                    <a:lnTo>
                      <a:pt x="1" y="124774"/>
                    </a:lnTo>
                    <a:lnTo>
                      <a:pt x="49920" y="124774"/>
                    </a:lnTo>
                    <a:lnTo>
                      <a:pt x="49920" y="19687"/>
                    </a:lnTo>
                    <a:cubicBezTo>
                      <a:pt x="49920" y="6563"/>
                      <a:pt x="37440" y="1"/>
                      <a:pt x="249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21"/>
              <p:cNvSpPr/>
              <p:nvPr/>
            </p:nvSpPr>
            <p:spPr>
              <a:xfrm>
                <a:off x="5181327" y="35960"/>
                <a:ext cx="1445470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04" h="119251" extrusionOk="0">
                    <a:moveTo>
                      <a:pt x="22552" y="1"/>
                    </a:moveTo>
                    <a:cubicBezTo>
                      <a:pt x="11276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03" y="119251"/>
                    </a:lnTo>
                    <a:lnTo>
                      <a:pt x="45103" y="20578"/>
                    </a:lnTo>
                    <a:cubicBezTo>
                      <a:pt x="45103" y="6860"/>
                      <a:pt x="33828" y="1"/>
                      <a:pt x="22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21"/>
              <p:cNvSpPr/>
              <p:nvPr/>
            </p:nvSpPr>
            <p:spPr>
              <a:xfrm>
                <a:off x="5209145" y="79867"/>
                <a:ext cx="1389131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46" h="116695" extrusionOk="0">
                    <a:moveTo>
                      <a:pt x="21673" y="0"/>
                    </a:moveTo>
                    <a:cubicBezTo>
                      <a:pt x="10836" y="0"/>
                      <a:pt x="0" y="6791"/>
                      <a:pt x="0" y="20372"/>
                    </a:cubicBezTo>
                    <a:lnTo>
                      <a:pt x="0" y="116694"/>
                    </a:lnTo>
                    <a:lnTo>
                      <a:pt x="43345" y="116694"/>
                    </a:lnTo>
                    <a:lnTo>
                      <a:pt x="43345" y="20372"/>
                    </a:lnTo>
                    <a:cubicBezTo>
                      <a:pt x="43345" y="6791"/>
                      <a:pt x="32509" y="0"/>
                      <a:pt x="21673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21"/>
              <p:cNvSpPr/>
              <p:nvPr/>
            </p:nvSpPr>
            <p:spPr>
              <a:xfrm>
                <a:off x="5307887" y="2586385"/>
                <a:ext cx="1201877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503" h="34536" extrusionOk="0">
                    <a:moveTo>
                      <a:pt x="37502" y="1"/>
                    </a:moveTo>
                    <a:lnTo>
                      <a:pt x="0" y="34535"/>
                    </a:lnTo>
                    <a:lnTo>
                      <a:pt x="37502" y="34535"/>
                    </a:lnTo>
                    <a:lnTo>
                      <a:pt x="3750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21"/>
              <p:cNvSpPr/>
              <p:nvPr/>
            </p:nvSpPr>
            <p:spPr>
              <a:xfrm>
                <a:off x="5299106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8" y="0"/>
                    </a:moveTo>
                    <a:cubicBezTo>
                      <a:pt x="9444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6" y="29913"/>
                    </a:lnTo>
                    <a:lnTo>
                      <a:pt x="37776" y="20029"/>
                    </a:lnTo>
                    <a:cubicBezTo>
                      <a:pt x="37776" y="6677"/>
                      <a:pt x="28332" y="0"/>
                      <a:pt x="1888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21"/>
              <p:cNvSpPr/>
              <p:nvPr/>
            </p:nvSpPr>
            <p:spPr>
              <a:xfrm>
                <a:off x="5157195" y="1672745"/>
                <a:ext cx="1516424" cy="25606"/>
              </a:xfrm>
              <a:custGeom>
                <a:avLst/>
                <a:gdLst/>
                <a:ahLst/>
                <a:cxnLst/>
                <a:rect l="l" t="t" r="r" b="b"/>
                <a:pathLst>
                  <a:path w="47318" h="799" extrusionOk="0">
                    <a:moveTo>
                      <a:pt x="0" y="0"/>
                    </a:moveTo>
                    <a:lnTo>
                      <a:pt x="0" y="799"/>
                    </a:lnTo>
                    <a:lnTo>
                      <a:pt x="47317" y="799"/>
                    </a:lnTo>
                    <a:lnTo>
                      <a:pt x="473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21"/>
              <p:cNvSpPr/>
              <p:nvPr/>
            </p:nvSpPr>
            <p:spPr>
              <a:xfrm>
                <a:off x="5156458" y="2876809"/>
                <a:ext cx="1517161" cy="33682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51" extrusionOk="0">
                    <a:moveTo>
                      <a:pt x="1" y="0"/>
                    </a:moveTo>
                    <a:lnTo>
                      <a:pt x="1" y="1050"/>
                    </a:lnTo>
                    <a:lnTo>
                      <a:pt x="47340" y="1050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21"/>
              <p:cNvSpPr/>
              <p:nvPr/>
            </p:nvSpPr>
            <p:spPr>
              <a:xfrm>
                <a:off x="5898959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7" y="122092"/>
                    </a:lnTo>
                    <a:lnTo>
                      <a:pt x="102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1" name="Google Shape;701;p21"/>
            <p:cNvSpPr/>
            <p:nvPr/>
          </p:nvSpPr>
          <p:spPr>
            <a:xfrm flipH="1">
              <a:off x="266" y="-339675"/>
              <a:ext cx="9144000" cy="5486400"/>
            </a:xfrm>
            <a:prstGeom prst="rect">
              <a:avLst/>
            </a:prstGeom>
            <a:solidFill>
              <a:srgbClr val="FFFFFF">
                <a:alpha val="8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2" name="Google Shape;702;p21"/>
          <p:cNvSpPr txBox="1">
            <a:spLocks noGrp="1"/>
          </p:cNvSpPr>
          <p:nvPr>
            <p:ph type="subTitle" idx="1"/>
          </p:nvPr>
        </p:nvSpPr>
        <p:spPr>
          <a:xfrm>
            <a:off x="4409993" y="2333550"/>
            <a:ext cx="297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03" name="Google Shape;703;p21"/>
          <p:cNvSpPr txBox="1">
            <a:spLocks noGrp="1"/>
          </p:cNvSpPr>
          <p:nvPr>
            <p:ph type="title"/>
          </p:nvPr>
        </p:nvSpPr>
        <p:spPr>
          <a:xfrm>
            <a:off x="4409993" y="1763250"/>
            <a:ext cx="2970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Google Shape;1073;p31"/>
          <p:cNvGrpSpPr/>
          <p:nvPr/>
        </p:nvGrpSpPr>
        <p:grpSpPr>
          <a:xfrm>
            <a:off x="0" y="-339675"/>
            <a:ext cx="9446666" cy="5486400"/>
            <a:chOff x="0" y="-339675"/>
            <a:chExt cx="9446666" cy="5486400"/>
          </a:xfrm>
        </p:grpSpPr>
        <p:sp>
          <p:nvSpPr>
            <p:cNvPr id="1074" name="Google Shape;1074;p31"/>
            <p:cNvSpPr/>
            <p:nvPr/>
          </p:nvSpPr>
          <p:spPr>
            <a:xfrm>
              <a:off x="0" y="1649650"/>
              <a:ext cx="720000" cy="11643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1"/>
            <p:cNvSpPr/>
            <p:nvPr/>
          </p:nvSpPr>
          <p:spPr>
            <a:xfrm flipH="1">
              <a:off x="0" y="-339649"/>
              <a:ext cx="9143697" cy="5116800"/>
            </a:xfrm>
            <a:custGeom>
              <a:avLst/>
              <a:gdLst/>
              <a:ahLst/>
              <a:cxnLst/>
              <a:rect l="l" t="t" r="r" b="b"/>
              <a:pathLst>
                <a:path w="285317" h="159663" extrusionOk="0">
                  <a:moveTo>
                    <a:pt x="0" y="0"/>
                  </a:moveTo>
                  <a:lnTo>
                    <a:pt x="0" y="159662"/>
                  </a:lnTo>
                  <a:lnTo>
                    <a:pt x="285316" y="159662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1"/>
            <p:cNvSpPr/>
            <p:nvPr/>
          </p:nvSpPr>
          <p:spPr>
            <a:xfrm flipH="1">
              <a:off x="0" y="4730466"/>
              <a:ext cx="9143697" cy="416233"/>
            </a:xfrm>
            <a:custGeom>
              <a:avLst/>
              <a:gdLst/>
              <a:ahLst/>
              <a:cxnLst/>
              <a:rect l="l" t="t" r="r" b="b"/>
              <a:pathLst>
                <a:path w="285317" h="12988" extrusionOk="0">
                  <a:moveTo>
                    <a:pt x="0" y="0"/>
                  </a:moveTo>
                  <a:lnTo>
                    <a:pt x="0" y="12988"/>
                  </a:lnTo>
                  <a:lnTo>
                    <a:pt x="285316" y="1298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1"/>
            <p:cNvSpPr/>
            <p:nvPr/>
          </p:nvSpPr>
          <p:spPr>
            <a:xfrm flipH="1">
              <a:off x="565" y="3960916"/>
              <a:ext cx="9143697" cy="27080"/>
            </a:xfrm>
            <a:custGeom>
              <a:avLst/>
              <a:gdLst/>
              <a:ahLst/>
              <a:cxnLst/>
              <a:rect l="l" t="t" r="r" b="b"/>
              <a:pathLst>
                <a:path w="285317" h="845" extrusionOk="0">
                  <a:moveTo>
                    <a:pt x="0" y="0"/>
                  </a:moveTo>
                  <a:lnTo>
                    <a:pt x="0" y="845"/>
                  </a:lnTo>
                  <a:lnTo>
                    <a:pt x="285316" y="845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8" name="Google Shape;1078;p31"/>
            <p:cNvGrpSpPr/>
            <p:nvPr/>
          </p:nvGrpSpPr>
          <p:grpSpPr>
            <a:xfrm>
              <a:off x="95925" y="-339649"/>
              <a:ext cx="6062679" cy="4315805"/>
              <a:chOff x="95925" y="-339649"/>
              <a:chExt cx="6062679" cy="4315805"/>
            </a:xfrm>
          </p:grpSpPr>
          <p:sp>
            <p:nvSpPr>
              <p:cNvPr id="1079" name="Google Shape;1079;p31"/>
              <p:cNvSpPr/>
              <p:nvPr/>
            </p:nvSpPr>
            <p:spPr>
              <a:xfrm>
                <a:off x="5310786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1"/>
              <p:cNvSpPr/>
              <p:nvPr/>
            </p:nvSpPr>
            <p:spPr>
              <a:xfrm>
                <a:off x="6130786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1"/>
              <p:cNvSpPr/>
              <p:nvPr/>
            </p:nvSpPr>
            <p:spPr>
              <a:xfrm>
                <a:off x="4304974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1"/>
              <p:cNvSpPr/>
              <p:nvPr/>
            </p:nvSpPr>
            <p:spPr>
              <a:xfrm>
                <a:off x="5124974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1"/>
              <p:cNvSpPr/>
              <p:nvPr/>
            </p:nvSpPr>
            <p:spPr>
              <a:xfrm>
                <a:off x="3299162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1"/>
              <p:cNvSpPr/>
              <p:nvPr/>
            </p:nvSpPr>
            <p:spPr>
              <a:xfrm>
                <a:off x="4119162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1"/>
              <p:cNvSpPr/>
              <p:nvPr/>
            </p:nvSpPr>
            <p:spPr>
              <a:xfrm>
                <a:off x="2293350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1"/>
              <p:cNvSpPr/>
              <p:nvPr/>
            </p:nvSpPr>
            <p:spPr>
              <a:xfrm>
                <a:off x="3113350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1"/>
              <p:cNvSpPr/>
              <p:nvPr/>
            </p:nvSpPr>
            <p:spPr>
              <a:xfrm>
                <a:off x="1287538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1"/>
              <p:cNvSpPr/>
              <p:nvPr/>
            </p:nvSpPr>
            <p:spPr>
              <a:xfrm>
                <a:off x="2107538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1"/>
              <p:cNvSpPr/>
              <p:nvPr/>
            </p:nvSpPr>
            <p:spPr>
              <a:xfrm>
                <a:off x="281737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1"/>
              <p:cNvSpPr/>
              <p:nvPr/>
            </p:nvSpPr>
            <p:spPr>
              <a:xfrm>
                <a:off x="1101737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1"/>
              <p:cNvSpPr/>
              <p:nvPr/>
            </p:nvSpPr>
            <p:spPr>
              <a:xfrm>
                <a:off x="95925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2" name="Google Shape;1092;p31"/>
            <p:cNvGrpSpPr/>
            <p:nvPr/>
          </p:nvGrpSpPr>
          <p:grpSpPr>
            <a:xfrm>
              <a:off x="6319452" y="-38649"/>
              <a:ext cx="3127214" cy="3998727"/>
              <a:chOff x="4797915" y="-38649"/>
              <a:chExt cx="3127214" cy="3998727"/>
            </a:xfrm>
          </p:grpSpPr>
          <p:sp>
            <p:nvSpPr>
              <p:cNvPr id="1093" name="Google Shape;1093;p31"/>
              <p:cNvSpPr/>
              <p:nvPr/>
            </p:nvSpPr>
            <p:spPr>
              <a:xfrm>
                <a:off x="4797915" y="-38649"/>
                <a:ext cx="1600516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42" h="124775" extrusionOk="0">
                    <a:moveTo>
                      <a:pt x="24971" y="1"/>
                    </a:moveTo>
                    <a:cubicBezTo>
                      <a:pt x="12486" y="1"/>
                      <a:pt x="0" y="6563"/>
                      <a:pt x="0" y="19687"/>
                    </a:cubicBezTo>
                    <a:lnTo>
                      <a:pt x="0" y="124774"/>
                    </a:lnTo>
                    <a:lnTo>
                      <a:pt x="49942" y="124774"/>
                    </a:lnTo>
                    <a:lnTo>
                      <a:pt x="49942" y="19687"/>
                    </a:lnTo>
                    <a:cubicBezTo>
                      <a:pt x="49942" y="6563"/>
                      <a:pt x="37456" y="1"/>
                      <a:pt x="24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1"/>
              <p:cNvSpPr/>
              <p:nvPr/>
            </p:nvSpPr>
            <p:spPr>
              <a:xfrm>
                <a:off x="4875440" y="35960"/>
                <a:ext cx="1446208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27" h="119251" extrusionOk="0">
                    <a:moveTo>
                      <a:pt x="22563" y="1"/>
                    </a:moveTo>
                    <a:cubicBezTo>
                      <a:pt x="11282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26" y="119251"/>
                    </a:lnTo>
                    <a:lnTo>
                      <a:pt x="45126" y="20578"/>
                    </a:lnTo>
                    <a:cubicBezTo>
                      <a:pt x="45126" y="6860"/>
                      <a:pt x="33845" y="1"/>
                      <a:pt x="225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1"/>
              <p:cNvSpPr/>
              <p:nvPr/>
            </p:nvSpPr>
            <p:spPr>
              <a:xfrm>
                <a:off x="4903963" y="79867"/>
                <a:ext cx="1389163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47" h="116695" extrusionOk="0">
                    <a:moveTo>
                      <a:pt x="21673" y="0"/>
                    </a:moveTo>
                    <a:cubicBezTo>
                      <a:pt x="10837" y="0"/>
                      <a:pt x="1" y="6791"/>
                      <a:pt x="1" y="20372"/>
                    </a:cubicBezTo>
                    <a:lnTo>
                      <a:pt x="1" y="116694"/>
                    </a:lnTo>
                    <a:lnTo>
                      <a:pt x="43346" y="116694"/>
                    </a:lnTo>
                    <a:lnTo>
                      <a:pt x="43346" y="20372"/>
                    </a:lnTo>
                    <a:cubicBezTo>
                      <a:pt x="43346" y="6791"/>
                      <a:pt x="32510" y="0"/>
                      <a:pt x="21673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1"/>
              <p:cNvSpPr/>
              <p:nvPr/>
            </p:nvSpPr>
            <p:spPr>
              <a:xfrm>
                <a:off x="5002737" y="2586385"/>
                <a:ext cx="1200403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457" h="34536" extrusionOk="0">
                    <a:moveTo>
                      <a:pt x="37457" y="1"/>
                    </a:moveTo>
                    <a:lnTo>
                      <a:pt x="0" y="34535"/>
                    </a:lnTo>
                    <a:lnTo>
                      <a:pt x="37457" y="34535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1"/>
              <p:cNvSpPr/>
              <p:nvPr/>
            </p:nvSpPr>
            <p:spPr>
              <a:xfrm>
                <a:off x="4992482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9" y="0"/>
                    </a:moveTo>
                    <a:cubicBezTo>
                      <a:pt x="9445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7" y="29913"/>
                    </a:lnTo>
                    <a:lnTo>
                      <a:pt x="37777" y="20029"/>
                    </a:lnTo>
                    <a:cubicBezTo>
                      <a:pt x="37777" y="6677"/>
                      <a:pt x="28333" y="0"/>
                      <a:pt x="18889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1"/>
              <p:cNvSpPr/>
              <p:nvPr/>
            </p:nvSpPr>
            <p:spPr>
              <a:xfrm>
                <a:off x="4851308" y="1672007"/>
                <a:ext cx="1517161" cy="25638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800" extrusionOk="0">
                    <a:moveTo>
                      <a:pt x="0" y="0"/>
                    </a:moveTo>
                    <a:lnTo>
                      <a:pt x="0" y="799"/>
                    </a:lnTo>
                    <a:lnTo>
                      <a:pt x="47340" y="799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1"/>
              <p:cNvSpPr/>
              <p:nvPr/>
            </p:nvSpPr>
            <p:spPr>
              <a:xfrm>
                <a:off x="4851308" y="2876072"/>
                <a:ext cx="1517161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74" extrusionOk="0">
                    <a:moveTo>
                      <a:pt x="0" y="1"/>
                    </a:moveTo>
                    <a:lnTo>
                      <a:pt x="0" y="1073"/>
                    </a:lnTo>
                    <a:lnTo>
                      <a:pt x="47340" y="1073"/>
                    </a:lnTo>
                    <a:lnTo>
                      <a:pt x="4734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1"/>
              <p:cNvSpPr/>
              <p:nvPr/>
            </p:nvSpPr>
            <p:spPr>
              <a:xfrm>
                <a:off x="6324580" y="-38649"/>
                <a:ext cx="1600548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43" h="124775" extrusionOk="0">
                    <a:moveTo>
                      <a:pt x="24971" y="1"/>
                    </a:moveTo>
                    <a:cubicBezTo>
                      <a:pt x="12486" y="1"/>
                      <a:pt x="1" y="6563"/>
                      <a:pt x="1" y="19687"/>
                    </a:cubicBezTo>
                    <a:lnTo>
                      <a:pt x="1" y="124774"/>
                    </a:lnTo>
                    <a:lnTo>
                      <a:pt x="49942" y="124774"/>
                    </a:lnTo>
                    <a:lnTo>
                      <a:pt x="49942" y="19687"/>
                    </a:lnTo>
                    <a:cubicBezTo>
                      <a:pt x="49942" y="6563"/>
                      <a:pt x="37457" y="1"/>
                      <a:pt x="24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1"/>
              <p:cNvSpPr/>
              <p:nvPr/>
            </p:nvSpPr>
            <p:spPr>
              <a:xfrm>
                <a:off x="6402843" y="35960"/>
                <a:ext cx="1445470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04" h="119251" extrusionOk="0">
                    <a:moveTo>
                      <a:pt x="22552" y="1"/>
                    </a:moveTo>
                    <a:cubicBezTo>
                      <a:pt x="11277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04" y="119251"/>
                    </a:lnTo>
                    <a:lnTo>
                      <a:pt x="45104" y="20578"/>
                    </a:lnTo>
                    <a:cubicBezTo>
                      <a:pt x="45104" y="6860"/>
                      <a:pt x="33828" y="1"/>
                      <a:pt x="22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1"/>
              <p:cNvSpPr/>
              <p:nvPr/>
            </p:nvSpPr>
            <p:spPr>
              <a:xfrm>
                <a:off x="6431398" y="79867"/>
                <a:ext cx="1388394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23" h="116695" extrusionOk="0">
                    <a:moveTo>
                      <a:pt x="21661" y="0"/>
                    </a:moveTo>
                    <a:cubicBezTo>
                      <a:pt x="10831" y="0"/>
                      <a:pt x="0" y="6791"/>
                      <a:pt x="0" y="20372"/>
                    </a:cubicBezTo>
                    <a:lnTo>
                      <a:pt x="0" y="116694"/>
                    </a:lnTo>
                    <a:lnTo>
                      <a:pt x="43322" y="116694"/>
                    </a:lnTo>
                    <a:lnTo>
                      <a:pt x="43322" y="20372"/>
                    </a:lnTo>
                    <a:cubicBezTo>
                      <a:pt x="43322" y="6791"/>
                      <a:pt x="32492" y="0"/>
                      <a:pt x="21661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1"/>
              <p:cNvSpPr/>
              <p:nvPr/>
            </p:nvSpPr>
            <p:spPr>
              <a:xfrm>
                <a:off x="6530140" y="2586385"/>
                <a:ext cx="1200403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457" h="34536" extrusionOk="0">
                    <a:moveTo>
                      <a:pt x="37457" y="1"/>
                    </a:moveTo>
                    <a:lnTo>
                      <a:pt x="0" y="34535"/>
                    </a:lnTo>
                    <a:lnTo>
                      <a:pt x="37457" y="34535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1"/>
              <p:cNvSpPr/>
              <p:nvPr/>
            </p:nvSpPr>
            <p:spPr>
              <a:xfrm>
                <a:off x="6519884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9" y="0"/>
                    </a:moveTo>
                    <a:cubicBezTo>
                      <a:pt x="9445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7" y="29913"/>
                    </a:lnTo>
                    <a:lnTo>
                      <a:pt x="37777" y="20029"/>
                    </a:lnTo>
                    <a:cubicBezTo>
                      <a:pt x="37777" y="6677"/>
                      <a:pt x="28333" y="0"/>
                      <a:pt x="18889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1"/>
              <p:cNvSpPr/>
              <p:nvPr/>
            </p:nvSpPr>
            <p:spPr>
              <a:xfrm>
                <a:off x="6377973" y="1672007"/>
                <a:ext cx="1517161" cy="25638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800" extrusionOk="0">
                    <a:moveTo>
                      <a:pt x="1" y="0"/>
                    </a:moveTo>
                    <a:lnTo>
                      <a:pt x="1" y="799"/>
                    </a:lnTo>
                    <a:lnTo>
                      <a:pt x="47340" y="799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1"/>
              <p:cNvSpPr/>
              <p:nvPr/>
            </p:nvSpPr>
            <p:spPr>
              <a:xfrm>
                <a:off x="6377973" y="2876072"/>
                <a:ext cx="1517161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74" extrusionOk="0">
                    <a:moveTo>
                      <a:pt x="1" y="1"/>
                    </a:moveTo>
                    <a:lnTo>
                      <a:pt x="1" y="1073"/>
                    </a:lnTo>
                    <a:lnTo>
                      <a:pt x="47340" y="1073"/>
                    </a:lnTo>
                    <a:lnTo>
                      <a:pt x="4734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1"/>
              <p:cNvSpPr/>
              <p:nvPr/>
            </p:nvSpPr>
            <p:spPr>
              <a:xfrm>
                <a:off x="7120474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8" y="122092"/>
                    </a:lnTo>
                    <a:lnTo>
                      <a:pt x="102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1"/>
              <p:cNvSpPr/>
              <p:nvPr/>
            </p:nvSpPr>
            <p:spPr>
              <a:xfrm>
                <a:off x="5593072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7" y="122092"/>
                    </a:lnTo>
                    <a:lnTo>
                      <a:pt x="102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9" name="Google Shape;1109;p31"/>
            <p:cNvSpPr/>
            <p:nvPr/>
          </p:nvSpPr>
          <p:spPr>
            <a:xfrm flipH="1">
              <a:off x="114" y="-339675"/>
              <a:ext cx="9144000" cy="5486400"/>
            </a:xfrm>
            <a:prstGeom prst="rect">
              <a:avLst/>
            </a:prstGeom>
            <a:solidFill>
              <a:srgbClr val="FFFFFF">
                <a:alpha val="8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0" name="Google Shape;1110;p31"/>
          <p:cNvSpPr txBox="1">
            <a:spLocks noGrp="1"/>
          </p:cNvSpPr>
          <p:nvPr>
            <p:ph type="title"/>
          </p:nvPr>
        </p:nvSpPr>
        <p:spPr>
          <a:xfrm>
            <a:off x="720000" y="1893600"/>
            <a:ext cx="22464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1" name="Google Shape;1111;p31"/>
          <p:cNvSpPr txBox="1">
            <a:spLocks noGrp="1"/>
          </p:cNvSpPr>
          <p:nvPr>
            <p:ph type="subTitle" idx="1"/>
          </p:nvPr>
        </p:nvSpPr>
        <p:spPr>
          <a:xfrm>
            <a:off x="720000" y="23070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112" name="Google Shape;1112;p31"/>
          <p:cNvSpPr txBox="1">
            <a:spLocks noGrp="1"/>
          </p:cNvSpPr>
          <p:nvPr>
            <p:ph type="title" idx="2"/>
          </p:nvPr>
        </p:nvSpPr>
        <p:spPr>
          <a:xfrm>
            <a:off x="3448800" y="1893600"/>
            <a:ext cx="22464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3" name="Google Shape;1113;p31"/>
          <p:cNvSpPr txBox="1">
            <a:spLocks noGrp="1"/>
          </p:cNvSpPr>
          <p:nvPr>
            <p:ph type="subTitle" idx="3"/>
          </p:nvPr>
        </p:nvSpPr>
        <p:spPr>
          <a:xfrm>
            <a:off x="3448800" y="23070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114" name="Google Shape;1114;p31"/>
          <p:cNvSpPr txBox="1">
            <a:spLocks noGrp="1"/>
          </p:cNvSpPr>
          <p:nvPr>
            <p:ph type="title" idx="4"/>
          </p:nvPr>
        </p:nvSpPr>
        <p:spPr>
          <a:xfrm>
            <a:off x="720000" y="3680400"/>
            <a:ext cx="22464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5" name="Google Shape;1115;p31"/>
          <p:cNvSpPr txBox="1">
            <a:spLocks noGrp="1"/>
          </p:cNvSpPr>
          <p:nvPr>
            <p:ph type="subTitle" idx="5"/>
          </p:nvPr>
        </p:nvSpPr>
        <p:spPr>
          <a:xfrm>
            <a:off x="720000" y="4088649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116" name="Google Shape;1116;p31"/>
          <p:cNvSpPr txBox="1">
            <a:spLocks noGrp="1"/>
          </p:cNvSpPr>
          <p:nvPr>
            <p:ph type="title" idx="6"/>
          </p:nvPr>
        </p:nvSpPr>
        <p:spPr>
          <a:xfrm>
            <a:off x="3448800" y="3680400"/>
            <a:ext cx="22464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7" name="Google Shape;1117;p31"/>
          <p:cNvSpPr txBox="1">
            <a:spLocks noGrp="1"/>
          </p:cNvSpPr>
          <p:nvPr>
            <p:ph type="subTitle" idx="7"/>
          </p:nvPr>
        </p:nvSpPr>
        <p:spPr>
          <a:xfrm>
            <a:off x="3448800" y="4088649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118" name="Google Shape;1118;p31"/>
          <p:cNvSpPr txBox="1">
            <a:spLocks noGrp="1"/>
          </p:cNvSpPr>
          <p:nvPr>
            <p:ph type="title" idx="8"/>
          </p:nvPr>
        </p:nvSpPr>
        <p:spPr>
          <a:xfrm>
            <a:off x="6177595" y="1893600"/>
            <a:ext cx="22464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9" name="Google Shape;1119;p31"/>
          <p:cNvSpPr txBox="1">
            <a:spLocks noGrp="1"/>
          </p:cNvSpPr>
          <p:nvPr>
            <p:ph type="subTitle" idx="9"/>
          </p:nvPr>
        </p:nvSpPr>
        <p:spPr>
          <a:xfrm>
            <a:off x="6177595" y="23070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120" name="Google Shape;1120;p31"/>
          <p:cNvSpPr txBox="1">
            <a:spLocks noGrp="1"/>
          </p:cNvSpPr>
          <p:nvPr>
            <p:ph type="title" idx="13"/>
          </p:nvPr>
        </p:nvSpPr>
        <p:spPr>
          <a:xfrm>
            <a:off x="6177595" y="3680400"/>
            <a:ext cx="22464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21" name="Google Shape;1121;p31"/>
          <p:cNvSpPr txBox="1">
            <a:spLocks noGrp="1"/>
          </p:cNvSpPr>
          <p:nvPr>
            <p:ph type="subTitle" idx="14"/>
          </p:nvPr>
        </p:nvSpPr>
        <p:spPr>
          <a:xfrm>
            <a:off x="6177595" y="4088649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122" name="Google Shape;1122;p31"/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8" name="Google Shape;1318;p37"/>
          <p:cNvGrpSpPr/>
          <p:nvPr/>
        </p:nvGrpSpPr>
        <p:grpSpPr>
          <a:xfrm>
            <a:off x="-234000" y="-339675"/>
            <a:ext cx="9680666" cy="5486400"/>
            <a:chOff x="-234000" y="-339675"/>
            <a:chExt cx="9680666" cy="5486400"/>
          </a:xfrm>
        </p:grpSpPr>
        <p:grpSp>
          <p:nvGrpSpPr>
            <p:cNvPr id="1319" name="Google Shape;1319;p37"/>
            <p:cNvGrpSpPr/>
            <p:nvPr/>
          </p:nvGrpSpPr>
          <p:grpSpPr>
            <a:xfrm flipH="1">
              <a:off x="418" y="-339649"/>
              <a:ext cx="9143697" cy="5486348"/>
              <a:chOff x="152" y="-339649"/>
              <a:chExt cx="9143697" cy="5486348"/>
            </a:xfrm>
          </p:grpSpPr>
          <p:sp>
            <p:nvSpPr>
              <p:cNvPr id="1320" name="Google Shape;1320;p37"/>
              <p:cNvSpPr/>
              <p:nvPr/>
            </p:nvSpPr>
            <p:spPr>
              <a:xfrm>
                <a:off x="152" y="-339649"/>
                <a:ext cx="9143697" cy="5116800"/>
              </a:xfrm>
              <a:custGeom>
                <a:avLst/>
                <a:gdLst/>
                <a:ahLst/>
                <a:cxnLst/>
                <a:rect l="l" t="t" r="r" b="b"/>
                <a:pathLst>
                  <a:path w="285317" h="159663" extrusionOk="0">
                    <a:moveTo>
                      <a:pt x="0" y="0"/>
                    </a:moveTo>
                    <a:lnTo>
                      <a:pt x="0" y="159662"/>
                    </a:lnTo>
                    <a:lnTo>
                      <a:pt x="285316" y="159662"/>
                    </a:lnTo>
                    <a:lnTo>
                      <a:pt x="2853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7"/>
              <p:cNvSpPr/>
              <p:nvPr/>
            </p:nvSpPr>
            <p:spPr>
              <a:xfrm>
                <a:off x="152" y="4730466"/>
                <a:ext cx="9143697" cy="416233"/>
              </a:xfrm>
              <a:custGeom>
                <a:avLst/>
                <a:gdLst/>
                <a:ahLst/>
                <a:cxnLst/>
                <a:rect l="l" t="t" r="r" b="b"/>
                <a:pathLst>
                  <a:path w="285317" h="12988" extrusionOk="0">
                    <a:moveTo>
                      <a:pt x="0" y="0"/>
                    </a:moveTo>
                    <a:lnTo>
                      <a:pt x="0" y="12988"/>
                    </a:lnTo>
                    <a:lnTo>
                      <a:pt x="285316" y="12988"/>
                    </a:lnTo>
                    <a:lnTo>
                      <a:pt x="28531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7"/>
              <p:cNvSpPr/>
              <p:nvPr/>
            </p:nvSpPr>
            <p:spPr>
              <a:xfrm>
                <a:off x="2249544" y="4730466"/>
                <a:ext cx="4645029" cy="416233"/>
              </a:xfrm>
              <a:custGeom>
                <a:avLst/>
                <a:gdLst/>
                <a:ahLst/>
                <a:cxnLst/>
                <a:rect l="l" t="t" r="r" b="b"/>
                <a:pathLst>
                  <a:path w="144942" h="12988" extrusionOk="0">
                    <a:moveTo>
                      <a:pt x="65053" y="0"/>
                    </a:moveTo>
                    <a:lnTo>
                      <a:pt x="1" y="12988"/>
                    </a:lnTo>
                    <a:lnTo>
                      <a:pt x="79889" y="12988"/>
                    </a:lnTo>
                    <a:lnTo>
                      <a:pt x="144942" y="0"/>
                    </a:lnTo>
                    <a:close/>
                  </a:path>
                </a:pathLst>
              </a:custGeom>
              <a:solidFill>
                <a:srgbClr val="FFFFFF">
                  <a:alpha val="80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3" name="Google Shape;1323;p37"/>
            <p:cNvGrpSpPr/>
            <p:nvPr/>
          </p:nvGrpSpPr>
          <p:grpSpPr>
            <a:xfrm flipH="1">
              <a:off x="-234000" y="-339649"/>
              <a:ext cx="4871066" cy="4315805"/>
              <a:chOff x="4809600" y="-339649"/>
              <a:chExt cx="4871066" cy="4315805"/>
            </a:xfrm>
          </p:grpSpPr>
          <p:sp>
            <p:nvSpPr>
              <p:cNvPr id="1324" name="Google Shape;1324;p37"/>
              <p:cNvSpPr/>
              <p:nvPr/>
            </p:nvSpPr>
            <p:spPr>
              <a:xfrm>
                <a:off x="4995412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7"/>
              <p:cNvSpPr/>
              <p:nvPr/>
            </p:nvSpPr>
            <p:spPr>
              <a:xfrm>
                <a:off x="4809600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7"/>
              <p:cNvSpPr/>
              <p:nvPr/>
            </p:nvSpPr>
            <p:spPr>
              <a:xfrm>
                <a:off x="6001224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7"/>
              <p:cNvSpPr/>
              <p:nvPr/>
            </p:nvSpPr>
            <p:spPr>
              <a:xfrm>
                <a:off x="5815412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7"/>
              <p:cNvSpPr/>
              <p:nvPr/>
            </p:nvSpPr>
            <p:spPr>
              <a:xfrm>
                <a:off x="7007036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7"/>
              <p:cNvSpPr/>
              <p:nvPr/>
            </p:nvSpPr>
            <p:spPr>
              <a:xfrm>
                <a:off x="6821224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7"/>
              <p:cNvSpPr/>
              <p:nvPr/>
            </p:nvSpPr>
            <p:spPr>
              <a:xfrm>
                <a:off x="8012848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7"/>
              <p:cNvSpPr/>
              <p:nvPr/>
            </p:nvSpPr>
            <p:spPr>
              <a:xfrm>
                <a:off x="7827036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7"/>
              <p:cNvSpPr/>
              <p:nvPr/>
            </p:nvSpPr>
            <p:spPr>
              <a:xfrm>
                <a:off x="9018661" y="464257"/>
                <a:ext cx="662005" cy="3372230"/>
              </a:xfrm>
              <a:custGeom>
                <a:avLst/>
                <a:gdLst/>
                <a:ahLst/>
                <a:cxnLst/>
                <a:rect l="l" t="t" r="r" b="b"/>
                <a:pathLst>
                  <a:path w="20657" h="105226" extrusionOk="0">
                    <a:moveTo>
                      <a:pt x="19790" y="845"/>
                    </a:moveTo>
                    <a:lnTo>
                      <a:pt x="19790" y="104358"/>
                    </a:lnTo>
                    <a:lnTo>
                      <a:pt x="845" y="104358"/>
                    </a:lnTo>
                    <a:lnTo>
                      <a:pt x="845" y="845"/>
                    </a:lnTo>
                    <a:close/>
                    <a:moveTo>
                      <a:pt x="0" y="1"/>
                    </a:moveTo>
                    <a:lnTo>
                      <a:pt x="0" y="105225"/>
                    </a:lnTo>
                    <a:lnTo>
                      <a:pt x="20657" y="105225"/>
                    </a:lnTo>
                    <a:lnTo>
                      <a:pt x="206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7"/>
              <p:cNvSpPr/>
              <p:nvPr/>
            </p:nvSpPr>
            <p:spPr>
              <a:xfrm>
                <a:off x="8832848" y="-339649"/>
                <a:ext cx="27817" cy="431580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4669" extrusionOk="0">
                    <a:moveTo>
                      <a:pt x="0" y="0"/>
                    </a:moveTo>
                    <a:lnTo>
                      <a:pt x="0" y="134669"/>
                    </a:lnTo>
                    <a:lnTo>
                      <a:pt x="867" y="134669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34" name="Google Shape;1334;p37"/>
            <p:cNvSpPr/>
            <p:nvPr/>
          </p:nvSpPr>
          <p:spPr>
            <a:xfrm flipH="1">
              <a:off x="565" y="3960916"/>
              <a:ext cx="9143697" cy="27080"/>
            </a:xfrm>
            <a:custGeom>
              <a:avLst/>
              <a:gdLst/>
              <a:ahLst/>
              <a:cxnLst/>
              <a:rect l="l" t="t" r="r" b="b"/>
              <a:pathLst>
                <a:path w="285317" h="845" extrusionOk="0">
                  <a:moveTo>
                    <a:pt x="0" y="0"/>
                  </a:moveTo>
                  <a:lnTo>
                    <a:pt x="0" y="845"/>
                  </a:lnTo>
                  <a:lnTo>
                    <a:pt x="285316" y="845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5" name="Google Shape;1335;p37"/>
            <p:cNvGrpSpPr/>
            <p:nvPr/>
          </p:nvGrpSpPr>
          <p:grpSpPr>
            <a:xfrm flipH="1">
              <a:off x="4797915" y="-38649"/>
              <a:ext cx="4648751" cy="3998727"/>
              <a:chOff x="2055567" y="-38649"/>
              <a:chExt cx="4648751" cy="3998727"/>
            </a:xfrm>
          </p:grpSpPr>
          <p:sp>
            <p:nvSpPr>
              <p:cNvPr id="1336" name="Google Shape;1336;p37"/>
              <p:cNvSpPr/>
              <p:nvPr/>
            </p:nvSpPr>
            <p:spPr>
              <a:xfrm>
                <a:off x="2055567" y="-38649"/>
                <a:ext cx="1600516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42" h="124775" extrusionOk="0">
                    <a:moveTo>
                      <a:pt x="24971" y="1"/>
                    </a:moveTo>
                    <a:cubicBezTo>
                      <a:pt x="12486" y="1"/>
                      <a:pt x="0" y="6563"/>
                      <a:pt x="0" y="19687"/>
                    </a:cubicBezTo>
                    <a:lnTo>
                      <a:pt x="0" y="124774"/>
                    </a:lnTo>
                    <a:lnTo>
                      <a:pt x="49942" y="124774"/>
                    </a:lnTo>
                    <a:lnTo>
                      <a:pt x="49942" y="19687"/>
                    </a:lnTo>
                    <a:cubicBezTo>
                      <a:pt x="49942" y="6563"/>
                      <a:pt x="37456" y="1"/>
                      <a:pt x="24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7"/>
              <p:cNvSpPr/>
              <p:nvPr/>
            </p:nvSpPr>
            <p:spPr>
              <a:xfrm>
                <a:off x="2133092" y="35960"/>
                <a:ext cx="1446208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27" h="119251" extrusionOk="0">
                    <a:moveTo>
                      <a:pt x="22563" y="1"/>
                    </a:moveTo>
                    <a:cubicBezTo>
                      <a:pt x="11282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26" y="119251"/>
                    </a:lnTo>
                    <a:lnTo>
                      <a:pt x="45126" y="20578"/>
                    </a:lnTo>
                    <a:cubicBezTo>
                      <a:pt x="45126" y="6860"/>
                      <a:pt x="33845" y="1"/>
                      <a:pt x="225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7"/>
              <p:cNvSpPr/>
              <p:nvPr/>
            </p:nvSpPr>
            <p:spPr>
              <a:xfrm>
                <a:off x="2161616" y="79867"/>
                <a:ext cx="1389163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47" h="116695" extrusionOk="0">
                    <a:moveTo>
                      <a:pt x="21673" y="0"/>
                    </a:moveTo>
                    <a:cubicBezTo>
                      <a:pt x="10837" y="0"/>
                      <a:pt x="1" y="6791"/>
                      <a:pt x="1" y="20372"/>
                    </a:cubicBezTo>
                    <a:lnTo>
                      <a:pt x="1" y="116694"/>
                    </a:lnTo>
                    <a:lnTo>
                      <a:pt x="43346" y="116694"/>
                    </a:lnTo>
                    <a:lnTo>
                      <a:pt x="43346" y="20372"/>
                    </a:lnTo>
                    <a:cubicBezTo>
                      <a:pt x="43346" y="6791"/>
                      <a:pt x="32510" y="0"/>
                      <a:pt x="21673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7"/>
              <p:cNvSpPr/>
              <p:nvPr/>
            </p:nvSpPr>
            <p:spPr>
              <a:xfrm>
                <a:off x="2260389" y="2586385"/>
                <a:ext cx="1200403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457" h="34536" extrusionOk="0">
                    <a:moveTo>
                      <a:pt x="37457" y="1"/>
                    </a:moveTo>
                    <a:lnTo>
                      <a:pt x="0" y="34535"/>
                    </a:lnTo>
                    <a:lnTo>
                      <a:pt x="37457" y="34535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7"/>
              <p:cNvSpPr/>
              <p:nvPr/>
            </p:nvSpPr>
            <p:spPr>
              <a:xfrm>
                <a:off x="2250134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9" y="0"/>
                    </a:moveTo>
                    <a:cubicBezTo>
                      <a:pt x="9445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7" y="29913"/>
                    </a:lnTo>
                    <a:lnTo>
                      <a:pt x="37777" y="20029"/>
                    </a:lnTo>
                    <a:cubicBezTo>
                      <a:pt x="37777" y="6677"/>
                      <a:pt x="28333" y="0"/>
                      <a:pt x="18889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7"/>
              <p:cNvSpPr/>
              <p:nvPr/>
            </p:nvSpPr>
            <p:spPr>
              <a:xfrm>
                <a:off x="2108960" y="1672007"/>
                <a:ext cx="1517161" cy="25638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800" extrusionOk="0">
                    <a:moveTo>
                      <a:pt x="0" y="0"/>
                    </a:moveTo>
                    <a:lnTo>
                      <a:pt x="0" y="799"/>
                    </a:lnTo>
                    <a:lnTo>
                      <a:pt x="47340" y="799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7"/>
              <p:cNvSpPr/>
              <p:nvPr/>
            </p:nvSpPr>
            <p:spPr>
              <a:xfrm>
                <a:off x="2108960" y="2876072"/>
                <a:ext cx="1517161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74" extrusionOk="0">
                    <a:moveTo>
                      <a:pt x="0" y="1"/>
                    </a:moveTo>
                    <a:lnTo>
                      <a:pt x="0" y="1073"/>
                    </a:lnTo>
                    <a:lnTo>
                      <a:pt x="47340" y="1073"/>
                    </a:lnTo>
                    <a:lnTo>
                      <a:pt x="4734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7"/>
              <p:cNvSpPr/>
              <p:nvPr/>
            </p:nvSpPr>
            <p:spPr>
              <a:xfrm>
                <a:off x="2850724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7" y="122092"/>
                    </a:lnTo>
                    <a:lnTo>
                      <a:pt x="102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7"/>
              <p:cNvSpPr/>
              <p:nvPr/>
            </p:nvSpPr>
            <p:spPr>
              <a:xfrm>
                <a:off x="3582232" y="-38649"/>
                <a:ext cx="1600548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43" h="124775" extrusionOk="0">
                    <a:moveTo>
                      <a:pt x="24971" y="1"/>
                    </a:moveTo>
                    <a:cubicBezTo>
                      <a:pt x="12486" y="1"/>
                      <a:pt x="1" y="6563"/>
                      <a:pt x="1" y="19687"/>
                    </a:cubicBezTo>
                    <a:lnTo>
                      <a:pt x="1" y="124774"/>
                    </a:lnTo>
                    <a:lnTo>
                      <a:pt x="49942" y="124774"/>
                    </a:lnTo>
                    <a:lnTo>
                      <a:pt x="49942" y="19687"/>
                    </a:lnTo>
                    <a:cubicBezTo>
                      <a:pt x="49942" y="6563"/>
                      <a:pt x="37457" y="1"/>
                      <a:pt x="24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7"/>
              <p:cNvSpPr/>
              <p:nvPr/>
            </p:nvSpPr>
            <p:spPr>
              <a:xfrm>
                <a:off x="3660495" y="35960"/>
                <a:ext cx="1445470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04" h="119251" extrusionOk="0">
                    <a:moveTo>
                      <a:pt x="22552" y="1"/>
                    </a:moveTo>
                    <a:cubicBezTo>
                      <a:pt x="11277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04" y="119251"/>
                    </a:lnTo>
                    <a:lnTo>
                      <a:pt x="45104" y="20578"/>
                    </a:lnTo>
                    <a:cubicBezTo>
                      <a:pt x="45104" y="6860"/>
                      <a:pt x="33828" y="1"/>
                      <a:pt x="22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7"/>
              <p:cNvSpPr/>
              <p:nvPr/>
            </p:nvSpPr>
            <p:spPr>
              <a:xfrm>
                <a:off x="3689050" y="79867"/>
                <a:ext cx="1388394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23" h="116695" extrusionOk="0">
                    <a:moveTo>
                      <a:pt x="21661" y="0"/>
                    </a:moveTo>
                    <a:cubicBezTo>
                      <a:pt x="10831" y="0"/>
                      <a:pt x="0" y="6791"/>
                      <a:pt x="0" y="20372"/>
                    </a:cubicBezTo>
                    <a:lnTo>
                      <a:pt x="0" y="116694"/>
                    </a:lnTo>
                    <a:lnTo>
                      <a:pt x="43322" y="116694"/>
                    </a:lnTo>
                    <a:lnTo>
                      <a:pt x="43322" y="20372"/>
                    </a:lnTo>
                    <a:cubicBezTo>
                      <a:pt x="43322" y="6791"/>
                      <a:pt x="32492" y="0"/>
                      <a:pt x="21661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7"/>
              <p:cNvSpPr/>
              <p:nvPr/>
            </p:nvSpPr>
            <p:spPr>
              <a:xfrm>
                <a:off x="3787792" y="2586385"/>
                <a:ext cx="1200403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457" h="34536" extrusionOk="0">
                    <a:moveTo>
                      <a:pt x="37457" y="1"/>
                    </a:moveTo>
                    <a:lnTo>
                      <a:pt x="0" y="34535"/>
                    </a:lnTo>
                    <a:lnTo>
                      <a:pt x="37457" y="34535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7"/>
              <p:cNvSpPr/>
              <p:nvPr/>
            </p:nvSpPr>
            <p:spPr>
              <a:xfrm>
                <a:off x="3777536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9" y="0"/>
                    </a:moveTo>
                    <a:cubicBezTo>
                      <a:pt x="9445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7" y="29913"/>
                    </a:lnTo>
                    <a:lnTo>
                      <a:pt x="37777" y="20029"/>
                    </a:lnTo>
                    <a:cubicBezTo>
                      <a:pt x="37777" y="6677"/>
                      <a:pt x="28333" y="0"/>
                      <a:pt x="18889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7"/>
              <p:cNvSpPr/>
              <p:nvPr/>
            </p:nvSpPr>
            <p:spPr>
              <a:xfrm>
                <a:off x="3635625" y="1672007"/>
                <a:ext cx="1517161" cy="25638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800" extrusionOk="0">
                    <a:moveTo>
                      <a:pt x="1" y="0"/>
                    </a:moveTo>
                    <a:lnTo>
                      <a:pt x="1" y="799"/>
                    </a:lnTo>
                    <a:lnTo>
                      <a:pt x="47340" y="799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7"/>
              <p:cNvSpPr/>
              <p:nvPr/>
            </p:nvSpPr>
            <p:spPr>
              <a:xfrm>
                <a:off x="3635625" y="2876072"/>
                <a:ext cx="1517161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74" extrusionOk="0">
                    <a:moveTo>
                      <a:pt x="1" y="1"/>
                    </a:moveTo>
                    <a:lnTo>
                      <a:pt x="1" y="1073"/>
                    </a:lnTo>
                    <a:lnTo>
                      <a:pt x="47340" y="1073"/>
                    </a:lnTo>
                    <a:lnTo>
                      <a:pt x="4734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7"/>
              <p:cNvSpPr/>
              <p:nvPr/>
            </p:nvSpPr>
            <p:spPr>
              <a:xfrm>
                <a:off x="4378126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8" y="122092"/>
                    </a:lnTo>
                    <a:lnTo>
                      <a:pt x="102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7"/>
              <p:cNvSpPr/>
              <p:nvPr/>
            </p:nvSpPr>
            <p:spPr>
              <a:xfrm>
                <a:off x="5104507" y="-38649"/>
                <a:ext cx="1599811" cy="3998727"/>
              </a:xfrm>
              <a:custGeom>
                <a:avLst/>
                <a:gdLst/>
                <a:ahLst/>
                <a:cxnLst/>
                <a:rect l="l" t="t" r="r" b="b"/>
                <a:pathLst>
                  <a:path w="49920" h="124775" extrusionOk="0">
                    <a:moveTo>
                      <a:pt x="24960" y="1"/>
                    </a:moveTo>
                    <a:cubicBezTo>
                      <a:pt x="12481" y="1"/>
                      <a:pt x="1" y="6563"/>
                      <a:pt x="1" y="19687"/>
                    </a:cubicBezTo>
                    <a:lnTo>
                      <a:pt x="1" y="124774"/>
                    </a:lnTo>
                    <a:lnTo>
                      <a:pt x="49920" y="124774"/>
                    </a:lnTo>
                    <a:lnTo>
                      <a:pt x="49920" y="19687"/>
                    </a:lnTo>
                    <a:cubicBezTo>
                      <a:pt x="49920" y="6563"/>
                      <a:pt x="37440" y="1"/>
                      <a:pt x="249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7"/>
              <p:cNvSpPr/>
              <p:nvPr/>
            </p:nvSpPr>
            <p:spPr>
              <a:xfrm>
                <a:off x="5181327" y="35960"/>
                <a:ext cx="1445470" cy="3821696"/>
              </a:xfrm>
              <a:custGeom>
                <a:avLst/>
                <a:gdLst/>
                <a:ahLst/>
                <a:cxnLst/>
                <a:rect l="l" t="t" r="r" b="b"/>
                <a:pathLst>
                  <a:path w="45104" h="119251" extrusionOk="0">
                    <a:moveTo>
                      <a:pt x="22552" y="1"/>
                    </a:moveTo>
                    <a:cubicBezTo>
                      <a:pt x="11276" y="1"/>
                      <a:pt x="1" y="6860"/>
                      <a:pt x="1" y="20578"/>
                    </a:cubicBezTo>
                    <a:lnTo>
                      <a:pt x="1" y="119251"/>
                    </a:lnTo>
                    <a:lnTo>
                      <a:pt x="45103" y="119251"/>
                    </a:lnTo>
                    <a:lnTo>
                      <a:pt x="45103" y="20578"/>
                    </a:lnTo>
                    <a:cubicBezTo>
                      <a:pt x="45103" y="6860"/>
                      <a:pt x="33828" y="1"/>
                      <a:pt x="22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7"/>
              <p:cNvSpPr/>
              <p:nvPr/>
            </p:nvSpPr>
            <p:spPr>
              <a:xfrm>
                <a:off x="5209145" y="79867"/>
                <a:ext cx="1389131" cy="3739783"/>
              </a:xfrm>
              <a:custGeom>
                <a:avLst/>
                <a:gdLst/>
                <a:ahLst/>
                <a:cxnLst/>
                <a:rect l="l" t="t" r="r" b="b"/>
                <a:pathLst>
                  <a:path w="43346" h="116695" extrusionOk="0">
                    <a:moveTo>
                      <a:pt x="21673" y="0"/>
                    </a:moveTo>
                    <a:cubicBezTo>
                      <a:pt x="10836" y="0"/>
                      <a:pt x="0" y="6791"/>
                      <a:pt x="0" y="20372"/>
                    </a:cubicBezTo>
                    <a:lnTo>
                      <a:pt x="0" y="116694"/>
                    </a:lnTo>
                    <a:lnTo>
                      <a:pt x="43345" y="116694"/>
                    </a:lnTo>
                    <a:lnTo>
                      <a:pt x="43345" y="20372"/>
                    </a:lnTo>
                    <a:cubicBezTo>
                      <a:pt x="43345" y="6791"/>
                      <a:pt x="32509" y="0"/>
                      <a:pt x="21673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7"/>
              <p:cNvSpPr/>
              <p:nvPr/>
            </p:nvSpPr>
            <p:spPr>
              <a:xfrm>
                <a:off x="5307887" y="2586385"/>
                <a:ext cx="1201877" cy="1106792"/>
              </a:xfrm>
              <a:custGeom>
                <a:avLst/>
                <a:gdLst/>
                <a:ahLst/>
                <a:cxnLst/>
                <a:rect l="l" t="t" r="r" b="b"/>
                <a:pathLst>
                  <a:path w="37503" h="34536" extrusionOk="0">
                    <a:moveTo>
                      <a:pt x="37502" y="1"/>
                    </a:moveTo>
                    <a:lnTo>
                      <a:pt x="0" y="34535"/>
                    </a:lnTo>
                    <a:lnTo>
                      <a:pt x="37502" y="34535"/>
                    </a:lnTo>
                    <a:lnTo>
                      <a:pt x="3750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7"/>
              <p:cNvSpPr/>
              <p:nvPr/>
            </p:nvSpPr>
            <p:spPr>
              <a:xfrm>
                <a:off x="5299106" y="218124"/>
                <a:ext cx="1210658" cy="2072704"/>
              </a:xfrm>
              <a:custGeom>
                <a:avLst/>
                <a:gdLst/>
                <a:ahLst/>
                <a:cxnLst/>
                <a:rect l="l" t="t" r="r" b="b"/>
                <a:pathLst>
                  <a:path w="37777" h="64676" extrusionOk="0">
                    <a:moveTo>
                      <a:pt x="18888" y="0"/>
                    </a:moveTo>
                    <a:cubicBezTo>
                      <a:pt x="9444" y="0"/>
                      <a:pt x="1" y="6677"/>
                      <a:pt x="1" y="20029"/>
                    </a:cubicBezTo>
                    <a:lnTo>
                      <a:pt x="1" y="64675"/>
                    </a:lnTo>
                    <a:lnTo>
                      <a:pt x="37776" y="29913"/>
                    </a:lnTo>
                    <a:lnTo>
                      <a:pt x="37776" y="20029"/>
                    </a:lnTo>
                    <a:cubicBezTo>
                      <a:pt x="37776" y="6677"/>
                      <a:pt x="28332" y="0"/>
                      <a:pt x="1888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7"/>
              <p:cNvSpPr/>
              <p:nvPr/>
            </p:nvSpPr>
            <p:spPr>
              <a:xfrm>
                <a:off x="5157195" y="1672745"/>
                <a:ext cx="1516424" cy="25606"/>
              </a:xfrm>
              <a:custGeom>
                <a:avLst/>
                <a:gdLst/>
                <a:ahLst/>
                <a:cxnLst/>
                <a:rect l="l" t="t" r="r" b="b"/>
                <a:pathLst>
                  <a:path w="47318" h="799" extrusionOk="0">
                    <a:moveTo>
                      <a:pt x="0" y="0"/>
                    </a:moveTo>
                    <a:lnTo>
                      <a:pt x="0" y="799"/>
                    </a:lnTo>
                    <a:lnTo>
                      <a:pt x="47317" y="799"/>
                    </a:lnTo>
                    <a:lnTo>
                      <a:pt x="473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37"/>
              <p:cNvSpPr/>
              <p:nvPr/>
            </p:nvSpPr>
            <p:spPr>
              <a:xfrm>
                <a:off x="5156458" y="2876809"/>
                <a:ext cx="1517161" cy="33682"/>
              </a:xfrm>
              <a:custGeom>
                <a:avLst/>
                <a:gdLst/>
                <a:ahLst/>
                <a:cxnLst/>
                <a:rect l="l" t="t" r="r" b="b"/>
                <a:pathLst>
                  <a:path w="47341" h="1051" extrusionOk="0">
                    <a:moveTo>
                      <a:pt x="1" y="0"/>
                    </a:moveTo>
                    <a:lnTo>
                      <a:pt x="1" y="1050"/>
                    </a:lnTo>
                    <a:lnTo>
                      <a:pt x="47340" y="1050"/>
                    </a:lnTo>
                    <a:lnTo>
                      <a:pt x="473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7"/>
              <p:cNvSpPr/>
              <p:nvPr/>
            </p:nvSpPr>
            <p:spPr>
              <a:xfrm>
                <a:off x="5898959" y="15129"/>
                <a:ext cx="32945" cy="391277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22093" extrusionOk="0">
                    <a:moveTo>
                      <a:pt x="0" y="0"/>
                    </a:moveTo>
                    <a:lnTo>
                      <a:pt x="0" y="122092"/>
                    </a:lnTo>
                    <a:lnTo>
                      <a:pt x="1027" y="122092"/>
                    </a:lnTo>
                    <a:lnTo>
                      <a:pt x="102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0" name="Google Shape;1360;p37"/>
            <p:cNvSpPr/>
            <p:nvPr/>
          </p:nvSpPr>
          <p:spPr>
            <a:xfrm flipH="1">
              <a:off x="266" y="-339675"/>
              <a:ext cx="9144000" cy="5486400"/>
            </a:xfrm>
            <a:prstGeom prst="rect">
              <a:avLst/>
            </a:prstGeom>
            <a:solidFill>
              <a:srgbClr val="FFFFFF">
                <a:alpha val="8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16800"/>
            <a:ext cx="77040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6" r:id="rId4"/>
    <p:sldLayoutId id="2147483658" r:id="rId5"/>
    <p:sldLayoutId id="2147483661" r:id="rId6"/>
    <p:sldLayoutId id="2147483664" r:id="rId7"/>
    <p:sldLayoutId id="2147483667" r:id="rId8"/>
    <p:sldLayoutId id="2147483677" r:id="rId9"/>
    <p:sldLayoutId id="214748368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>
          <a:extLst>
            <a:ext uri="{FF2B5EF4-FFF2-40B4-BE49-F238E27FC236}">
              <a16:creationId xmlns:a16="http://schemas.microsoft.com/office/drawing/2014/main" id="{9711CD0B-7A5C-B29A-11B2-97D4B29A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41">
            <a:extLst>
              <a:ext uri="{FF2B5EF4-FFF2-40B4-BE49-F238E27FC236}">
                <a16:creationId xmlns:a16="http://schemas.microsoft.com/office/drawing/2014/main" id="{453F4CEC-3280-D710-76AE-806E3FBCFAA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02415" y="-2461108"/>
            <a:ext cx="7704000" cy="13095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latin typeface="Montserrat"/>
                <a:ea typeface="Montserrat"/>
                <a:cs typeface="Montserrat"/>
                <a:sym typeface="Montserrat"/>
              </a:rPr>
              <a:t>JUSTICE MADE CLEAR</a:t>
            </a:r>
            <a:br>
              <a:rPr lang="en" sz="4800" b="1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600" b="1">
                <a:latin typeface="Montserrat"/>
                <a:ea typeface="Montserrat"/>
                <a:cs typeface="Montserrat"/>
                <a:sym typeface="Montserrat"/>
              </a:rPr>
              <a:t>EMPOWERING THE CITIZENS</a:t>
            </a:r>
            <a:endParaRPr sz="9600" b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72" name="Google Shape;1372;p41">
            <a:extLst>
              <a:ext uri="{FF2B5EF4-FFF2-40B4-BE49-F238E27FC236}">
                <a16:creationId xmlns:a16="http://schemas.microsoft.com/office/drawing/2014/main" id="{D9F77E63-02ED-5788-EE69-87B50EC809A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16890" y="-1227808"/>
            <a:ext cx="7910219" cy="432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/>
            <a:r>
              <a:rPr lang="es-ES" i="1"/>
              <a:t>Del lenguaje jurídico al lenguaje que cualquier persona puede comprender.</a:t>
            </a:r>
            <a:endParaRPr/>
          </a:p>
        </p:txBody>
      </p:sp>
      <p:grpSp>
        <p:nvGrpSpPr>
          <p:cNvPr id="1373" name="Google Shape;1373;p41">
            <a:extLst>
              <a:ext uri="{FF2B5EF4-FFF2-40B4-BE49-F238E27FC236}">
                <a16:creationId xmlns:a16="http://schemas.microsoft.com/office/drawing/2014/main" id="{92BFB1B3-EBBA-4CBC-57F3-07EBCC058C9E}"/>
              </a:ext>
            </a:extLst>
          </p:cNvPr>
          <p:cNvGrpSpPr/>
          <p:nvPr/>
        </p:nvGrpSpPr>
        <p:grpSpPr>
          <a:xfrm>
            <a:off x="3677775" y="5781981"/>
            <a:ext cx="1568960" cy="2439461"/>
            <a:chOff x="3677775" y="2567787"/>
            <a:chExt cx="1568960" cy="2439461"/>
          </a:xfrm>
        </p:grpSpPr>
        <p:grpSp>
          <p:nvGrpSpPr>
            <p:cNvPr id="1374" name="Google Shape;1374;p41">
              <a:extLst>
                <a:ext uri="{FF2B5EF4-FFF2-40B4-BE49-F238E27FC236}">
                  <a16:creationId xmlns:a16="http://schemas.microsoft.com/office/drawing/2014/main" id="{53CF698A-F299-D5E3-6AC3-23E545D77FFD}"/>
                </a:ext>
              </a:extLst>
            </p:cNvPr>
            <p:cNvGrpSpPr/>
            <p:nvPr/>
          </p:nvGrpSpPr>
          <p:grpSpPr>
            <a:xfrm>
              <a:off x="4010850" y="2567787"/>
              <a:ext cx="883756" cy="1175969"/>
              <a:chOff x="4010846" y="2663011"/>
              <a:chExt cx="883756" cy="1175969"/>
            </a:xfrm>
          </p:grpSpPr>
          <p:sp>
            <p:nvSpPr>
              <p:cNvPr id="1375" name="Google Shape;1375;p41">
                <a:extLst>
                  <a:ext uri="{FF2B5EF4-FFF2-40B4-BE49-F238E27FC236}">
                    <a16:creationId xmlns:a16="http://schemas.microsoft.com/office/drawing/2014/main" id="{CC38656E-291E-1D2B-765C-9EE49140816B}"/>
                  </a:ext>
                </a:extLst>
              </p:cNvPr>
              <p:cNvSpPr/>
              <p:nvPr/>
            </p:nvSpPr>
            <p:spPr>
              <a:xfrm>
                <a:off x="4669251" y="3284497"/>
                <a:ext cx="208886" cy="526508"/>
              </a:xfrm>
              <a:custGeom>
                <a:avLst/>
                <a:gdLst/>
                <a:ahLst/>
                <a:cxnLst/>
                <a:rect l="l" t="t" r="r" b="b"/>
                <a:pathLst>
                  <a:path w="6518" h="16429" extrusionOk="0">
                    <a:moveTo>
                      <a:pt x="1713" y="0"/>
                    </a:moveTo>
                    <a:lnTo>
                      <a:pt x="1" y="8400"/>
                    </a:lnTo>
                    <a:cubicBezTo>
                      <a:pt x="1" y="8400"/>
                      <a:pt x="2306" y="15613"/>
                      <a:pt x="3311" y="16274"/>
                    </a:cubicBezTo>
                    <a:cubicBezTo>
                      <a:pt x="3482" y="16381"/>
                      <a:pt x="3686" y="16429"/>
                      <a:pt x="3907" y="16429"/>
                    </a:cubicBezTo>
                    <a:cubicBezTo>
                      <a:pt x="5007" y="16429"/>
                      <a:pt x="6518" y="15247"/>
                      <a:pt x="6460" y="14334"/>
                    </a:cubicBezTo>
                    <a:cubicBezTo>
                      <a:pt x="6415" y="13467"/>
                      <a:pt x="2694" y="1141"/>
                      <a:pt x="17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41">
                <a:extLst>
                  <a:ext uri="{FF2B5EF4-FFF2-40B4-BE49-F238E27FC236}">
                    <a16:creationId xmlns:a16="http://schemas.microsoft.com/office/drawing/2014/main" id="{8358855F-775E-D937-4A71-D28B87F2477E}"/>
                  </a:ext>
                </a:extLst>
              </p:cNvPr>
              <p:cNvSpPr/>
              <p:nvPr/>
            </p:nvSpPr>
            <p:spPr>
              <a:xfrm>
                <a:off x="4667809" y="3389809"/>
                <a:ext cx="160238" cy="421200"/>
              </a:xfrm>
              <a:custGeom>
                <a:avLst/>
                <a:gdLst/>
                <a:ahLst/>
                <a:cxnLst/>
                <a:rect l="l" t="t" r="r" b="b"/>
                <a:pathLst>
                  <a:path w="5000" h="13143" extrusionOk="0">
                    <a:moveTo>
                      <a:pt x="1050" y="1"/>
                    </a:moveTo>
                    <a:lnTo>
                      <a:pt x="0" y="5114"/>
                    </a:lnTo>
                    <a:cubicBezTo>
                      <a:pt x="0" y="5114"/>
                      <a:pt x="2306" y="12327"/>
                      <a:pt x="3310" y="12988"/>
                    </a:cubicBezTo>
                    <a:cubicBezTo>
                      <a:pt x="3478" y="13095"/>
                      <a:pt x="3681" y="13143"/>
                      <a:pt x="3901" y="13143"/>
                    </a:cubicBezTo>
                    <a:cubicBezTo>
                      <a:pt x="4248" y="13143"/>
                      <a:pt x="4636" y="13024"/>
                      <a:pt x="4999" y="12829"/>
                    </a:cubicBezTo>
                    <a:cubicBezTo>
                      <a:pt x="4885" y="12669"/>
                      <a:pt x="4634" y="9519"/>
                      <a:pt x="4543" y="9336"/>
                    </a:cubicBezTo>
                    <a:cubicBezTo>
                      <a:pt x="3652" y="7533"/>
                      <a:pt x="2077" y="3973"/>
                      <a:pt x="105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41">
                <a:extLst>
                  <a:ext uri="{FF2B5EF4-FFF2-40B4-BE49-F238E27FC236}">
                    <a16:creationId xmlns:a16="http://schemas.microsoft.com/office/drawing/2014/main" id="{FD22A721-3390-A4CE-F7A2-9594BC524D63}"/>
                  </a:ext>
                </a:extLst>
              </p:cNvPr>
              <p:cNvSpPr/>
              <p:nvPr/>
            </p:nvSpPr>
            <p:spPr>
              <a:xfrm>
                <a:off x="4010846" y="3221586"/>
                <a:ext cx="242952" cy="535962"/>
              </a:xfrm>
              <a:custGeom>
                <a:avLst/>
                <a:gdLst/>
                <a:ahLst/>
                <a:cxnLst/>
                <a:rect l="l" t="t" r="r" b="b"/>
                <a:pathLst>
                  <a:path w="7581" h="16724" extrusionOk="0">
                    <a:moveTo>
                      <a:pt x="6576" y="0"/>
                    </a:moveTo>
                    <a:cubicBezTo>
                      <a:pt x="5435" y="1050"/>
                      <a:pt x="1212" y="12874"/>
                      <a:pt x="596" y="13787"/>
                    </a:cubicBezTo>
                    <a:cubicBezTo>
                      <a:pt x="1" y="14628"/>
                      <a:pt x="1693" y="16724"/>
                      <a:pt x="2854" y="16724"/>
                    </a:cubicBezTo>
                    <a:cubicBezTo>
                      <a:pt x="2984" y="16724"/>
                      <a:pt x="3108" y="16697"/>
                      <a:pt x="3221" y="16640"/>
                    </a:cubicBezTo>
                    <a:cubicBezTo>
                      <a:pt x="4293" y="16092"/>
                      <a:pt x="7580" y="8537"/>
                      <a:pt x="7580" y="8537"/>
                    </a:cubicBezTo>
                    <a:lnTo>
                      <a:pt x="657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41">
                <a:extLst>
                  <a:ext uri="{FF2B5EF4-FFF2-40B4-BE49-F238E27FC236}">
                    <a16:creationId xmlns:a16="http://schemas.microsoft.com/office/drawing/2014/main" id="{5F9FD461-3275-DE13-D205-0E8360E15305}"/>
                  </a:ext>
                </a:extLst>
              </p:cNvPr>
              <p:cNvSpPr/>
              <p:nvPr/>
            </p:nvSpPr>
            <p:spPr>
              <a:xfrm>
                <a:off x="4011583" y="3301323"/>
                <a:ext cx="242920" cy="456228"/>
              </a:xfrm>
              <a:custGeom>
                <a:avLst/>
                <a:gdLst/>
                <a:ahLst/>
                <a:cxnLst/>
                <a:rect l="l" t="t" r="r" b="b"/>
                <a:pathLst>
                  <a:path w="7580" h="14236" extrusionOk="0">
                    <a:moveTo>
                      <a:pt x="7169" y="0"/>
                    </a:moveTo>
                    <a:cubicBezTo>
                      <a:pt x="6096" y="2237"/>
                      <a:pt x="4202" y="9769"/>
                      <a:pt x="3426" y="10180"/>
                    </a:cubicBezTo>
                    <a:cubicBezTo>
                      <a:pt x="3236" y="10278"/>
                      <a:pt x="3040" y="10328"/>
                      <a:pt x="2843" y="10328"/>
                    </a:cubicBezTo>
                    <a:cubicBezTo>
                      <a:pt x="2354" y="10328"/>
                      <a:pt x="1857" y="10023"/>
                      <a:pt x="1417" y="9404"/>
                    </a:cubicBezTo>
                    <a:cubicBezTo>
                      <a:pt x="1029" y="10408"/>
                      <a:pt x="710" y="11093"/>
                      <a:pt x="595" y="11299"/>
                    </a:cubicBezTo>
                    <a:cubicBezTo>
                      <a:pt x="0" y="12140"/>
                      <a:pt x="1693" y="14236"/>
                      <a:pt x="2853" y="14236"/>
                    </a:cubicBezTo>
                    <a:cubicBezTo>
                      <a:pt x="2984" y="14236"/>
                      <a:pt x="3107" y="14209"/>
                      <a:pt x="3220" y="14152"/>
                    </a:cubicBezTo>
                    <a:cubicBezTo>
                      <a:pt x="4316" y="13604"/>
                      <a:pt x="7580" y="6049"/>
                      <a:pt x="7580" y="6049"/>
                    </a:cubicBezTo>
                    <a:lnTo>
                      <a:pt x="7169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41">
                <a:extLst>
                  <a:ext uri="{FF2B5EF4-FFF2-40B4-BE49-F238E27FC236}">
                    <a16:creationId xmlns:a16="http://schemas.microsoft.com/office/drawing/2014/main" id="{283D2EBA-1BE3-6195-0508-E253232BCA26}"/>
                  </a:ext>
                </a:extLst>
              </p:cNvPr>
              <p:cNvSpPr/>
              <p:nvPr/>
            </p:nvSpPr>
            <p:spPr>
              <a:xfrm>
                <a:off x="4128688" y="2663011"/>
                <a:ext cx="707224" cy="829229"/>
              </a:xfrm>
              <a:custGeom>
                <a:avLst/>
                <a:gdLst/>
                <a:ahLst/>
                <a:cxnLst/>
                <a:rect l="l" t="t" r="r" b="b"/>
                <a:pathLst>
                  <a:path w="22068" h="25875" extrusionOk="0">
                    <a:moveTo>
                      <a:pt x="9541" y="1"/>
                    </a:moveTo>
                    <a:cubicBezTo>
                      <a:pt x="8465" y="1"/>
                      <a:pt x="7761" y="196"/>
                      <a:pt x="7761" y="196"/>
                    </a:cubicBezTo>
                    <a:cubicBezTo>
                      <a:pt x="0" y="3939"/>
                      <a:pt x="1826" y="14348"/>
                      <a:pt x="8582" y="23546"/>
                    </a:cubicBezTo>
                    <a:lnTo>
                      <a:pt x="12029" y="25874"/>
                    </a:lnTo>
                    <a:cubicBezTo>
                      <a:pt x="12029" y="25874"/>
                      <a:pt x="12029" y="25875"/>
                      <a:pt x="12029" y="25875"/>
                    </a:cubicBezTo>
                    <a:cubicBezTo>
                      <a:pt x="12054" y="25875"/>
                      <a:pt x="22068" y="16596"/>
                      <a:pt x="18625" y="7363"/>
                    </a:cubicBezTo>
                    <a:cubicBezTo>
                      <a:pt x="16241" y="984"/>
                      <a:pt x="11956" y="1"/>
                      <a:pt x="954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41">
                <a:extLst>
                  <a:ext uri="{FF2B5EF4-FFF2-40B4-BE49-F238E27FC236}">
                    <a16:creationId xmlns:a16="http://schemas.microsoft.com/office/drawing/2014/main" id="{20796C17-0ED7-A595-A1C9-0F552FBD6B88}"/>
                  </a:ext>
                </a:extLst>
              </p:cNvPr>
              <p:cNvSpPr/>
              <p:nvPr/>
            </p:nvSpPr>
            <p:spPr>
              <a:xfrm>
                <a:off x="4196695" y="2754125"/>
                <a:ext cx="639380" cy="738855"/>
              </a:xfrm>
              <a:custGeom>
                <a:avLst/>
                <a:gdLst/>
                <a:ahLst/>
                <a:cxnLst/>
                <a:rect l="l" t="t" r="r" b="b"/>
                <a:pathLst>
                  <a:path w="19951" h="23055" extrusionOk="0">
                    <a:moveTo>
                      <a:pt x="13856" y="1"/>
                    </a:moveTo>
                    <a:lnTo>
                      <a:pt x="13856" y="1"/>
                    </a:lnTo>
                    <a:cubicBezTo>
                      <a:pt x="15111" y="3630"/>
                      <a:pt x="12509" y="5365"/>
                      <a:pt x="8857" y="6141"/>
                    </a:cubicBezTo>
                    <a:cubicBezTo>
                      <a:pt x="7768" y="6366"/>
                      <a:pt x="6723" y="6523"/>
                      <a:pt x="5734" y="6523"/>
                    </a:cubicBezTo>
                    <a:cubicBezTo>
                      <a:pt x="3822" y="6523"/>
                      <a:pt x="2115" y="5937"/>
                      <a:pt x="686" y="4132"/>
                    </a:cubicBezTo>
                    <a:lnTo>
                      <a:pt x="686" y="4132"/>
                    </a:lnTo>
                    <a:cubicBezTo>
                      <a:pt x="1" y="8903"/>
                      <a:pt x="2283" y="15043"/>
                      <a:pt x="6460" y="20749"/>
                    </a:cubicBezTo>
                    <a:lnTo>
                      <a:pt x="9907" y="23054"/>
                    </a:lnTo>
                    <a:cubicBezTo>
                      <a:pt x="9907" y="23054"/>
                      <a:pt x="19950" y="13764"/>
                      <a:pt x="16503" y="4520"/>
                    </a:cubicBezTo>
                    <a:cubicBezTo>
                      <a:pt x="15750" y="2534"/>
                      <a:pt x="14837" y="1096"/>
                      <a:pt x="13856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41">
                <a:extLst>
                  <a:ext uri="{FF2B5EF4-FFF2-40B4-BE49-F238E27FC236}">
                    <a16:creationId xmlns:a16="http://schemas.microsoft.com/office/drawing/2014/main" id="{8FD03514-404B-E76E-2369-93A963C3A527}"/>
                  </a:ext>
                </a:extLst>
              </p:cNvPr>
              <p:cNvSpPr/>
              <p:nvPr/>
            </p:nvSpPr>
            <p:spPr>
              <a:xfrm>
                <a:off x="4205477" y="3115505"/>
                <a:ext cx="527438" cy="721998"/>
              </a:xfrm>
              <a:custGeom>
                <a:avLst/>
                <a:gdLst/>
                <a:ahLst/>
                <a:cxnLst/>
                <a:rect l="l" t="t" r="r" b="b"/>
                <a:pathLst>
                  <a:path w="16458" h="22529" extrusionOk="0">
                    <a:moveTo>
                      <a:pt x="8241" y="0"/>
                    </a:moveTo>
                    <a:cubicBezTo>
                      <a:pt x="8241" y="0"/>
                      <a:pt x="685" y="2717"/>
                      <a:pt x="343" y="3356"/>
                    </a:cubicBezTo>
                    <a:cubicBezTo>
                      <a:pt x="1" y="4018"/>
                      <a:pt x="1279" y="22529"/>
                      <a:pt x="1279" y="22529"/>
                    </a:cubicBezTo>
                    <a:lnTo>
                      <a:pt x="15020" y="22529"/>
                    </a:lnTo>
                    <a:cubicBezTo>
                      <a:pt x="15020" y="22529"/>
                      <a:pt x="16458" y="5958"/>
                      <a:pt x="16207" y="5296"/>
                    </a:cubicBezTo>
                    <a:cubicBezTo>
                      <a:pt x="15887" y="4474"/>
                      <a:pt x="8241" y="0"/>
                      <a:pt x="8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41">
                <a:extLst>
                  <a:ext uri="{FF2B5EF4-FFF2-40B4-BE49-F238E27FC236}">
                    <a16:creationId xmlns:a16="http://schemas.microsoft.com/office/drawing/2014/main" id="{5A469141-529F-C896-B7BA-5C7F3BF0ECD1}"/>
                  </a:ext>
                </a:extLst>
              </p:cNvPr>
              <p:cNvSpPr/>
              <p:nvPr/>
            </p:nvSpPr>
            <p:spPr>
              <a:xfrm>
                <a:off x="4255953" y="3115505"/>
                <a:ext cx="425046" cy="147771"/>
              </a:xfrm>
              <a:custGeom>
                <a:avLst/>
                <a:gdLst/>
                <a:ahLst/>
                <a:cxnLst/>
                <a:rect l="l" t="t" r="r" b="b"/>
                <a:pathLst>
                  <a:path w="13263" h="4611" extrusionOk="0">
                    <a:moveTo>
                      <a:pt x="6666" y="0"/>
                    </a:moveTo>
                    <a:cubicBezTo>
                      <a:pt x="6666" y="0"/>
                      <a:pt x="2215" y="1598"/>
                      <a:pt x="1" y="2648"/>
                    </a:cubicBezTo>
                    <a:cubicBezTo>
                      <a:pt x="1713" y="3698"/>
                      <a:pt x="4566" y="4474"/>
                      <a:pt x="7830" y="4588"/>
                    </a:cubicBezTo>
                    <a:cubicBezTo>
                      <a:pt x="8153" y="4603"/>
                      <a:pt x="8472" y="4610"/>
                      <a:pt x="8787" y="4610"/>
                    </a:cubicBezTo>
                    <a:cubicBezTo>
                      <a:pt x="10432" y="4610"/>
                      <a:pt x="11960" y="4419"/>
                      <a:pt x="13262" y="4132"/>
                    </a:cubicBezTo>
                    <a:cubicBezTo>
                      <a:pt x="10980" y="2534"/>
                      <a:pt x="6666" y="0"/>
                      <a:pt x="666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41">
                <a:extLst>
                  <a:ext uri="{FF2B5EF4-FFF2-40B4-BE49-F238E27FC236}">
                    <a16:creationId xmlns:a16="http://schemas.microsoft.com/office/drawing/2014/main" id="{C3B5FC8A-685D-7AE0-C710-EBC76E2420C6}"/>
                  </a:ext>
                </a:extLst>
              </p:cNvPr>
              <p:cNvSpPr/>
              <p:nvPr/>
            </p:nvSpPr>
            <p:spPr>
              <a:xfrm>
                <a:off x="4205477" y="3218637"/>
                <a:ext cx="527438" cy="620343"/>
              </a:xfrm>
              <a:custGeom>
                <a:avLst/>
                <a:gdLst/>
                <a:ahLst/>
                <a:cxnLst/>
                <a:rect l="l" t="t" r="r" b="b"/>
                <a:pathLst>
                  <a:path w="16458" h="19357" extrusionOk="0">
                    <a:moveTo>
                      <a:pt x="503" y="1"/>
                    </a:moveTo>
                    <a:lnTo>
                      <a:pt x="503" y="1"/>
                    </a:lnTo>
                    <a:cubicBezTo>
                      <a:pt x="412" y="69"/>
                      <a:pt x="366" y="115"/>
                      <a:pt x="343" y="183"/>
                    </a:cubicBezTo>
                    <a:cubicBezTo>
                      <a:pt x="1" y="823"/>
                      <a:pt x="1279" y="19357"/>
                      <a:pt x="1279" y="19357"/>
                    </a:cubicBezTo>
                    <a:lnTo>
                      <a:pt x="15065" y="19357"/>
                    </a:lnTo>
                    <a:cubicBezTo>
                      <a:pt x="15065" y="19311"/>
                      <a:pt x="16458" y="2740"/>
                      <a:pt x="16229" y="2078"/>
                    </a:cubicBezTo>
                    <a:cubicBezTo>
                      <a:pt x="16227" y="2073"/>
                      <a:pt x="16225" y="2071"/>
                      <a:pt x="16222" y="2071"/>
                    </a:cubicBezTo>
                    <a:cubicBezTo>
                      <a:pt x="16156" y="2071"/>
                      <a:pt x="16086" y="3903"/>
                      <a:pt x="15887" y="5159"/>
                    </a:cubicBezTo>
                    <a:cubicBezTo>
                      <a:pt x="15162" y="10072"/>
                      <a:pt x="13662" y="10925"/>
                      <a:pt x="11363" y="10925"/>
                    </a:cubicBezTo>
                    <a:cubicBezTo>
                      <a:pt x="10479" y="10925"/>
                      <a:pt x="9477" y="10798"/>
                      <a:pt x="8355" y="10729"/>
                    </a:cubicBezTo>
                    <a:cubicBezTo>
                      <a:pt x="4292" y="10478"/>
                      <a:pt x="412" y="8560"/>
                      <a:pt x="412" y="1713"/>
                    </a:cubicBezTo>
                    <a:cubicBezTo>
                      <a:pt x="412" y="1119"/>
                      <a:pt x="457" y="549"/>
                      <a:pt x="503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41">
                <a:extLst>
                  <a:ext uri="{FF2B5EF4-FFF2-40B4-BE49-F238E27FC236}">
                    <a16:creationId xmlns:a16="http://schemas.microsoft.com/office/drawing/2014/main" id="{0B22C55C-F4EE-6FB5-1604-7423201891D0}"/>
                  </a:ext>
                </a:extLst>
              </p:cNvPr>
              <p:cNvSpPr/>
              <p:nvPr/>
            </p:nvSpPr>
            <p:spPr>
              <a:xfrm>
                <a:off x="4315948" y="3105987"/>
                <a:ext cx="289709" cy="558171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17417" extrusionOk="0">
                    <a:moveTo>
                      <a:pt x="4565" y="1"/>
                    </a:moveTo>
                    <a:cubicBezTo>
                      <a:pt x="4565" y="1"/>
                      <a:pt x="2192" y="1233"/>
                      <a:pt x="0" y="2146"/>
                    </a:cubicBezTo>
                    <a:lnTo>
                      <a:pt x="4451" y="17416"/>
                    </a:lnTo>
                    <a:lnTo>
                      <a:pt x="9039" y="2831"/>
                    </a:lnTo>
                    <a:cubicBezTo>
                      <a:pt x="7145" y="1644"/>
                      <a:pt x="4565" y="1"/>
                      <a:pt x="45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41">
                <a:extLst>
                  <a:ext uri="{FF2B5EF4-FFF2-40B4-BE49-F238E27FC236}">
                    <a16:creationId xmlns:a16="http://schemas.microsoft.com/office/drawing/2014/main" id="{80F8B4AB-BC4A-924F-4786-52C00B75CBAA}"/>
                  </a:ext>
                </a:extLst>
              </p:cNvPr>
              <p:cNvSpPr/>
              <p:nvPr/>
            </p:nvSpPr>
            <p:spPr>
              <a:xfrm>
                <a:off x="4315948" y="3105987"/>
                <a:ext cx="289709" cy="154757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4829" extrusionOk="0">
                    <a:moveTo>
                      <a:pt x="4565" y="1"/>
                    </a:moveTo>
                    <a:cubicBezTo>
                      <a:pt x="4565" y="1"/>
                      <a:pt x="2192" y="1233"/>
                      <a:pt x="0" y="2146"/>
                    </a:cubicBezTo>
                    <a:lnTo>
                      <a:pt x="525" y="3950"/>
                    </a:lnTo>
                    <a:cubicBezTo>
                      <a:pt x="2237" y="4429"/>
                      <a:pt x="4246" y="4726"/>
                      <a:pt x="6391" y="4794"/>
                    </a:cubicBezTo>
                    <a:cubicBezTo>
                      <a:pt x="6734" y="4817"/>
                      <a:pt x="7076" y="4828"/>
                      <a:pt x="7416" y="4828"/>
                    </a:cubicBezTo>
                    <a:cubicBezTo>
                      <a:pt x="7755" y="4828"/>
                      <a:pt x="8092" y="4817"/>
                      <a:pt x="8423" y="4794"/>
                    </a:cubicBezTo>
                    <a:lnTo>
                      <a:pt x="9039" y="2831"/>
                    </a:lnTo>
                    <a:cubicBezTo>
                      <a:pt x="7099" y="1599"/>
                      <a:pt x="4565" y="1"/>
                      <a:pt x="4565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41">
                <a:extLst>
                  <a:ext uri="{FF2B5EF4-FFF2-40B4-BE49-F238E27FC236}">
                    <a16:creationId xmlns:a16="http://schemas.microsoft.com/office/drawing/2014/main" id="{3A700C5D-DB20-F326-5D64-DD84BF9447CF}"/>
                  </a:ext>
                </a:extLst>
              </p:cNvPr>
              <p:cNvSpPr/>
              <p:nvPr/>
            </p:nvSpPr>
            <p:spPr>
              <a:xfrm>
                <a:off x="4450552" y="3193030"/>
                <a:ext cx="18299" cy="4272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3331" extrusionOk="0">
                    <a:moveTo>
                      <a:pt x="548" y="1"/>
                    </a:moveTo>
                    <a:lnTo>
                      <a:pt x="0" y="138"/>
                    </a:lnTo>
                    <a:lnTo>
                      <a:pt x="365" y="13331"/>
                    </a:lnTo>
                    <a:lnTo>
                      <a:pt x="571" y="13331"/>
                    </a:lnTo>
                    <a:lnTo>
                      <a:pt x="5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41">
                <a:extLst>
                  <a:ext uri="{FF2B5EF4-FFF2-40B4-BE49-F238E27FC236}">
                    <a16:creationId xmlns:a16="http://schemas.microsoft.com/office/drawing/2014/main" id="{08449443-1285-6F30-FA5E-0B8CC614C8FB}"/>
                  </a:ext>
                </a:extLst>
              </p:cNvPr>
              <p:cNvSpPr/>
              <p:nvPr/>
            </p:nvSpPr>
            <p:spPr>
              <a:xfrm>
                <a:off x="4423471" y="3244981"/>
                <a:ext cx="19773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617" h="686" extrusionOk="0">
                    <a:moveTo>
                      <a:pt x="320" y="1"/>
                    </a:moveTo>
                    <a:cubicBezTo>
                      <a:pt x="160" y="1"/>
                      <a:pt x="46" y="160"/>
                      <a:pt x="1" y="343"/>
                    </a:cubicBezTo>
                    <a:cubicBezTo>
                      <a:pt x="1" y="548"/>
                      <a:pt x="115" y="685"/>
                      <a:pt x="297" y="685"/>
                    </a:cubicBezTo>
                    <a:cubicBezTo>
                      <a:pt x="480" y="685"/>
                      <a:pt x="617" y="526"/>
                      <a:pt x="617" y="343"/>
                    </a:cubicBezTo>
                    <a:cubicBezTo>
                      <a:pt x="617" y="160"/>
                      <a:pt x="503" y="1"/>
                      <a:pt x="3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41">
                <a:extLst>
                  <a:ext uri="{FF2B5EF4-FFF2-40B4-BE49-F238E27FC236}">
                    <a16:creationId xmlns:a16="http://schemas.microsoft.com/office/drawing/2014/main" id="{0A3C7C7B-D4E8-0008-F636-1136850CACD4}"/>
                  </a:ext>
                </a:extLst>
              </p:cNvPr>
              <p:cNvSpPr/>
              <p:nvPr/>
            </p:nvSpPr>
            <p:spPr>
              <a:xfrm>
                <a:off x="4424945" y="3293983"/>
                <a:ext cx="19036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686" extrusionOk="0">
                    <a:moveTo>
                      <a:pt x="320" y="1"/>
                    </a:moveTo>
                    <a:cubicBezTo>
                      <a:pt x="137" y="1"/>
                      <a:pt x="23" y="138"/>
                      <a:pt x="0" y="343"/>
                    </a:cubicBezTo>
                    <a:cubicBezTo>
                      <a:pt x="0" y="526"/>
                      <a:pt x="114" y="686"/>
                      <a:pt x="274" y="686"/>
                    </a:cubicBezTo>
                    <a:cubicBezTo>
                      <a:pt x="457" y="686"/>
                      <a:pt x="594" y="503"/>
                      <a:pt x="594" y="343"/>
                    </a:cubicBezTo>
                    <a:cubicBezTo>
                      <a:pt x="594" y="138"/>
                      <a:pt x="480" y="1"/>
                      <a:pt x="3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41">
                <a:extLst>
                  <a:ext uri="{FF2B5EF4-FFF2-40B4-BE49-F238E27FC236}">
                    <a16:creationId xmlns:a16="http://schemas.microsoft.com/office/drawing/2014/main" id="{EBC9CEAD-D800-C313-AE86-00C6532FC3F8}"/>
                  </a:ext>
                </a:extLst>
              </p:cNvPr>
              <p:cNvSpPr/>
              <p:nvPr/>
            </p:nvSpPr>
            <p:spPr>
              <a:xfrm>
                <a:off x="4426387" y="3342281"/>
                <a:ext cx="19805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86" extrusionOk="0">
                    <a:moveTo>
                      <a:pt x="320" y="0"/>
                    </a:moveTo>
                    <a:cubicBezTo>
                      <a:pt x="161" y="0"/>
                      <a:pt x="47" y="137"/>
                      <a:pt x="1" y="343"/>
                    </a:cubicBezTo>
                    <a:cubicBezTo>
                      <a:pt x="1" y="548"/>
                      <a:pt x="115" y="685"/>
                      <a:pt x="298" y="685"/>
                    </a:cubicBezTo>
                    <a:cubicBezTo>
                      <a:pt x="457" y="685"/>
                      <a:pt x="572" y="548"/>
                      <a:pt x="617" y="343"/>
                    </a:cubicBezTo>
                    <a:cubicBezTo>
                      <a:pt x="617" y="137"/>
                      <a:pt x="503" y="0"/>
                      <a:pt x="3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41">
                <a:extLst>
                  <a:ext uri="{FF2B5EF4-FFF2-40B4-BE49-F238E27FC236}">
                    <a16:creationId xmlns:a16="http://schemas.microsoft.com/office/drawing/2014/main" id="{295160D1-6185-DE41-1D05-800C29165455}"/>
                  </a:ext>
                </a:extLst>
              </p:cNvPr>
              <p:cNvSpPr/>
              <p:nvPr/>
            </p:nvSpPr>
            <p:spPr>
              <a:xfrm>
                <a:off x="4427862" y="3390546"/>
                <a:ext cx="19068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686" extrusionOk="0">
                    <a:moveTo>
                      <a:pt x="297" y="1"/>
                    </a:moveTo>
                    <a:cubicBezTo>
                      <a:pt x="138" y="1"/>
                      <a:pt x="23" y="138"/>
                      <a:pt x="1" y="343"/>
                    </a:cubicBezTo>
                    <a:cubicBezTo>
                      <a:pt x="1" y="549"/>
                      <a:pt x="115" y="686"/>
                      <a:pt x="274" y="686"/>
                    </a:cubicBezTo>
                    <a:cubicBezTo>
                      <a:pt x="457" y="686"/>
                      <a:pt x="594" y="549"/>
                      <a:pt x="594" y="343"/>
                    </a:cubicBezTo>
                    <a:cubicBezTo>
                      <a:pt x="594" y="138"/>
                      <a:pt x="480" y="1"/>
                      <a:pt x="2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41">
                <a:extLst>
                  <a:ext uri="{FF2B5EF4-FFF2-40B4-BE49-F238E27FC236}">
                    <a16:creationId xmlns:a16="http://schemas.microsoft.com/office/drawing/2014/main" id="{8C093E40-BCD8-484B-BDCA-B2B04A05179A}"/>
                  </a:ext>
                </a:extLst>
              </p:cNvPr>
              <p:cNvSpPr/>
              <p:nvPr/>
            </p:nvSpPr>
            <p:spPr>
              <a:xfrm>
                <a:off x="4428599" y="3438843"/>
                <a:ext cx="19036" cy="21953"/>
              </a:xfrm>
              <a:custGeom>
                <a:avLst/>
                <a:gdLst/>
                <a:ahLst/>
                <a:cxnLst/>
                <a:rect l="l" t="t" r="r" b="b"/>
                <a:pathLst>
                  <a:path w="594" h="685" extrusionOk="0">
                    <a:moveTo>
                      <a:pt x="320" y="0"/>
                    </a:moveTo>
                    <a:cubicBezTo>
                      <a:pt x="137" y="0"/>
                      <a:pt x="23" y="160"/>
                      <a:pt x="0" y="343"/>
                    </a:cubicBezTo>
                    <a:cubicBezTo>
                      <a:pt x="0" y="548"/>
                      <a:pt x="115" y="685"/>
                      <a:pt x="274" y="685"/>
                    </a:cubicBezTo>
                    <a:cubicBezTo>
                      <a:pt x="480" y="685"/>
                      <a:pt x="594" y="548"/>
                      <a:pt x="594" y="343"/>
                    </a:cubicBezTo>
                    <a:cubicBezTo>
                      <a:pt x="594" y="160"/>
                      <a:pt x="480" y="0"/>
                      <a:pt x="3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41">
                <a:extLst>
                  <a:ext uri="{FF2B5EF4-FFF2-40B4-BE49-F238E27FC236}">
                    <a16:creationId xmlns:a16="http://schemas.microsoft.com/office/drawing/2014/main" id="{CBE17736-40E0-5BFD-6CBB-D5DB7C6884DE}"/>
                  </a:ext>
                </a:extLst>
              </p:cNvPr>
              <p:cNvSpPr/>
              <p:nvPr/>
            </p:nvSpPr>
            <p:spPr>
              <a:xfrm>
                <a:off x="4443950" y="3682284"/>
                <a:ext cx="450652" cy="150078"/>
              </a:xfrm>
              <a:custGeom>
                <a:avLst/>
                <a:gdLst/>
                <a:ahLst/>
                <a:cxnLst/>
                <a:rect l="l" t="t" r="r" b="b"/>
                <a:pathLst>
                  <a:path w="14062" h="4683" extrusionOk="0">
                    <a:moveTo>
                      <a:pt x="10400" y="1"/>
                    </a:moveTo>
                    <a:cubicBezTo>
                      <a:pt x="7773" y="1"/>
                      <a:pt x="1" y="1238"/>
                      <a:pt x="1" y="1238"/>
                    </a:cubicBezTo>
                    <a:lnTo>
                      <a:pt x="549" y="4547"/>
                    </a:lnTo>
                    <a:cubicBezTo>
                      <a:pt x="549" y="4547"/>
                      <a:pt x="2577" y="4682"/>
                      <a:pt x="4994" y="4682"/>
                    </a:cubicBezTo>
                    <a:cubicBezTo>
                      <a:pt x="8015" y="4682"/>
                      <a:pt x="11642" y="4471"/>
                      <a:pt x="12669" y="3520"/>
                    </a:cubicBezTo>
                    <a:cubicBezTo>
                      <a:pt x="14061" y="2196"/>
                      <a:pt x="13148" y="553"/>
                      <a:pt x="11071" y="51"/>
                    </a:cubicBezTo>
                    <a:cubicBezTo>
                      <a:pt x="10924" y="16"/>
                      <a:pt x="10694" y="1"/>
                      <a:pt x="10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41">
                <a:extLst>
                  <a:ext uri="{FF2B5EF4-FFF2-40B4-BE49-F238E27FC236}">
                    <a16:creationId xmlns:a16="http://schemas.microsoft.com/office/drawing/2014/main" id="{580A84B2-E93B-3EB5-7C36-3F538B845452}"/>
                  </a:ext>
                </a:extLst>
              </p:cNvPr>
              <p:cNvSpPr/>
              <p:nvPr/>
            </p:nvSpPr>
            <p:spPr>
              <a:xfrm>
                <a:off x="4582207" y="3689751"/>
                <a:ext cx="300670" cy="98802"/>
              </a:xfrm>
              <a:custGeom>
                <a:avLst/>
                <a:gdLst/>
                <a:ahLst/>
                <a:cxnLst/>
                <a:rect l="l" t="t" r="r" b="b"/>
                <a:pathLst>
                  <a:path w="9382" h="3083" extrusionOk="0">
                    <a:moveTo>
                      <a:pt x="7214" y="0"/>
                    </a:moveTo>
                    <a:cubicBezTo>
                      <a:pt x="6848" y="46"/>
                      <a:pt x="6506" y="92"/>
                      <a:pt x="6141" y="137"/>
                    </a:cubicBezTo>
                    <a:cubicBezTo>
                      <a:pt x="2717" y="685"/>
                      <a:pt x="1" y="1712"/>
                      <a:pt x="115" y="2420"/>
                    </a:cubicBezTo>
                    <a:cubicBezTo>
                      <a:pt x="184" y="2846"/>
                      <a:pt x="1256" y="3082"/>
                      <a:pt x="2847" y="3082"/>
                    </a:cubicBezTo>
                    <a:cubicBezTo>
                      <a:pt x="3895" y="3082"/>
                      <a:pt x="5169" y="2980"/>
                      <a:pt x="6529" y="2762"/>
                    </a:cubicBezTo>
                    <a:cubicBezTo>
                      <a:pt x="7396" y="2625"/>
                      <a:pt x="8218" y="2443"/>
                      <a:pt x="8948" y="2283"/>
                    </a:cubicBezTo>
                    <a:cubicBezTo>
                      <a:pt x="9382" y="1256"/>
                      <a:pt x="8788" y="320"/>
                      <a:pt x="7214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41">
                <a:extLst>
                  <a:ext uri="{FF2B5EF4-FFF2-40B4-BE49-F238E27FC236}">
                    <a16:creationId xmlns:a16="http://schemas.microsoft.com/office/drawing/2014/main" id="{0856E937-F6C6-00E8-DD10-C1B1FBD50A3B}"/>
                  </a:ext>
                </a:extLst>
              </p:cNvPr>
              <p:cNvSpPr/>
              <p:nvPr/>
            </p:nvSpPr>
            <p:spPr>
              <a:xfrm>
                <a:off x="4516380" y="3697795"/>
                <a:ext cx="67332" cy="98770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3082" extrusionOk="0">
                    <a:moveTo>
                      <a:pt x="23" y="0"/>
                    </a:moveTo>
                    <a:lnTo>
                      <a:pt x="0" y="2945"/>
                    </a:lnTo>
                    <a:lnTo>
                      <a:pt x="2100" y="3082"/>
                    </a:lnTo>
                    <a:lnTo>
                      <a:pt x="1849" y="183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41">
                <a:extLst>
                  <a:ext uri="{FF2B5EF4-FFF2-40B4-BE49-F238E27FC236}">
                    <a16:creationId xmlns:a16="http://schemas.microsoft.com/office/drawing/2014/main" id="{E7A11B65-302F-B326-871A-C8ECB2894937}"/>
                  </a:ext>
                </a:extLst>
              </p:cNvPr>
              <p:cNvSpPr/>
              <p:nvPr/>
            </p:nvSpPr>
            <p:spPr>
              <a:xfrm>
                <a:off x="4056996" y="3637736"/>
                <a:ext cx="488660" cy="169659"/>
              </a:xfrm>
              <a:custGeom>
                <a:avLst/>
                <a:gdLst/>
                <a:ahLst/>
                <a:cxnLst/>
                <a:rect l="l" t="t" r="r" b="b"/>
                <a:pathLst>
                  <a:path w="15248" h="5294" extrusionOk="0">
                    <a:moveTo>
                      <a:pt x="4085" y="1"/>
                    </a:moveTo>
                    <a:cubicBezTo>
                      <a:pt x="4052" y="1"/>
                      <a:pt x="4022" y="1"/>
                      <a:pt x="3995" y="3"/>
                    </a:cubicBezTo>
                    <a:lnTo>
                      <a:pt x="0" y="3016"/>
                    </a:lnTo>
                    <a:cubicBezTo>
                      <a:pt x="1963" y="4963"/>
                      <a:pt x="7942" y="5293"/>
                      <a:pt x="11764" y="5293"/>
                    </a:cubicBezTo>
                    <a:cubicBezTo>
                      <a:pt x="13719" y="5293"/>
                      <a:pt x="15111" y="5207"/>
                      <a:pt x="15111" y="5207"/>
                    </a:cubicBezTo>
                    <a:lnTo>
                      <a:pt x="15247" y="1715"/>
                    </a:lnTo>
                    <a:cubicBezTo>
                      <a:pt x="15247" y="1715"/>
                      <a:pt x="5799" y="1"/>
                      <a:pt x="40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41">
                <a:extLst>
                  <a:ext uri="{FF2B5EF4-FFF2-40B4-BE49-F238E27FC236}">
                    <a16:creationId xmlns:a16="http://schemas.microsoft.com/office/drawing/2014/main" id="{65787A7B-671E-E36F-1905-D4076CA5CFD9}"/>
                  </a:ext>
                </a:extLst>
              </p:cNvPr>
              <p:cNvSpPr/>
              <p:nvPr/>
            </p:nvSpPr>
            <p:spPr>
              <a:xfrm>
                <a:off x="4056258" y="3687540"/>
                <a:ext cx="486481" cy="119858"/>
              </a:xfrm>
              <a:custGeom>
                <a:avLst/>
                <a:gdLst/>
                <a:ahLst/>
                <a:cxnLst/>
                <a:rect l="l" t="t" r="r" b="b"/>
                <a:pathLst>
                  <a:path w="15180" h="3740" extrusionOk="0">
                    <a:moveTo>
                      <a:pt x="1918" y="1"/>
                    </a:moveTo>
                    <a:lnTo>
                      <a:pt x="0" y="1462"/>
                    </a:lnTo>
                    <a:cubicBezTo>
                      <a:pt x="1963" y="3409"/>
                      <a:pt x="7932" y="3739"/>
                      <a:pt x="11747" y="3739"/>
                    </a:cubicBezTo>
                    <a:cubicBezTo>
                      <a:pt x="13699" y="3739"/>
                      <a:pt x="15088" y="3653"/>
                      <a:pt x="15088" y="3653"/>
                    </a:cubicBezTo>
                    <a:lnTo>
                      <a:pt x="15179" y="1758"/>
                    </a:lnTo>
                    <a:lnTo>
                      <a:pt x="15179" y="1758"/>
                    </a:lnTo>
                    <a:cubicBezTo>
                      <a:pt x="14666" y="1771"/>
                      <a:pt x="14010" y="1782"/>
                      <a:pt x="13260" y="1782"/>
                    </a:cubicBezTo>
                    <a:cubicBezTo>
                      <a:pt x="9811" y="1782"/>
                      <a:pt x="4393" y="1538"/>
                      <a:pt x="1918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41">
                <a:extLst>
                  <a:ext uri="{FF2B5EF4-FFF2-40B4-BE49-F238E27FC236}">
                    <a16:creationId xmlns:a16="http://schemas.microsoft.com/office/drawing/2014/main" id="{2FA210B0-C0D4-05A3-2AF7-F6D35B6391E0}"/>
                  </a:ext>
                </a:extLst>
              </p:cNvPr>
              <p:cNvSpPr/>
              <p:nvPr/>
            </p:nvSpPr>
            <p:spPr>
              <a:xfrm>
                <a:off x="4479812" y="3755996"/>
                <a:ext cx="27080" cy="24805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74" extrusionOk="0">
                    <a:moveTo>
                      <a:pt x="364" y="0"/>
                    </a:moveTo>
                    <a:cubicBezTo>
                      <a:pt x="334" y="0"/>
                      <a:pt x="304" y="4"/>
                      <a:pt x="274" y="10"/>
                    </a:cubicBezTo>
                    <a:cubicBezTo>
                      <a:pt x="91" y="79"/>
                      <a:pt x="0" y="307"/>
                      <a:pt x="91" y="467"/>
                    </a:cubicBezTo>
                    <a:cubicBezTo>
                      <a:pt x="150" y="662"/>
                      <a:pt x="308" y="774"/>
                      <a:pt x="481" y="774"/>
                    </a:cubicBezTo>
                    <a:cubicBezTo>
                      <a:pt x="511" y="774"/>
                      <a:pt x="541" y="770"/>
                      <a:pt x="571" y="764"/>
                    </a:cubicBezTo>
                    <a:cubicBezTo>
                      <a:pt x="731" y="718"/>
                      <a:pt x="845" y="490"/>
                      <a:pt x="776" y="307"/>
                    </a:cubicBezTo>
                    <a:cubicBezTo>
                      <a:pt x="698" y="112"/>
                      <a:pt x="537" y="0"/>
                      <a:pt x="3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41">
                <a:extLst>
                  <a:ext uri="{FF2B5EF4-FFF2-40B4-BE49-F238E27FC236}">
                    <a16:creationId xmlns:a16="http://schemas.microsoft.com/office/drawing/2014/main" id="{04E8885C-3CF4-B416-43BC-99DFEF7EC79D}"/>
                  </a:ext>
                </a:extLst>
              </p:cNvPr>
              <p:cNvSpPr/>
              <p:nvPr/>
            </p:nvSpPr>
            <p:spPr>
              <a:xfrm>
                <a:off x="4439559" y="3749426"/>
                <a:ext cx="27112" cy="24805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74" extrusionOk="0">
                    <a:moveTo>
                      <a:pt x="364" y="0"/>
                    </a:moveTo>
                    <a:cubicBezTo>
                      <a:pt x="335" y="0"/>
                      <a:pt x="305" y="3"/>
                      <a:pt x="275" y="10"/>
                    </a:cubicBezTo>
                    <a:cubicBezTo>
                      <a:pt x="92" y="78"/>
                      <a:pt x="1" y="284"/>
                      <a:pt x="92" y="466"/>
                    </a:cubicBezTo>
                    <a:cubicBezTo>
                      <a:pt x="151" y="661"/>
                      <a:pt x="309" y="773"/>
                      <a:pt x="482" y="773"/>
                    </a:cubicBezTo>
                    <a:cubicBezTo>
                      <a:pt x="511" y="773"/>
                      <a:pt x="541" y="770"/>
                      <a:pt x="571" y="763"/>
                    </a:cubicBezTo>
                    <a:cubicBezTo>
                      <a:pt x="731" y="740"/>
                      <a:pt x="845" y="512"/>
                      <a:pt x="777" y="307"/>
                    </a:cubicBezTo>
                    <a:cubicBezTo>
                      <a:pt x="699" y="112"/>
                      <a:pt x="538" y="0"/>
                      <a:pt x="3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41">
                <a:extLst>
                  <a:ext uri="{FF2B5EF4-FFF2-40B4-BE49-F238E27FC236}">
                    <a16:creationId xmlns:a16="http://schemas.microsoft.com/office/drawing/2014/main" id="{ECC118BC-0598-C170-C578-A9BF5D493362}"/>
                  </a:ext>
                </a:extLst>
              </p:cNvPr>
              <p:cNvSpPr/>
              <p:nvPr/>
            </p:nvSpPr>
            <p:spPr>
              <a:xfrm>
                <a:off x="4406645" y="2940680"/>
                <a:ext cx="113416" cy="252566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7881" extrusionOk="0">
                    <a:moveTo>
                      <a:pt x="3059" y="0"/>
                    </a:moveTo>
                    <a:lnTo>
                      <a:pt x="92" y="662"/>
                    </a:lnTo>
                    <a:cubicBezTo>
                      <a:pt x="92" y="662"/>
                      <a:pt x="366" y="3538"/>
                      <a:pt x="1" y="6186"/>
                    </a:cubicBezTo>
                    <a:cubicBezTo>
                      <a:pt x="454" y="7277"/>
                      <a:pt x="1020" y="7881"/>
                      <a:pt x="1672" y="7881"/>
                    </a:cubicBezTo>
                    <a:cubicBezTo>
                      <a:pt x="2235" y="7881"/>
                      <a:pt x="2862" y="7432"/>
                      <a:pt x="3539" y="6460"/>
                    </a:cubicBezTo>
                    <a:cubicBezTo>
                      <a:pt x="3219" y="4885"/>
                      <a:pt x="3059" y="0"/>
                      <a:pt x="3059" y="0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41">
                <a:extLst>
                  <a:ext uri="{FF2B5EF4-FFF2-40B4-BE49-F238E27FC236}">
                    <a16:creationId xmlns:a16="http://schemas.microsoft.com/office/drawing/2014/main" id="{7FBF8E25-5634-2066-DB9A-B7B0A7549145}"/>
                  </a:ext>
                </a:extLst>
              </p:cNvPr>
              <p:cNvSpPr/>
              <p:nvPr/>
            </p:nvSpPr>
            <p:spPr>
              <a:xfrm>
                <a:off x="4408120" y="3125023"/>
                <a:ext cx="86336" cy="68742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2145" extrusionOk="0">
                    <a:moveTo>
                      <a:pt x="909" y="1"/>
                    </a:moveTo>
                    <a:cubicBezTo>
                      <a:pt x="809" y="1"/>
                      <a:pt x="711" y="15"/>
                      <a:pt x="617" y="46"/>
                    </a:cubicBezTo>
                    <a:cubicBezTo>
                      <a:pt x="343" y="137"/>
                      <a:pt x="160" y="320"/>
                      <a:pt x="0" y="594"/>
                    </a:cubicBezTo>
                    <a:cubicBezTo>
                      <a:pt x="478" y="1594"/>
                      <a:pt x="1024" y="2145"/>
                      <a:pt x="1644" y="2145"/>
                    </a:cubicBezTo>
                    <a:cubicBezTo>
                      <a:pt x="1973" y="2145"/>
                      <a:pt x="2322" y="1990"/>
                      <a:pt x="2694" y="1666"/>
                    </a:cubicBezTo>
                    <a:cubicBezTo>
                      <a:pt x="2671" y="1621"/>
                      <a:pt x="2625" y="1552"/>
                      <a:pt x="2625" y="1530"/>
                    </a:cubicBezTo>
                    <a:cubicBezTo>
                      <a:pt x="2289" y="619"/>
                      <a:pt x="1558" y="1"/>
                      <a:pt x="909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41">
                <a:extLst>
                  <a:ext uri="{FF2B5EF4-FFF2-40B4-BE49-F238E27FC236}">
                    <a16:creationId xmlns:a16="http://schemas.microsoft.com/office/drawing/2014/main" id="{0919775B-B50D-D5F6-59DF-905AE5D3FE5D}"/>
                  </a:ext>
                </a:extLst>
              </p:cNvPr>
              <p:cNvSpPr/>
              <p:nvPr/>
            </p:nvSpPr>
            <p:spPr>
              <a:xfrm>
                <a:off x="4330562" y="2758516"/>
                <a:ext cx="237792" cy="361400"/>
              </a:xfrm>
              <a:custGeom>
                <a:avLst/>
                <a:gdLst/>
                <a:ahLst/>
                <a:cxnLst/>
                <a:rect l="l" t="t" r="r" b="b"/>
                <a:pathLst>
                  <a:path w="7420" h="11277" extrusionOk="0">
                    <a:moveTo>
                      <a:pt x="3489" y="1"/>
                    </a:moveTo>
                    <a:cubicBezTo>
                      <a:pt x="2234" y="1"/>
                      <a:pt x="410" y="1555"/>
                      <a:pt x="206" y="4954"/>
                    </a:cubicBezTo>
                    <a:cubicBezTo>
                      <a:pt x="1" y="8378"/>
                      <a:pt x="777" y="9701"/>
                      <a:pt x="3676" y="11276"/>
                    </a:cubicBezTo>
                    <a:cubicBezTo>
                      <a:pt x="3676" y="11276"/>
                      <a:pt x="6072" y="9998"/>
                      <a:pt x="6848" y="8857"/>
                    </a:cubicBezTo>
                    <a:cubicBezTo>
                      <a:pt x="7396" y="8058"/>
                      <a:pt x="7419" y="5524"/>
                      <a:pt x="7373" y="4452"/>
                    </a:cubicBezTo>
                    <a:cubicBezTo>
                      <a:pt x="5890" y="3584"/>
                      <a:pt x="4246" y="1484"/>
                      <a:pt x="3516" y="1"/>
                    </a:cubicBezTo>
                    <a:cubicBezTo>
                      <a:pt x="3507" y="1"/>
                      <a:pt x="3498" y="1"/>
                      <a:pt x="3489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41">
                <a:extLst>
                  <a:ext uri="{FF2B5EF4-FFF2-40B4-BE49-F238E27FC236}">
                    <a16:creationId xmlns:a16="http://schemas.microsoft.com/office/drawing/2014/main" id="{D2D7D266-09F5-E020-25C6-409DBCE2B537}"/>
                  </a:ext>
                </a:extLst>
              </p:cNvPr>
              <p:cNvSpPr/>
              <p:nvPr/>
            </p:nvSpPr>
            <p:spPr>
              <a:xfrm>
                <a:off x="4372994" y="3124254"/>
                <a:ext cx="179979" cy="122966"/>
              </a:xfrm>
              <a:custGeom>
                <a:avLst/>
                <a:gdLst/>
                <a:ahLst/>
                <a:cxnLst/>
                <a:rect l="l" t="t" r="r" b="b"/>
                <a:pathLst>
                  <a:path w="5616" h="3837" extrusionOk="0">
                    <a:moveTo>
                      <a:pt x="791" y="0"/>
                    </a:moveTo>
                    <a:cubicBezTo>
                      <a:pt x="728" y="0"/>
                      <a:pt x="663" y="24"/>
                      <a:pt x="617" y="70"/>
                    </a:cubicBezTo>
                    <a:lnTo>
                      <a:pt x="1" y="663"/>
                    </a:lnTo>
                    <a:cubicBezTo>
                      <a:pt x="183" y="1805"/>
                      <a:pt x="526" y="2832"/>
                      <a:pt x="1233" y="3631"/>
                    </a:cubicBezTo>
                    <a:lnTo>
                      <a:pt x="2694" y="2489"/>
                    </a:lnTo>
                    <a:lnTo>
                      <a:pt x="4086" y="3836"/>
                    </a:lnTo>
                    <a:cubicBezTo>
                      <a:pt x="4862" y="2923"/>
                      <a:pt x="5387" y="1987"/>
                      <a:pt x="5616" y="937"/>
                    </a:cubicBezTo>
                    <a:lnTo>
                      <a:pt x="4885" y="184"/>
                    </a:lnTo>
                    <a:cubicBezTo>
                      <a:pt x="4835" y="113"/>
                      <a:pt x="4771" y="83"/>
                      <a:pt x="4707" y="83"/>
                    </a:cubicBezTo>
                    <a:cubicBezTo>
                      <a:pt x="4627" y="83"/>
                      <a:pt x="4548" y="131"/>
                      <a:pt x="4497" y="207"/>
                    </a:cubicBezTo>
                    <a:cubicBezTo>
                      <a:pt x="4178" y="755"/>
                      <a:pt x="3447" y="1873"/>
                      <a:pt x="2648" y="1919"/>
                    </a:cubicBezTo>
                    <a:cubicBezTo>
                      <a:pt x="2628" y="1921"/>
                      <a:pt x="2607" y="1921"/>
                      <a:pt x="2586" y="1921"/>
                    </a:cubicBezTo>
                    <a:cubicBezTo>
                      <a:pt x="1841" y="1921"/>
                      <a:pt x="1272" y="739"/>
                      <a:pt x="1005" y="161"/>
                    </a:cubicBezTo>
                    <a:cubicBezTo>
                      <a:pt x="978" y="52"/>
                      <a:pt x="885" y="0"/>
                      <a:pt x="7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41">
                <a:extLst>
                  <a:ext uri="{FF2B5EF4-FFF2-40B4-BE49-F238E27FC236}">
                    <a16:creationId xmlns:a16="http://schemas.microsoft.com/office/drawing/2014/main" id="{6484E54B-3F6B-66D7-F8CE-2558C5D58097}"/>
                  </a:ext>
                </a:extLst>
              </p:cNvPr>
              <p:cNvSpPr/>
              <p:nvPr/>
            </p:nvSpPr>
            <p:spPr>
              <a:xfrm>
                <a:off x="4577817" y="2909657"/>
                <a:ext cx="46885" cy="76401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2384" extrusionOk="0">
                    <a:moveTo>
                      <a:pt x="984" y="1"/>
                    </a:moveTo>
                    <a:cubicBezTo>
                      <a:pt x="721" y="1"/>
                      <a:pt x="397" y="271"/>
                      <a:pt x="183" y="900"/>
                    </a:cubicBezTo>
                    <a:cubicBezTo>
                      <a:pt x="1" y="1470"/>
                      <a:pt x="161" y="2383"/>
                      <a:pt x="161" y="2383"/>
                    </a:cubicBezTo>
                    <a:cubicBezTo>
                      <a:pt x="161" y="2383"/>
                      <a:pt x="1325" y="1721"/>
                      <a:pt x="1416" y="763"/>
                    </a:cubicBezTo>
                    <a:cubicBezTo>
                      <a:pt x="1462" y="288"/>
                      <a:pt x="1256" y="1"/>
                      <a:pt x="984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41">
                <a:extLst>
                  <a:ext uri="{FF2B5EF4-FFF2-40B4-BE49-F238E27FC236}">
                    <a16:creationId xmlns:a16="http://schemas.microsoft.com/office/drawing/2014/main" id="{91C06F10-79AF-B5BA-C4E3-E17D5207B80F}"/>
                  </a:ext>
                </a:extLst>
              </p:cNvPr>
              <p:cNvSpPr/>
              <p:nvPr/>
            </p:nvSpPr>
            <p:spPr>
              <a:xfrm>
                <a:off x="4301302" y="2916323"/>
                <a:ext cx="22722" cy="70472"/>
              </a:xfrm>
              <a:custGeom>
                <a:avLst/>
                <a:gdLst/>
                <a:ahLst/>
                <a:cxnLst/>
                <a:rect l="l" t="t" r="r" b="b"/>
                <a:pathLst>
                  <a:path w="709" h="2199" extrusionOk="0">
                    <a:moveTo>
                      <a:pt x="238" y="1"/>
                    </a:moveTo>
                    <a:cubicBezTo>
                      <a:pt x="102" y="1"/>
                      <a:pt x="0" y="271"/>
                      <a:pt x="24" y="715"/>
                    </a:cubicBezTo>
                    <a:cubicBezTo>
                      <a:pt x="69" y="1559"/>
                      <a:pt x="663" y="2198"/>
                      <a:pt x="663" y="2198"/>
                    </a:cubicBezTo>
                    <a:cubicBezTo>
                      <a:pt x="663" y="2198"/>
                      <a:pt x="708" y="1354"/>
                      <a:pt x="640" y="829"/>
                    </a:cubicBezTo>
                    <a:cubicBezTo>
                      <a:pt x="528" y="248"/>
                      <a:pt x="368" y="1"/>
                      <a:pt x="238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41">
                <a:extLst>
                  <a:ext uri="{FF2B5EF4-FFF2-40B4-BE49-F238E27FC236}">
                    <a16:creationId xmlns:a16="http://schemas.microsoft.com/office/drawing/2014/main" id="{F32B8369-C588-4F55-8771-B81AE9F55C7D}"/>
                  </a:ext>
                </a:extLst>
              </p:cNvPr>
              <p:cNvSpPr/>
              <p:nvPr/>
            </p:nvSpPr>
            <p:spPr>
              <a:xfrm>
                <a:off x="4588809" y="2925393"/>
                <a:ext cx="24901" cy="42367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322" extrusionOk="0">
                    <a:moveTo>
                      <a:pt x="510" y="1"/>
                    </a:moveTo>
                    <a:cubicBezTo>
                      <a:pt x="362" y="1"/>
                      <a:pt x="182" y="150"/>
                      <a:pt x="69" y="500"/>
                    </a:cubicBezTo>
                    <a:cubicBezTo>
                      <a:pt x="0" y="820"/>
                      <a:pt x="69" y="1322"/>
                      <a:pt x="69" y="1322"/>
                    </a:cubicBezTo>
                    <a:cubicBezTo>
                      <a:pt x="69" y="1322"/>
                      <a:pt x="731" y="934"/>
                      <a:pt x="753" y="409"/>
                    </a:cubicBezTo>
                    <a:cubicBezTo>
                      <a:pt x="776" y="155"/>
                      <a:pt x="660" y="1"/>
                      <a:pt x="510" y="1"/>
                    </a:cubicBezTo>
                    <a:close/>
                  </a:path>
                </a:pathLst>
              </a:custGeom>
              <a:solidFill>
                <a:srgbClr val="CC4F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41">
                <a:extLst>
                  <a:ext uri="{FF2B5EF4-FFF2-40B4-BE49-F238E27FC236}">
                    <a16:creationId xmlns:a16="http://schemas.microsoft.com/office/drawing/2014/main" id="{83AB32CA-3845-E04D-3DD6-20A11E2461D8}"/>
                  </a:ext>
                </a:extLst>
              </p:cNvPr>
              <p:cNvSpPr/>
              <p:nvPr/>
            </p:nvSpPr>
            <p:spPr>
              <a:xfrm>
                <a:off x="4583682" y="2933886"/>
                <a:ext cx="19068" cy="29484"/>
              </a:xfrm>
              <a:custGeom>
                <a:avLst/>
                <a:gdLst/>
                <a:ahLst/>
                <a:cxnLst/>
                <a:rect l="l" t="t" r="r" b="b"/>
                <a:pathLst>
                  <a:path w="595" h="920" extrusionOk="0">
                    <a:moveTo>
                      <a:pt x="409" y="1"/>
                    </a:moveTo>
                    <a:cubicBezTo>
                      <a:pt x="307" y="1"/>
                      <a:pt x="181" y="105"/>
                      <a:pt x="92" y="349"/>
                    </a:cubicBezTo>
                    <a:cubicBezTo>
                      <a:pt x="0" y="577"/>
                      <a:pt x="92" y="920"/>
                      <a:pt x="92" y="920"/>
                    </a:cubicBezTo>
                    <a:cubicBezTo>
                      <a:pt x="92" y="920"/>
                      <a:pt x="548" y="669"/>
                      <a:pt x="571" y="304"/>
                    </a:cubicBezTo>
                    <a:cubicBezTo>
                      <a:pt x="594" y="116"/>
                      <a:pt x="516" y="1"/>
                      <a:pt x="409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41">
                <a:extLst>
                  <a:ext uri="{FF2B5EF4-FFF2-40B4-BE49-F238E27FC236}">
                    <a16:creationId xmlns:a16="http://schemas.microsoft.com/office/drawing/2014/main" id="{1FC08B5A-F9AC-C415-5F41-4832B75CE696}"/>
                  </a:ext>
                </a:extLst>
              </p:cNvPr>
              <p:cNvSpPr/>
              <p:nvPr/>
            </p:nvSpPr>
            <p:spPr>
              <a:xfrm>
                <a:off x="4471768" y="2918727"/>
                <a:ext cx="36598" cy="32945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028" extrusionOk="0">
                    <a:moveTo>
                      <a:pt x="571" y="1"/>
                    </a:moveTo>
                    <a:cubicBezTo>
                      <a:pt x="251" y="1"/>
                      <a:pt x="0" y="229"/>
                      <a:pt x="0" y="525"/>
                    </a:cubicBezTo>
                    <a:cubicBezTo>
                      <a:pt x="0" y="799"/>
                      <a:pt x="251" y="1028"/>
                      <a:pt x="571" y="1028"/>
                    </a:cubicBezTo>
                    <a:cubicBezTo>
                      <a:pt x="867" y="1028"/>
                      <a:pt x="1141" y="799"/>
                      <a:pt x="1141" y="525"/>
                    </a:cubicBezTo>
                    <a:cubicBezTo>
                      <a:pt x="1141" y="229"/>
                      <a:pt x="867" y="1"/>
                      <a:pt x="5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41">
                <a:extLst>
                  <a:ext uri="{FF2B5EF4-FFF2-40B4-BE49-F238E27FC236}">
                    <a16:creationId xmlns:a16="http://schemas.microsoft.com/office/drawing/2014/main" id="{2E0C9EB4-75DC-9944-A721-0F9BE4EFA06F}"/>
                  </a:ext>
                </a:extLst>
              </p:cNvPr>
              <p:cNvSpPr/>
              <p:nvPr/>
            </p:nvSpPr>
            <p:spPr>
              <a:xfrm>
                <a:off x="4464429" y="2911420"/>
                <a:ext cx="69543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2170" h="1074" extrusionOk="0">
                    <a:moveTo>
                      <a:pt x="754" y="0"/>
                    </a:moveTo>
                    <a:cubicBezTo>
                      <a:pt x="46" y="0"/>
                      <a:pt x="1" y="708"/>
                      <a:pt x="1" y="708"/>
                    </a:cubicBezTo>
                    <a:lnTo>
                      <a:pt x="298" y="708"/>
                    </a:lnTo>
                    <a:cubicBezTo>
                      <a:pt x="298" y="708"/>
                      <a:pt x="389" y="251"/>
                      <a:pt x="731" y="251"/>
                    </a:cubicBezTo>
                    <a:cubicBezTo>
                      <a:pt x="1074" y="251"/>
                      <a:pt x="1667" y="1027"/>
                      <a:pt x="2169" y="1073"/>
                    </a:cubicBezTo>
                    <a:cubicBezTo>
                      <a:pt x="1781" y="913"/>
                      <a:pt x="1165" y="0"/>
                      <a:pt x="7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41">
                <a:extLst>
                  <a:ext uri="{FF2B5EF4-FFF2-40B4-BE49-F238E27FC236}">
                    <a16:creationId xmlns:a16="http://schemas.microsoft.com/office/drawing/2014/main" id="{1EFFC396-23A0-9CCA-C897-86E839A36A6C}"/>
                  </a:ext>
                </a:extLst>
              </p:cNvPr>
              <p:cNvSpPr/>
              <p:nvPr/>
            </p:nvSpPr>
            <p:spPr>
              <a:xfrm>
                <a:off x="4359117" y="2918534"/>
                <a:ext cx="38040" cy="33201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036" extrusionOk="0">
                    <a:moveTo>
                      <a:pt x="613" y="0"/>
                    </a:moveTo>
                    <a:cubicBezTo>
                      <a:pt x="584" y="0"/>
                      <a:pt x="555" y="2"/>
                      <a:pt x="525" y="7"/>
                    </a:cubicBezTo>
                    <a:cubicBezTo>
                      <a:pt x="228" y="52"/>
                      <a:pt x="0" y="303"/>
                      <a:pt x="23" y="577"/>
                    </a:cubicBezTo>
                    <a:cubicBezTo>
                      <a:pt x="44" y="857"/>
                      <a:pt x="310" y="1036"/>
                      <a:pt x="589" y="1036"/>
                    </a:cubicBezTo>
                    <a:cubicBezTo>
                      <a:pt x="606" y="1036"/>
                      <a:pt x="622" y="1035"/>
                      <a:pt x="639" y="1034"/>
                    </a:cubicBezTo>
                    <a:cubicBezTo>
                      <a:pt x="959" y="988"/>
                      <a:pt x="1187" y="737"/>
                      <a:pt x="1164" y="463"/>
                    </a:cubicBezTo>
                    <a:cubicBezTo>
                      <a:pt x="1123" y="194"/>
                      <a:pt x="894" y="0"/>
                      <a:pt x="6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41">
                <a:extLst>
                  <a:ext uri="{FF2B5EF4-FFF2-40B4-BE49-F238E27FC236}">
                    <a16:creationId xmlns:a16="http://schemas.microsoft.com/office/drawing/2014/main" id="{6D794F69-0BE7-5CFC-45A9-FD269CF65152}"/>
                  </a:ext>
                </a:extLst>
              </p:cNvPr>
              <p:cNvSpPr/>
              <p:nvPr/>
            </p:nvSpPr>
            <p:spPr>
              <a:xfrm>
                <a:off x="4352515" y="2911420"/>
                <a:ext cx="71722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1074" extrusionOk="0">
                    <a:moveTo>
                      <a:pt x="799" y="0"/>
                    </a:moveTo>
                    <a:cubicBezTo>
                      <a:pt x="92" y="0"/>
                      <a:pt x="1" y="708"/>
                      <a:pt x="1" y="708"/>
                    </a:cubicBezTo>
                    <a:lnTo>
                      <a:pt x="320" y="708"/>
                    </a:lnTo>
                    <a:cubicBezTo>
                      <a:pt x="320" y="708"/>
                      <a:pt x="411" y="251"/>
                      <a:pt x="777" y="251"/>
                    </a:cubicBezTo>
                    <a:cubicBezTo>
                      <a:pt x="1142" y="251"/>
                      <a:pt x="1735" y="1027"/>
                      <a:pt x="2237" y="1073"/>
                    </a:cubicBezTo>
                    <a:cubicBezTo>
                      <a:pt x="1849" y="913"/>
                      <a:pt x="1210" y="0"/>
                      <a:pt x="7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41">
                <a:extLst>
                  <a:ext uri="{FF2B5EF4-FFF2-40B4-BE49-F238E27FC236}">
                    <a16:creationId xmlns:a16="http://schemas.microsoft.com/office/drawing/2014/main" id="{1646844E-1787-BDA3-87FD-41ABB6B437CD}"/>
                  </a:ext>
                </a:extLst>
              </p:cNvPr>
              <p:cNvSpPr/>
              <p:nvPr/>
            </p:nvSpPr>
            <p:spPr>
              <a:xfrm>
                <a:off x="4417638" y="2937732"/>
                <a:ext cx="32945" cy="5063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580" extrusionOk="0">
                    <a:moveTo>
                      <a:pt x="571" y="1"/>
                    </a:moveTo>
                    <a:cubicBezTo>
                      <a:pt x="228" y="617"/>
                      <a:pt x="0" y="1142"/>
                      <a:pt x="23" y="1325"/>
                    </a:cubicBezTo>
                    <a:cubicBezTo>
                      <a:pt x="41" y="1452"/>
                      <a:pt x="582" y="1580"/>
                      <a:pt x="824" y="1580"/>
                    </a:cubicBezTo>
                    <a:cubicBezTo>
                      <a:pt x="885" y="1580"/>
                      <a:pt x="927" y="1572"/>
                      <a:pt x="936" y="1553"/>
                    </a:cubicBezTo>
                    <a:cubicBezTo>
                      <a:pt x="1027" y="1462"/>
                      <a:pt x="251" y="1211"/>
                      <a:pt x="251" y="1142"/>
                    </a:cubicBezTo>
                    <a:cubicBezTo>
                      <a:pt x="274" y="1074"/>
                      <a:pt x="571" y="1"/>
                      <a:pt x="571" y="1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41">
                <a:extLst>
                  <a:ext uri="{FF2B5EF4-FFF2-40B4-BE49-F238E27FC236}">
                    <a16:creationId xmlns:a16="http://schemas.microsoft.com/office/drawing/2014/main" id="{3A1427F6-6C15-D4E1-E80A-4C1F9D16E2B5}"/>
                  </a:ext>
                </a:extLst>
              </p:cNvPr>
              <p:cNvSpPr/>
              <p:nvPr/>
            </p:nvSpPr>
            <p:spPr>
              <a:xfrm>
                <a:off x="4333511" y="2852162"/>
                <a:ext cx="65858" cy="55634"/>
              </a:xfrm>
              <a:custGeom>
                <a:avLst/>
                <a:gdLst/>
                <a:ahLst/>
                <a:cxnLst/>
                <a:rect l="l" t="t" r="r" b="b"/>
                <a:pathLst>
                  <a:path w="2055" h="1736" extrusionOk="0">
                    <a:moveTo>
                      <a:pt x="2009" y="0"/>
                    </a:moveTo>
                    <a:cubicBezTo>
                      <a:pt x="1256" y="251"/>
                      <a:pt x="594" y="845"/>
                      <a:pt x="0" y="1735"/>
                    </a:cubicBezTo>
                    <a:cubicBezTo>
                      <a:pt x="1141" y="845"/>
                      <a:pt x="2054" y="685"/>
                      <a:pt x="2054" y="685"/>
                    </a:cubicBezTo>
                    <a:lnTo>
                      <a:pt x="20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41">
                <a:extLst>
                  <a:ext uri="{FF2B5EF4-FFF2-40B4-BE49-F238E27FC236}">
                    <a16:creationId xmlns:a16="http://schemas.microsoft.com/office/drawing/2014/main" id="{46E8309A-1261-2BC2-1590-D5E4CEA41A8E}"/>
                  </a:ext>
                </a:extLst>
              </p:cNvPr>
              <p:cNvSpPr/>
              <p:nvPr/>
            </p:nvSpPr>
            <p:spPr>
              <a:xfrm>
                <a:off x="4476864" y="2849951"/>
                <a:ext cx="68069" cy="57109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782" extrusionOk="0">
                    <a:moveTo>
                      <a:pt x="1" y="1"/>
                    </a:moveTo>
                    <a:lnTo>
                      <a:pt x="24" y="686"/>
                    </a:lnTo>
                    <a:cubicBezTo>
                      <a:pt x="24" y="686"/>
                      <a:pt x="937" y="868"/>
                      <a:pt x="2124" y="1781"/>
                    </a:cubicBezTo>
                    <a:cubicBezTo>
                      <a:pt x="1485" y="891"/>
                      <a:pt x="800" y="275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41">
                <a:extLst>
                  <a:ext uri="{FF2B5EF4-FFF2-40B4-BE49-F238E27FC236}">
                    <a16:creationId xmlns:a16="http://schemas.microsoft.com/office/drawing/2014/main" id="{D28D16A9-28A6-3BBF-A4E8-30AEA63A24B1}"/>
                  </a:ext>
                </a:extLst>
              </p:cNvPr>
              <p:cNvSpPr/>
              <p:nvPr/>
            </p:nvSpPr>
            <p:spPr>
              <a:xfrm>
                <a:off x="4405908" y="3009905"/>
                <a:ext cx="73196" cy="3650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139" extrusionOk="0">
                    <a:moveTo>
                      <a:pt x="889" y="0"/>
                    </a:moveTo>
                    <a:cubicBezTo>
                      <a:pt x="221" y="0"/>
                      <a:pt x="1" y="602"/>
                      <a:pt x="1" y="602"/>
                    </a:cubicBezTo>
                    <a:cubicBezTo>
                      <a:pt x="189" y="1022"/>
                      <a:pt x="423" y="1139"/>
                      <a:pt x="710" y="1139"/>
                    </a:cubicBezTo>
                    <a:cubicBezTo>
                      <a:pt x="874" y="1139"/>
                      <a:pt x="1056" y="1100"/>
                      <a:pt x="1256" y="1059"/>
                    </a:cubicBezTo>
                    <a:cubicBezTo>
                      <a:pt x="1781" y="944"/>
                      <a:pt x="2283" y="762"/>
                      <a:pt x="2283" y="762"/>
                    </a:cubicBezTo>
                    <a:cubicBezTo>
                      <a:pt x="2283" y="762"/>
                      <a:pt x="1758" y="31"/>
                      <a:pt x="1028" y="9"/>
                    </a:cubicBezTo>
                    <a:cubicBezTo>
                      <a:pt x="979" y="3"/>
                      <a:pt x="933" y="0"/>
                      <a:pt x="8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41">
                <a:extLst>
                  <a:ext uri="{FF2B5EF4-FFF2-40B4-BE49-F238E27FC236}">
                    <a16:creationId xmlns:a16="http://schemas.microsoft.com/office/drawing/2014/main" id="{8F7131DF-C67B-DA05-D28C-74328DC3B214}"/>
                  </a:ext>
                </a:extLst>
              </p:cNvPr>
              <p:cNvSpPr/>
              <p:nvPr/>
            </p:nvSpPr>
            <p:spPr>
              <a:xfrm>
                <a:off x="4413953" y="3012789"/>
                <a:ext cx="49065" cy="14229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444" extrusionOk="0">
                    <a:moveTo>
                      <a:pt x="688" y="1"/>
                    </a:moveTo>
                    <a:cubicBezTo>
                      <a:pt x="279" y="1"/>
                      <a:pt x="84" y="278"/>
                      <a:pt x="1" y="444"/>
                    </a:cubicBezTo>
                    <a:lnTo>
                      <a:pt x="1530" y="444"/>
                    </a:lnTo>
                    <a:cubicBezTo>
                      <a:pt x="1370" y="215"/>
                      <a:pt x="1119" y="33"/>
                      <a:pt x="823" y="10"/>
                    </a:cubicBezTo>
                    <a:cubicBezTo>
                      <a:pt x="775" y="4"/>
                      <a:pt x="730" y="1"/>
                      <a:pt x="68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41">
                <a:extLst>
                  <a:ext uri="{FF2B5EF4-FFF2-40B4-BE49-F238E27FC236}">
                    <a16:creationId xmlns:a16="http://schemas.microsoft.com/office/drawing/2014/main" id="{6965BBC0-9EBF-2442-244C-FDB2D5AEF02F}"/>
                  </a:ext>
                </a:extLst>
              </p:cNvPr>
              <p:cNvSpPr/>
              <p:nvPr/>
            </p:nvSpPr>
            <p:spPr>
              <a:xfrm>
                <a:off x="4433726" y="3053010"/>
                <a:ext cx="28554" cy="7243"/>
              </a:xfrm>
              <a:custGeom>
                <a:avLst/>
                <a:gdLst/>
                <a:ahLst/>
                <a:cxnLst/>
                <a:rect l="l" t="t" r="r" b="b"/>
                <a:pathLst>
                  <a:path w="891" h="226" extrusionOk="0">
                    <a:moveTo>
                      <a:pt x="693" y="1"/>
                    </a:moveTo>
                    <a:cubicBezTo>
                      <a:pt x="498" y="1"/>
                      <a:pt x="200" y="27"/>
                      <a:pt x="0" y="170"/>
                    </a:cubicBezTo>
                    <a:cubicBezTo>
                      <a:pt x="104" y="207"/>
                      <a:pt x="206" y="225"/>
                      <a:pt x="305" y="225"/>
                    </a:cubicBezTo>
                    <a:cubicBezTo>
                      <a:pt x="511" y="225"/>
                      <a:pt x="706" y="149"/>
                      <a:pt x="890" y="10"/>
                    </a:cubicBezTo>
                    <a:cubicBezTo>
                      <a:pt x="890" y="10"/>
                      <a:pt x="810" y="1"/>
                      <a:pt x="693" y="1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7" name="Google Shape;1417;p41">
              <a:extLst>
                <a:ext uri="{FF2B5EF4-FFF2-40B4-BE49-F238E27FC236}">
                  <a16:creationId xmlns:a16="http://schemas.microsoft.com/office/drawing/2014/main" id="{2D5BFF13-9BAC-70AF-5EE2-F48AC6F2AF67}"/>
                </a:ext>
              </a:extLst>
            </p:cNvPr>
            <p:cNvGrpSpPr/>
            <p:nvPr/>
          </p:nvGrpSpPr>
          <p:grpSpPr>
            <a:xfrm>
              <a:off x="4089176" y="3335575"/>
              <a:ext cx="671555" cy="423540"/>
              <a:chOff x="4089172" y="3430799"/>
              <a:chExt cx="671555" cy="423540"/>
            </a:xfrm>
          </p:grpSpPr>
          <p:sp>
            <p:nvSpPr>
              <p:cNvPr id="1418" name="Google Shape;1418;p41">
                <a:extLst>
                  <a:ext uri="{FF2B5EF4-FFF2-40B4-BE49-F238E27FC236}">
                    <a16:creationId xmlns:a16="http://schemas.microsoft.com/office/drawing/2014/main" id="{334B21BE-D104-0A3D-F773-FDF58C665C30}"/>
                  </a:ext>
                </a:extLst>
              </p:cNvPr>
              <p:cNvSpPr/>
              <p:nvPr/>
            </p:nvSpPr>
            <p:spPr>
              <a:xfrm>
                <a:off x="4089909" y="3430799"/>
                <a:ext cx="670818" cy="423540"/>
              </a:xfrm>
              <a:custGeom>
                <a:avLst/>
                <a:gdLst/>
                <a:ahLst/>
                <a:cxnLst/>
                <a:rect l="l" t="t" r="r" b="b"/>
                <a:pathLst>
                  <a:path w="20932" h="13216" extrusionOk="0">
                    <a:moveTo>
                      <a:pt x="571" y="0"/>
                    </a:moveTo>
                    <a:cubicBezTo>
                      <a:pt x="274" y="0"/>
                      <a:pt x="0" y="251"/>
                      <a:pt x="0" y="594"/>
                    </a:cubicBezTo>
                    <a:lnTo>
                      <a:pt x="457" y="12851"/>
                    </a:lnTo>
                    <a:cubicBezTo>
                      <a:pt x="457" y="13033"/>
                      <a:pt x="639" y="13216"/>
                      <a:pt x="868" y="13216"/>
                    </a:cubicBezTo>
                    <a:lnTo>
                      <a:pt x="20064" y="13216"/>
                    </a:lnTo>
                    <a:cubicBezTo>
                      <a:pt x="20269" y="13216"/>
                      <a:pt x="20475" y="13033"/>
                      <a:pt x="20475" y="12851"/>
                    </a:cubicBezTo>
                    <a:lnTo>
                      <a:pt x="20931" y="594"/>
                    </a:lnTo>
                    <a:cubicBezTo>
                      <a:pt x="20931" y="297"/>
                      <a:pt x="20657" y="0"/>
                      <a:pt x="2036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41">
                <a:extLst>
                  <a:ext uri="{FF2B5EF4-FFF2-40B4-BE49-F238E27FC236}">
                    <a16:creationId xmlns:a16="http://schemas.microsoft.com/office/drawing/2014/main" id="{08B9F735-5E5B-9562-620D-4A3E00117CAB}"/>
                  </a:ext>
                </a:extLst>
              </p:cNvPr>
              <p:cNvSpPr/>
              <p:nvPr/>
            </p:nvSpPr>
            <p:spPr>
              <a:xfrm>
                <a:off x="4212784" y="3440285"/>
                <a:ext cx="460170" cy="414054"/>
              </a:xfrm>
              <a:custGeom>
                <a:avLst/>
                <a:gdLst/>
                <a:ahLst/>
                <a:cxnLst/>
                <a:rect l="l" t="t" r="r" b="b"/>
                <a:pathLst>
                  <a:path w="14359" h="12920" extrusionOk="0">
                    <a:moveTo>
                      <a:pt x="3585" y="1"/>
                    </a:moveTo>
                    <a:cubicBezTo>
                      <a:pt x="3425" y="1"/>
                      <a:pt x="3219" y="252"/>
                      <a:pt x="3128" y="572"/>
                    </a:cubicBezTo>
                    <a:lnTo>
                      <a:pt x="47" y="12555"/>
                    </a:lnTo>
                    <a:cubicBezTo>
                      <a:pt x="1" y="12737"/>
                      <a:pt x="47" y="12920"/>
                      <a:pt x="161" y="12920"/>
                    </a:cubicBezTo>
                    <a:lnTo>
                      <a:pt x="10364" y="12920"/>
                    </a:lnTo>
                    <a:cubicBezTo>
                      <a:pt x="10478" y="12920"/>
                      <a:pt x="10615" y="12737"/>
                      <a:pt x="10660" y="12555"/>
                    </a:cubicBezTo>
                    <a:lnTo>
                      <a:pt x="14244" y="572"/>
                    </a:lnTo>
                    <a:cubicBezTo>
                      <a:pt x="14358" y="252"/>
                      <a:pt x="14290" y="1"/>
                      <a:pt x="14130" y="1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41">
                <a:extLst>
                  <a:ext uri="{FF2B5EF4-FFF2-40B4-BE49-F238E27FC236}">
                    <a16:creationId xmlns:a16="http://schemas.microsoft.com/office/drawing/2014/main" id="{19735D6C-61FF-EFFA-5031-50823549CB10}"/>
                  </a:ext>
                </a:extLst>
              </p:cNvPr>
              <p:cNvSpPr/>
              <p:nvPr/>
            </p:nvSpPr>
            <p:spPr>
              <a:xfrm>
                <a:off x="4089172" y="3430799"/>
                <a:ext cx="670081" cy="36598"/>
              </a:xfrm>
              <a:custGeom>
                <a:avLst/>
                <a:gdLst/>
                <a:ahLst/>
                <a:cxnLst/>
                <a:rect l="l" t="t" r="r" b="b"/>
                <a:pathLst>
                  <a:path w="20909" h="1142" extrusionOk="0">
                    <a:moveTo>
                      <a:pt x="571" y="0"/>
                    </a:moveTo>
                    <a:cubicBezTo>
                      <a:pt x="252" y="0"/>
                      <a:pt x="0" y="251"/>
                      <a:pt x="0" y="594"/>
                    </a:cubicBezTo>
                    <a:lnTo>
                      <a:pt x="23" y="1141"/>
                    </a:lnTo>
                    <a:cubicBezTo>
                      <a:pt x="92" y="913"/>
                      <a:pt x="320" y="708"/>
                      <a:pt x="571" y="708"/>
                    </a:cubicBezTo>
                    <a:lnTo>
                      <a:pt x="20338" y="708"/>
                    </a:lnTo>
                    <a:cubicBezTo>
                      <a:pt x="20612" y="708"/>
                      <a:pt x="20840" y="890"/>
                      <a:pt x="20886" y="1141"/>
                    </a:cubicBezTo>
                    <a:lnTo>
                      <a:pt x="20908" y="594"/>
                    </a:lnTo>
                    <a:cubicBezTo>
                      <a:pt x="20908" y="297"/>
                      <a:pt x="20657" y="0"/>
                      <a:pt x="2033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41">
                <a:extLst>
                  <a:ext uri="{FF2B5EF4-FFF2-40B4-BE49-F238E27FC236}">
                    <a16:creationId xmlns:a16="http://schemas.microsoft.com/office/drawing/2014/main" id="{EE6E9496-FFA5-EDDC-3D7A-144950530367}"/>
                  </a:ext>
                </a:extLst>
              </p:cNvPr>
              <p:cNvSpPr/>
              <p:nvPr/>
            </p:nvSpPr>
            <p:spPr>
              <a:xfrm>
                <a:off x="4371552" y="3609277"/>
                <a:ext cx="106077" cy="89284"/>
              </a:xfrm>
              <a:custGeom>
                <a:avLst/>
                <a:gdLst/>
                <a:ahLst/>
                <a:cxnLst/>
                <a:rect l="l" t="t" r="r" b="b"/>
                <a:pathLst>
                  <a:path w="3310" h="2786" extrusionOk="0">
                    <a:moveTo>
                      <a:pt x="1666" y="0"/>
                    </a:moveTo>
                    <a:cubicBezTo>
                      <a:pt x="753" y="0"/>
                      <a:pt x="0" y="617"/>
                      <a:pt x="0" y="1393"/>
                    </a:cubicBezTo>
                    <a:cubicBezTo>
                      <a:pt x="0" y="2169"/>
                      <a:pt x="753" y="2785"/>
                      <a:pt x="1666" y="2785"/>
                    </a:cubicBezTo>
                    <a:cubicBezTo>
                      <a:pt x="2579" y="2785"/>
                      <a:pt x="3310" y="2169"/>
                      <a:pt x="3310" y="1393"/>
                    </a:cubicBezTo>
                    <a:cubicBezTo>
                      <a:pt x="3310" y="617"/>
                      <a:pt x="2579" y="0"/>
                      <a:pt x="166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41">
                <a:extLst>
                  <a:ext uri="{FF2B5EF4-FFF2-40B4-BE49-F238E27FC236}">
                    <a16:creationId xmlns:a16="http://schemas.microsoft.com/office/drawing/2014/main" id="{102A3093-0413-94C3-ED38-659471EE2A5A}"/>
                  </a:ext>
                </a:extLst>
              </p:cNvPr>
              <p:cNvSpPr/>
              <p:nvPr/>
            </p:nvSpPr>
            <p:spPr>
              <a:xfrm>
                <a:off x="4378859" y="3610751"/>
                <a:ext cx="91464" cy="79029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466" extrusionOk="0">
                    <a:moveTo>
                      <a:pt x="1438" y="0"/>
                    </a:moveTo>
                    <a:cubicBezTo>
                      <a:pt x="639" y="0"/>
                      <a:pt x="0" y="548"/>
                      <a:pt x="0" y="1233"/>
                    </a:cubicBezTo>
                    <a:cubicBezTo>
                      <a:pt x="0" y="1917"/>
                      <a:pt x="639" y="2465"/>
                      <a:pt x="1438" y="2465"/>
                    </a:cubicBezTo>
                    <a:cubicBezTo>
                      <a:pt x="2237" y="2465"/>
                      <a:pt x="2853" y="1917"/>
                      <a:pt x="2853" y="1233"/>
                    </a:cubicBezTo>
                    <a:cubicBezTo>
                      <a:pt x="2853" y="548"/>
                      <a:pt x="2237" y="0"/>
                      <a:pt x="14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23" name="Google Shape;1423;p41">
              <a:extLst>
                <a:ext uri="{FF2B5EF4-FFF2-40B4-BE49-F238E27FC236}">
                  <a16:creationId xmlns:a16="http://schemas.microsoft.com/office/drawing/2014/main" id="{B666CC30-66AE-A37F-5ACD-B44205988194}"/>
                </a:ext>
              </a:extLst>
            </p:cNvPr>
            <p:cNvSpPr/>
            <p:nvPr/>
          </p:nvSpPr>
          <p:spPr>
            <a:xfrm>
              <a:off x="3677775" y="4967056"/>
              <a:ext cx="1568960" cy="40192"/>
            </a:xfrm>
            <a:custGeom>
              <a:avLst/>
              <a:gdLst/>
              <a:ahLst/>
              <a:cxnLst/>
              <a:rect l="l" t="t" r="r" b="b"/>
              <a:pathLst>
                <a:path w="49030" h="1256" extrusionOk="0">
                  <a:moveTo>
                    <a:pt x="24515" y="1"/>
                  </a:moveTo>
                  <a:cubicBezTo>
                    <a:pt x="10957" y="1"/>
                    <a:pt x="0" y="275"/>
                    <a:pt x="0" y="617"/>
                  </a:cubicBezTo>
                  <a:cubicBezTo>
                    <a:pt x="0" y="959"/>
                    <a:pt x="11002" y="1256"/>
                    <a:pt x="24515" y="1256"/>
                  </a:cubicBezTo>
                  <a:cubicBezTo>
                    <a:pt x="38073" y="1256"/>
                    <a:pt x="49029" y="959"/>
                    <a:pt x="49029" y="617"/>
                  </a:cubicBezTo>
                  <a:cubicBezTo>
                    <a:pt x="49029" y="275"/>
                    <a:pt x="38027" y="1"/>
                    <a:pt x="2451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24" name="Google Shape;1424;p41">
              <a:extLst>
                <a:ext uri="{FF2B5EF4-FFF2-40B4-BE49-F238E27FC236}">
                  <a16:creationId xmlns:a16="http://schemas.microsoft.com/office/drawing/2014/main" id="{74A6F8E3-0027-F481-7A7C-C8DA73F760F6}"/>
                </a:ext>
              </a:extLst>
            </p:cNvPr>
            <p:cNvGrpSpPr/>
            <p:nvPr/>
          </p:nvGrpSpPr>
          <p:grpSpPr>
            <a:xfrm>
              <a:off x="3898267" y="3740829"/>
              <a:ext cx="1127976" cy="1247263"/>
              <a:chOff x="3898267" y="3740829"/>
              <a:chExt cx="1127976" cy="1247263"/>
            </a:xfrm>
          </p:grpSpPr>
          <p:sp>
            <p:nvSpPr>
              <p:cNvPr id="1425" name="Google Shape;1425;p41">
                <a:extLst>
                  <a:ext uri="{FF2B5EF4-FFF2-40B4-BE49-F238E27FC236}">
                    <a16:creationId xmlns:a16="http://schemas.microsoft.com/office/drawing/2014/main" id="{7E844FF6-DBCF-E220-7684-BEAB276E50B5}"/>
                  </a:ext>
                </a:extLst>
              </p:cNvPr>
              <p:cNvSpPr/>
              <p:nvPr/>
            </p:nvSpPr>
            <p:spPr>
              <a:xfrm>
                <a:off x="3941404" y="3770089"/>
                <a:ext cx="1042409" cy="1192359"/>
              </a:xfrm>
              <a:custGeom>
                <a:avLst/>
                <a:gdLst/>
                <a:ahLst/>
                <a:cxnLst/>
                <a:rect l="l" t="t" r="r" b="b"/>
                <a:pathLst>
                  <a:path w="32527" h="37206" extrusionOk="0">
                    <a:moveTo>
                      <a:pt x="1" y="0"/>
                    </a:moveTo>
                    <a:lnTo>
                      <a:pt x="1" y="37205"/>
                    </a:lnTo>
                    <a:lnTo>
                      <a:pt x="32527" y="37205"/>
                    </a:lnTo>
                    <a:lnTo>
                      <a:pt x="3252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41">
                <a:extLst>
                  <a:ext uri="{FF2B5EF4-FFF2-40B4-BE49-F238E27FC236}">
                    <a16:creationId xmlns:a16="http://schemas.microsoft.com/office/drawing/2014/main" id="{576E9CCC-9956-65E4-4B13-0A69EB9A9AC4}"/>
                  </a:ext>
                </a:extLst>
              </p:cNvPr>
              <p:cNvSpPr/>
              <p:nvPr/>
            </p:nvSpPr>
            <p:spPr>
              <a:xfrm>
                <a:off x="3967748" y="3770089"/>
                <a:ext cx="988281" cy="1192359"/>
              </a:xfrm>
              <a:custGeom>
                <a:avLst/>
                <a:gdLst/>
                <a:ahLst/>
                <a:cxnLst/>
                <a:rect l="l" t="t" r="r" b="b"/>
                <a:pathLst>
                  <a:path w="30838" h="37206" extrusionOk="0">
                    <a:moveTo>
                      <a:pt x="0" y="0"/>
                    </a:moveTo>
                    <a:lnTo>
                      <a:pt x="0" y="37205"/>
                    </a:lnTo>
                    <a:lnTo>
                      <a:pt x="30837" y="37205"/>
                    </a:lnTo>
                    <a:lnTo>
                      <a:pt x="3083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41">
                <a:extLst>
                  <a:ext uri="{FF2B5EF4-FFF2-40B4-BE49-F238E27FC236}">
                    <a16:creationId xmlns:a16="http://schemas.microsoft.com/office/drawing/2014/main" id="{1D44B248-D79B-2B49-9845-58CAA6881658}"/>
                  </a:ext>
                </a:extLst>
              </p:cNvPr>
              <p:cNvSpPr/>
              <p:nvPr/>
            </p:nvSpPr>
            <p:spPr>
              <a:xfrm>
                <a:off x="4057004" y="3770089"/>
                <a:ext cx="810513" cy="1191622"/>
              </a:xfrm>
              <a:custGeom>
                <a:avLst/>
                <a:gdLst/>
                <a:ahLst/>
                <a:cxnLst/>
                <a:rect l="l" t="t" r="r" b="b"/>
                <a:pathLst>
                  <a:path w="25291" h="37183" extrusionOk="0">
                    <a:moveTo>
                      <a:pt x="5866" y="0"/>
                    </a:moveTo>
                    <a:lnTo>
                      <a:pt x="0" y="37183"/>
                    </a:lnTo>
                    <a:lnTo>
                      <a:pt x="19447" y="37183"/>
                    </a:lnTo>
                    <a:lnTo>
                      <a:pt x="25291" y="0"/>
                    </a:ln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41">
                <a:extLst>
                  <a:ext uri="{FF2B5EF4-FFF2-40B4-BE49-F238E27FC236}">
                    <a16:creationId xmlns:a16="http://schemas.microsoft.com/office/drawing/2014/main" id="{45D34BDD-5711-874F-9F0E-8FE6209F8F8D}"/>
                  </a:ext>
                </a:extLst>
              </p:cNvPr>
              <p:cNvSpPr/>
              <p:nvPr/>
            </p:nvSpPr>
            <p:spPr>
              <a:xfrm>
                <a:off x="3967748" y="3770089"/>
                <a:ext cx="988281" cy="90726"/>
              </a:xfrm>
              <a:custGeom>
                <a:avLst/>
                <a:gdLst/>
                <a:ahLst/>
                <a:cxnLst/>
                <a:rect l="l" t="t" r="r" b="b"/>
                <a:pathLst>
                  <a:path w="30838" h="2831" extrusionOk="0">
                    <a:moveTo>
                      <a:pt x="0" y="0"/>
                    </a:moveTo>
                    <a:lnTo>
                      <a:pt x="0" y="2831"/>
                    </a:lnTo>
                    <a:lnTo>
                      <a:pt x="30837" y="2831"/>
                    </a:lnTo>
                    <a:lnTo>
                      <a:pt x="30837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41">
                <a:extLst>
                  <a:ext uri="{FF2B5EF4-FFF2-40B4-BE49-F238E27FC236}">
                    <a16:creationId xmlns:a16="http://schemas.microsoft.com/office/drawing/2014/main" id="{333680D6-9CE0-33F4-1264-8D906113825F}"/>
                  </a:ext>
                </a:extLst>
              </p:cNvPr>
              <p:cNvSpPr/>
              <p:nvPr/>
            </p:nvSpPr>
            <p:spPr>
              <a:xfrm>
                <a:off x="3919451" y="3740829"/>
                <a:ext cx="1086314" cy="56340"/>
              </a:xfrm>
              <a:custGeom>
                <a:avLst/>
                <a:gdLst/>
                <a:ahLst/>
                <a:cxnLst/>
                <a:rect l="l" t="t" r="r" b="b"/>
                <a:pathLst>
                  <a:path w="33897" h="1758" extrusionOk="0">
                    <a:moveTo>
                      <a:pt x="594" y="0"/>
                    </a:moveTo>
                    <a:cubicBezTo>
                      <a:pt x="252" y="0"/>
                      <a:pt x="1" y="251"/>
                      <a:pt x="1" y="548"/>
                    </a:cubicBezTo>
                    <a:lnTo>
                      <a:pt x="1" y="1210"/>
                    </a:lnTo>
                    <a:cubicBezTo>
                      <a:pt x="1" y="1530"/>
                      <a:pt x="252" y="1758"/>
                      <a:pt x="594" y="1758"/>
                    </a:cubicBezTo>
                    <a:lnTo>
                      <a:pt x="33280" y="1758"/>
                    </a:lnTo>
                    <a:cubicBezTo>
                      <a:pt x="33623" y="1758"/>
                      <a:pt x="33897" y="1507"/>
                      <a:pt x="33897" y="1210"/>
                    </a:cubicBezTo>
                    <a:lnTo>
                      <a:pt x="33897" y="548"/>
                    </a:lnTo>
                    <a:cubicBezTo>
                      <a:pt x="33897" y="229"/>
                      <a:pt x="33600" y="0"/>
                      <a:pt x="332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41">
                <a:extLst>
                  <a:ext uri="{FF2B5EF4-FFF2-40B4-BE49-F238E27FC236}">
                    <a16:creationId xmlns:a16="http://schemas.microsoft.com/office/drawing/2014/main" id="{1E9C9903-69EF-EBBA-38D6-1153EB77D31B}"/>
                  </a:ext>
                </a:extLst>
              </p:cNvPr>
              <p:cNvSpPr/>
              <p:nvPr/>
            </p:nvSpPr>
            <p:spPr>
              <a:xfrm>
                <a:off x="3898267" y="4905410"/>
                <a:ext cx="1127976" cy="82683"/>
              </a:xfrm>
              <a:custGeom>
                <a:avLst/>
                <a:gdLst/>
                <a:ahLst/>
                <a:cxnLst/>
                <a:rect l="l" t="t" r="r" b="b"/>
                <a:pathLst>
                  <a:path w="35197" h="2580" extrusionOk="0">
                    <a:moveTo>
                      <a:pt x="1301" y="0"/>
                    </a:moveTo>
                    <a:cubicBezTo>
                      <a:pt x="594" y="0"/>
                      <a:pt x="0" y="616"/>
                      <a:pt x="0" y="1324"/>
                    </a:cubicBezTo>
                    <a:lnTo>
                      <a:pt x="0" y="2579"/>
                    </a:lnTo>
                    <a:lnTo>
                      <a:pt x="35197" y="2579"/>
                    </a:lnTo>
                    <a:lnTo>
                      <a:pt x="35197" y="1324"/>
                    </a:lnTo>
                    <a:cubicBezTo>
                      <a:pt x="35197" y="616"/>
                      <a:pt x="34603" y="0"/>
                      <a:pt x="338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41">
                <a:extLst>
                  <a:ext uri="{FF2B5EF4-FFF2-40B4-BE49-F238E27FC236}">
                    <a16:creationId xmlns:a16="http://schemas.microsoft.com/office/drawing/2014/main" id="{CF5C11F3-CAD1-A25B-3F2D-5398B763DC31}"/>
                  </a:ext>
                </a:extLst>
              </p:cNvPr>
              <p:cNvSpPr/>
              <p:nvPr/>
            </p:nvSpPr>
            <p:spPr>
              <a:xfrm>
                <a:off x="4315219" y="3740829"/>
                <a:ext cx="295542" cy="56340"/>
              </a:xfrm>
              <a:custGeom>
                <a:avLst/>
                <a:gdLst/>
                <a:ahLst/>
                <a:cxnLst/>
                <a:rect l="l" t="t" r="r" b="b"/>
                <a:pathLst>
                  <a:path w="9222" h="1758" extrusionOk="0">
                    <a:moveTo>
                      <a:pt x="685" y="0"/>
                    </a:moveTo>
                    <a:cubicBezTo>
                      <a:pt x="594" y="0"/>
                      <a:pt x="457" y="251"/>
                      <a:pt x="343" y="548"/>
                    </a:cubicBezTo>
                    <a:lnTo>
                      <a:pt x="115" y="1210"/>
                    </a:lnTo>
                    <a:cubicBezTo>
                      <a:pt x="0" y="1530"/>
                      <a:pt x="0" y="1758"/>
                      <a:pt x="69" y="1758"/>
                    </a:cubicBezTo>
                    <a:lnTo>
                      <a:pt x="8514" y="1758"/>
                    </a:lnTo>
                    <a:cubicBezTo>
                      <a:pt x="8606" y="1758"/>
                      <a:pt x="8765" y="1507"/>
                      <a:pt x="8857" y="1210"/>
                    </a:cubicBezTo>
                    <a:lnTo>
                      <a:pt x="9085" y="548"/>
                    </a:lnTo>
                    <a:cubicBezTo>
                      <a:pt x="9176" y="229"/>
                      <a:pt x="9222" y="0"/>
                      <a:pt x="9131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41">
                <a:extLst>
                  <a:ext uri="{FF2B5EF4-FFF2-40B4-BE49-F238E27FC236}">
                    <a16:creationId xmlns:a16="http://schemas.microsoft.com/office/drawing/2014/main" id="{9F969AD6-C3A0-6CFE-0C2F-286A29FB16C1}"/>
                  </a:ext>
                </a:extLst>
              </p:cNvPr>
              <p:cNvSpPr/>
              <p:nvPr/>
            </p:nvSpPr>
            <p:spPr>
              <a:xfrm>
                <a:off x="4130876" y="4905410"/>
                <a:ext cx="656173" cy="82683"/>
              </a:xfrm>
              <a:custGeom>
                <a:avLst/>
                <a:gdLst/>
                <a:ahLst/>
                <a:cxnLst/>
                <a:rect l="l" t="t" r="r" b="b"/>
                <a:pathLst>
                  <a:path w="20475" h="2580" extrusionOk="0">
                    <a:moveTo>
                      <a:pt x="2260" y="0"/>
                    </a:moveTo>
                    <a:cubicBezTo>
                      <a:pt x="1735" y="0"/>
                      <a:pt x="1073" y="434"/>
                      <a:pt x="822" y="981"/>
                    </a:cubicBezTo>
                    <a:lnTo>
                      <a:pt x="1" y="2579"/>
                    </a:lnTo>
                    <a:lnTo>
                      <a:pt x="19448" y="2579"/>
                    </a:lnTo>
                    <a:lnTo>
                      <a:pt x="20247" y="981"/>
                    </a:lnTo>
                    <a:cubicBezTo>
                      <a:pt x="20475" y="434"/>
                      <a:pt x="20269" y="0"/>
                      <a:pt x="19722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3" name="Google Shape;1433;p41">
            <a:extLst>
              <a:ext uri="{FF2B5EF4-FFF2-40B4-BE49-F238E27FC236}">
                <a16:creationId xmlns:a16="http://schemas.microsoft.com/office/drawing/2014/main" id="{1B3574A1-DA47-1E5A-D93B-CB5659C4BF5C}"/>
              </a:ext>
            </a:extLst>
          </p:cNvPr>
          <p:cNvGrpSpPr/>
          <p:nvPr/>
        </p:nvGrpSpPr>
        <p:grpSpPr>
          <a:xfrm>
            <a:off x="9563202" y="2652173"/>
            <a:ext cx="2892448" cy="2418356"/>
            <a:chOff x="6069725" y="2652173"/>
            <a:chExt cx="2892448" cy="2418356"/>
          </a:xfrm>
        </p:grpSpPr>
        <p:sp>
          <p:nvSpPr>
            <p:cNvPr id="1434" name="Google Shape;1434;p41">
              <a:extLst>
                <a:ext uri="{FF2B5EF4-FFF2-40B4-BE49-F238E27FC236}">
                  <a16:creationId xmlns:a16="http://schemas.microsoft.com/office/drawing/2014/main" id="{298CA1DC-7465-429A-D64F-FB6C073047B1}"/>
                </a:ext>
              </a:extLst>
            </p:cNvPr>
            <p:cNvSpPr/>
            <p:nvPr/>
          </p:nvSpPr>
          <p:spPr>
            <a:xfrm>
              <a:off x="6069725" y="5028097"/>
              <a:ext cx="2892448" cy="42432"/>
            </a:xfrm>
            <a:custGeom>
              <a:avLst/>
              <a:gdLst/>
              <a:ahLst/>
              <a:cxnLst/>
              <a:rect l="l" t="t" r="r" b="b"/>
              <a:pathLst>
                <a:path w="90389" h="1326" extrusionOk="0">
                  <a:moveTo>
                    <a:pt x="45195" y="1"/>
                  </a:moveTo>
                  <a:cubicBezTo>
                    <a:pt x="20247" y="1"/>
                    <a:pt x="1" y="298"/>
                    <a:pt x="1" y="663"/>
                  </a:cubicBezTo>
                  <a:cubicBezTo>
                    <a:pt x="1" y="1028"/>
                    <a:pt x="20247" y="1325"/>
                    <a:pt x="45195" y="1325"/>
                  </a:cubicBezTo>
                  <a:cubicBezTo>
                    <a:pt x="46040" y="1326"/>
                    <a:pt x="46879" y="1326"/>
                    <a:pt x="47712" y="1326"/>
                  </a:cubicBezTo>
                  <a:cubicBezTo>
                    <a:pt x="71511" y="1326"/>
                    <a:pt x="90389" y="1016"/>
                    <a:pt x="90389" y="663"/>
                  </a:cubicBezTo>
                  <a:cubicBezTo>
                    <a:pt x="90389" y="298"/>
                    <a:pt x="70166" y="1"/>
                    <a:pt x="4519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5" name="Google Shape;1435;p41">
              <a:extLst>
                <a:ext uri="{FF2B5EF4-FFF2-40B4-BE49-F238E27FC236}">
                  <a16:creationId xmlns:a16="http://schemas.microsoft.com/office/drawing/2014/main" id="{4A6142DE-606F-223B-74FA-E59A244C2ED3}"/>
                </a:ext>
              </a:extLst>
            </p:cNvPr>
            <p:cNvGrpSpPr/>
            <p:nvPr/>
          </p:nvGrpSpPr>
          <p:grpSpPr>
            <a:xfrm>
              <a:off x="6672162" y="2652173"/>
              <a:ext cx="1152162" cy="1182616"/>
              <a:chOff x="6672162" y="2652173"/>
              <a:chExt cx="1152162" cy="1182616"/>
            </a:xfrm>
          </p:grpSpPr>
          <p:sp>
            <p:nvSpPr>
              <p:cNvPr id="1436" name="Google Shape;1436;p41">
                <a:extLst>
                  <a:ext uri="{FF2B5EF4-FFF2-40B4-BE49-F238E27FC236}">
                    <a16:creationId xmlns:a16="http://schemas.microsoft.com/office/drawing/2014/main" id="{E023CE21-B648-388D-5DAF-1D5491B50F60}"/>
                  </a:ext>
                </a:extLst>
              </p:cNvPr>
              <p:cNvSpPr/>
              <p:nvPr/>
            </p:nvSpPr>
            <p:spPr>
              <a:xfrm>
                <a:off x="7533884" y="3111557"/>
                <a:ext cx="286793" cy="705622"/>
              </a:xfrm>
              <a:custGeom>
                <a:avLst/>
                <a:gdLst/>
                <a:ahLst/>
                <a:cxnLst/>
                <a:rect l="l" t="t" r="r" b="b"/>
                <a:pathLst>
                  <a:path w="8949" h="22018" extrusionOk="0">
                    <a:moveTo>
                      <a:pt x="1827" y="1"/>
                    </a:moveTo>
                    <a:lnTo>
                      <a:pt x="1" y="9199"/>
                    </a:lnTo>
                    <a:cubicBezTo>
                      <a:pt x="1" y="9199"/>
                      <a:pt x="594" y="21730"/>
                      <a:pt x="1690" y="21981"/>
                    </a:cubicBezTo>
                    <a:cubicBezTo>
                      <a:pt x="1803" y="22005"/>
                      <a:pt x="1972" y="22017"/>
                      <a:pt x="2184" y="22017"/>
                    </a:cubicBezTo>
                    <a:cubicBezTo>
                      <a:pt x="3994" y="22017"/>
                      <a:pt x="8948" y="21155"/>
                      <a:pt x="8948" y="19562"/>
                    </a:cubicBezTo>
                    <a:cubicBezTo>
                      <a:pt x="8948" y="14632"/>
                      <a:pt x="5410" y="2671"/>
                      <a:pt x="18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41">
                <a:extLst>
                  <a:ext uri="{FF2B5EF4-FFF2-40B4-BE49-F238E27FC236}">
                    <a16:creationId xmlns:a16="http://schemas.microsoft.com/office/drawing/2014/main" id="{4A59224C-10B2-CB3E-AD20-63874CB2B392}"/>
                  </a:ext>
                </a:extLst>
              </p:cNvPr>
              <p:cNvSpPr/>
              <p:nvPr/>
            </p:nvSpPr>
            <p:spPr>
              <a:xfrm>
                <a:off x="7533884" y="3111557"/>
                <a:ext cx="286793" cy="705622"/>
              </a:xfrm>
              <a:custGeom>
                <a:avLst/>
                <a:gdLst/>
                <a:ahLst/>
                <a:cxnLst/>
                <a:rect l="l" t="t" r="r" b="b"/>
                <a:pathLst>
                  <a:path w="8949" h="22018" extrusionOk="0">
                    <a:moveTo>
                      <a:pt x="1827" y="1"/>
                    </a:moveTo>
                    <a:lnTo>
                      <a:pt x="1" y="9199"/>
                    </a:lnTo>
                    <a:cubicBezTo>
                      <a:pt x="1" y="9199"/>
                      <a:pt x="594" y="21730"/>
                      <a:pt x="1690" y="21981"/>
                    </a:cubicBezTo>
                    <a:cubicBezTo>
                      <a:pt x="1803" y="22005"/>
                      <a:pt x="1972" y="22017"/>
                      <a:pt x="2184" y="22017"/>
                    </a:cubicBezTo>
                    <a:cubicBezTo>
                      <a:pt x="3994" y="22017"/>
                      <a:pt x="8948" y="21155"/>
                      <a:pt x="8948" y="19562"/>
                    </a:cubicBezTo>
                    <a:cubicBezTo>
                      <a:pt x="8948" y="14632"/>
                      <a:pt x="5410" y="2671"/>
                      <a:pt x="1827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41">
                <a:extLst>
                  <a:ext uri="{FF2B5EF4-FFF2-40B4-BE49-F238E27FC236}">
                    <a16:creationId xmlns:a16="http://schemas.microsoft.com/office/drawing/2014/main" id="{FDC891D3-740D-AD11-E31A-4E0519E7BD2D}"/>
                  </a:ext>
                </a:extLst>
              </p:cNvPr>
              <p:cNvSpPr/>
              <p:nvPr/>
            </p:nvSpPr>
            <p:spPr>
              <a:xfrm>
                <a:off x="7548530" y="3111557"/>
                <a:ext cx="274327" cy="705622"/>
              </a:xfrm>
              <a:custGeom>
                <a:avLst/>
                <a:gdLst/>
                <a:ahLst/>
                <a:cxnLst/>
                <a:rect l="l" t="t" r="r" b="b"/>
                <a:pathLst>
                  <a:path w="8560" h="22018" extrusionOk="0">
                    <a:moveTo>
                      <a:pt x="1370" y="1"/>
                    </a:moveTo>
                    <a:lnTo>
                      <a:pt x="480" y="2511"/>
                    </a:lnTo>
                    <a:cubicBezTo>
                      <a:pt x="2077" y="2557"/>
                      <a:pt x="4337" y="6346"/>
                      <a:pt x="5136" y="11002"/>
                    </a:cubicBezTo>
                    <a:cubicBezTo>
                      <a:pt x="5981" y="15864"/>
                      <a:pt x="5341" y="20041"/>
                      <a:pt x="3698" y="20338"/>
                    </a:cubicBezTo>
                    <a:cubicBezTo>
                      <a:pt x="3635" y="20349"/>
                      <a:pt x="3572" y="20355"/>
                      <a:pt x="3508" y="20355"/>
                    </a:cubicBezTo>
                    <a:cubicBezTo>
                      <a:pt x="2297" y="20355"/>
                      <a:pt x="933" y="18331"/>
                      <a:pt x="0" y="15339"/>
                    </a:cubicBezTo>
                    <a:lnTo>
                      <a:pt x="0" y="15339"/>
                    </a:lnTo>
                    <a:cubicBezTo>
                      <a:pt x="274" y="18557"/>
                      <a:pt x="708" y="21844"/>
                      <a:pt x="1279" y="21981"/>
                    </a:cubicBezTo>
                    <a:cubicBezTo>
                      <a:pt x="1391" y="22005"/>
                      <a:pt x="1561" y="22017"/>
                      <a:pt x="1774" y="22017"/>
                    </a:cubicBezTo>
                    <a:cubicBezTo>
                      <a:pt x="3588" y="22017"/>
                      <a:pt x="8560" y="21155"/>
                      <a:pt x="8560" y="19562"/>
                    </a:cubicBezTo>
                    <a:cubicBezTo>
                      <a:pt x="8491" y="14632"/>
                      <a:pt x="4953" y="2671"/>
                      <a:pt x="13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41">
                <a:extLst>
                  <a:ext uri="{FF2B5EF4-FFF2-40B4-BE49-F238E27FC236}">
                    <a16:creationId xmlns:a16="http://schemas.microsoft.com/office/drawing/2014/main" id="{B86FF9C3-3505-B602-D7D8-2DEA336AEEC9}"/>
                  </a:ext>
                </a:extLst>
              </p:cNvPr>
              <p:cNvSpPr/>
              <p:nvPr/>
            </p:nvSpPr>
            <p:spPr>
              <a:xfrm>
                <a:off x="7548530" y="3111557"/>
                <a:ext cx="274327" cy="705622"/>
              </a:xfrm>
              <a:custGeom>
                <a:avLst/>
                <a:gdLst/>
                <a:ahLst/>
                <a:cxnLst/>
                <a:rect l="l" t="t" r="r" b="b"/>
                <a:pathLst>
                  <a:path w="8560" h="22018" extrusionOk="0">
                    <a:moveTo>
                      <a:pt x="1370" y="1"/>
                    </a:moveTo>
                    <a:lnTo>
                      <a:pt x="480" y="2511"/>
                    </a:lnTo>
                    <a:cubicBezTo>
                      <a:pt x="2077" y="2557"/>
                      <a:pt x="4337" y="6346"/>
                      <a:pt x="5136" y="11002"/>
                    </a:cubicBezTo>
                    <a:cubicBezTo>
                      <a:pt x="5981" y="15864"/>
                      <a:pt x="5341" y="20041"/>
                      <a:pt x="3698" y="20338"/>
                    </a:cubicBezTo>
                    <a:cubicBezTo>
                      <a:pt x="3635" y="20349"/>
                      <a:pt x="3572" y="20355"/>
                      <a:pt x="3508" y="20355"/>
                    </a:cubicBezTo>
                    <a:cubicBezTo>
                      <a:pt x="2297" y="20355"/>
                      <a:pt x="933" y="18331"/>
                      <a:pt x="0" y="15339"/>
                    </a:cubicBezTo>
                    <a:lnTo>
                      <a:pt x="0" y="15339"/>
                    </a:lnTo>
                    <a:cubicBezTo>
                      <a:pt x="274" y="18557"/>
                      <a:pt x="708" y="21844"/>
                      <a:pt x="1279" y="21981"/>
                    </a:cubicBezTo>
                    <a:cubicBezTo>
                      <a:pt x="1391" y="22005"/>
                      <a:pt x="1561" y="22017"/>
                      <a:pt x="1774" y="22017"/>
                    </a:cubicBezTo>
                    <a:cubicBezTo>
                      <a:pt x="3588" y="22017"/>
                      <a:pt x="8560" y="21155"/>
                      <a:pt x="8560" y="19562"/>
                    </a:cubicBezTo>
                    <a:cubicBezTo>
                      <a:pt x="8491" y="14632"/>
                      <a:pt x="4953" y="2671"/>
                      <a:pt x="137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41">
                <a:extLst>
                  <a:ext uri="{FF2B5EF4-FFF2-40B4-BE49-F238E27FC236}">
                    <a16:creationId xmlns:a16="http://schemas.microsoft.com/office/drawing/2014/main" id="{FAC86DC7-2C06-C92B-61DC-F0CE50706120}"/>
                  </a:ext>
                </a:extLst>
              </p:cNvPr>
              <p:cNvSpPr/>
              <p:nvPr/>
            </p:nvSpPr>
            <p:spPr>
              <a:xfrm>
                <a:off x="6994026" y="2930867"/>
                <a:ext cx="647424" cy="888805"/>
              </a:xfrm>
              <a:custGeom>
                <a:avLst/>
                <a:gdLst/>
                <a:ahLst/>
                <a:cxnLst/>
                <a:rect l="l" t="t" r="r" b="b"/>
                <a:pathLst>
                  <a:path w="20202" h="27734" extrusionOk="0">
                    <a:moveTo>
                      <a:pt x="9747" y="1"/>
                    </a:moveTo>
                    <a:cubicBezTo>
                      <a:pt x="7282" y="1"/>
                      <a:pt x="1142" y="4703"/>
                      <a:pt x="914" y="5753"/>
                    </a:cubicBezTo>
                    <a:cubicBezTo>
                      <a:pt x="412" y="8034"/>
                      <a:pt x="2623" y="16833"/>
                      <a:pt x="6" y="27711"/>
                    </a:cubicBezTo>
                    <a:lnTo>
                      <a:pt x="18649" y="27711"/>
                    </a:lnTo>
                    <a:cubicBezTo>
                      <a:pt x="18649" y="27711"/>
                      <a:pt x="20201" y="7259"/>
                      <a:pt x="18581" y="5684"/>
                    </a:cubicBezTo>
                    <a:cubicBezTo>
                      <a:pt x="16869" y="4064"/>
                      <a:pt x="12189" y="1"/>
                      <a:pt x="9747" y="1"/>
                    </a:cubicBezTo>
                    <a:close/>
                    <a:moveTo>
                      <a:pt x="1" y="27711"/>
                    </a:moveTo>
                    <a:lnTo>
                      <a:pt x="1" y="27733"/>
                    </a:lnTo>
                    <a:cubicBezTo>
                      <a:pt x="3" y="27726"/>
                      <a:pt x="4" y="27718"/>
                      <a:pt x="6" y="277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41">
                <a:extLst>
                  <a:ext uri="{FF2B5EF4-FFF2-40B4-BE49-F238E27FC236}">
                    <a16:creationId xmlns:a16="http://schemas.microsoft.com/office/drawing/2014/main" id="{679DE69E-71C3-C9D5-3A89-373232144E53}"/>
                  </a:ext>
                </a:extLst>
              </p:cNvPr>
              <p:cNvSpPr/>
              <p:nvPr/>
            </p:nvSpPr>
            <p:spPr>
              <a:xfrm>
                <a:off x="7008672" y="3111557"/>
                <a:ext cx="589610" cy="708122"/>
              </a:xfrm>
              <a:custGeom>
                <a:avLst/>
                <a:gdLst/>
                <a:ahLst/>
                <a:cxnLst/>
                <a:rect l="l" t="t" r="r" b="b"/>
                <a:pathLst>
                  <a:path w="18398" h="22096" extrusionOk="0">
                    <a:moveTo>
                      <a:pt x="525" y="1"/>
                    </a:moveTo>
                    <a:cubicBezTo>
                      <a:pt x="502" y="46"/>
                      <a:pt x="457" y="115"/>
                      <a:pt x="457" y="138"/>
                    </a:cubicBezTo>
                    <a:cubicBezTo>
                      <a:pt x="0" y="2192"/>
                      <a:pt x="1781" y="9587"/>
                      <a:pt x="183" y="19014"/>
                    </a:cubicBezTo>
                    <a:cubicBezTo>
                      <a:pt x="685" y="19105"/>
                      <a:pt x="1210" y="19197"/>
                      <a:pt x="1735" y="19288"/>
                    </a:cubicBezTo>
                    <a:cubicBezTo>
                      <a:pt x="5433" y="19950"/>
                      <a:pt x="8537" y="21045"/>
                      <a:pt x="10203" y="22095"/>
                    </a:cubicBezTo>
                    <a:lnTo>
                      <a:pt x="18146" y="22095"/>
                    </a:lnTo>
                    <a:cubicBezTo>
                      <a:pt x="18146" y="22095"/>
                      <a:pt x="18261" y="20612"/>
                      <a:pt x="18397" y="18398"/>
                    </a:cubicBezTo>
                    <a:cubicBezTo>
                      <a:pt x="14494" y="18398"/>
                      <a:pt x="9633" y="8240"/>
                      <a:pt x="5410" y="2283"/>
                    </a:cubicBezTo>
                    <a:cubicBezTo>
                      <a:pt x="4677" y="1241"/>
                      <a:pt x="3948" y="1003"/>
                      <a:pt x="3276" y="1003"/>
                    </a:cubicBezTo>
                    <a:cubicBezTo>
                      <a:pt x="2711" y="1003"/>
                      <a:pt x="2188" y="1171"/>
                      <a:pt x="1737" y="1171"/>
                    </a:cubicBezTo>
                    <a:cubicBezTo>
                      <a:pt x="1220" y="1171"/>
                      <a:pt x="800" y="950"/>
                      <a:pt x="525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41">
                <a:extLst>
                  <a:ext uri="{FF2B5EF4-FFF2-40B4-BE49-F238E27FC236}">
                    <a16:creationId xmlns:a16="http://schemas.microsoft.com/office/drawing/2014/main" id="{4BDEB542-2762-CA2A-51B3-3966F97E81D8}"/>
                  </a:ext>
                </a:extLst>
              </p:cNvPr>
              <p:cNvSpPr/>
              <p:nvPr/>
            </p:nvSpPr>
            <p:spPr>
              <a:xfrm>
                <a:off x="7131547" y="2933078"/>
                <a:ext cx="490134" cy="296279"/>
              </a:xfrm>
              <a:custGeom>
                <a:avLst/>
                <a:gdLst/>
                <a:ahLst/>
                <a:cxnLst/>
                <a:rect l="l" t="t" r="r" b="b"/>
                <a:pathLst>
                  <a:path w="15294" h="9245" extrusionOk="0">
                    <a:moveTo>
                      <a:pt x="5456" y="0"/>
                    </a:moveTo>
                    <a:cubicBezTo>
                      <a:pt x="4155" y="0"/>
                      <a:pt x="1918" y="1256"/>
                      <a:pt x="1" y="2625"/>
                    </a:cubicBezTo>
                    <a:cubicBezTo>
                      <a:pt x="1051" y="4474"/>
                      <a:pt x="3470" y="6323"/>
                      <a:pt x="6620" y="7418"/>
                    </a:cubicBezTo>
                    <a:cubicBezTo>
                      <a:pt x="9839" y="8560"/>
                      <a:pt x="13057" y="7738"/>
                      <a:pt x="15294" y="9244"/>
                    </a:cubicBezTo>
                    <a:cubicBezTo>
                      <a:pt x="15157" y="8080"/>
                      <a:pt x="14632" y="5821"/>
                      <a:pt x="14381" y="5570"/>
                    </a:cubicBezTo>
                    <a:cubicBezTo>
                      <a:pt x="12692" y="3926"/>
                      <a:pt x="7898" y="0"/>
                      <a:pt x="54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41">
                <a:extLst>
                  <a:ext uri="{FF2B5EF4-FFF2-40B4-BE49-F238E27FC236}">
                    <a16:creationId xmlns:a16="http://schemas.microsoft.com/office/drawing/2014/main" id="{36FE9969-6F33-2050-A210-E13D13E0FC4E}"/>
                  </a:ext>
                </a:extLst>
              </p:cNvPr>
              <p:cNvSpPr/>
              <p:nvPr/>
            </p:nvSpPr>
            <p:spPr>
              <a:xfrm>
                <a:off x="7604135" y="3235905"/>
                <a:ext cx="141201" cy="305060"/>
              </a:xfrm>
              <a:custGeom>
                <a:avLst/>
                <a:gdLst/>
                <a:ahLst/>
                <a:cxnLst/>
                <a:rect l="l" t="t" r="r" b="b"/>
                <a:pathLst>
                  <a:path w="4406" h="9519" extrusionOk="0">
                    <a:moveTo>
                      <a:pt x="0" y="1"/>
                    </a:moveTo>
                    <a:cubicBezTo>
                      <a:pt x="0" y="1"/>
                      <a:pt x="753" y="5411"/>
                      <a:pt x="594" y="8378"/>
                    </a:cubicBezTo>
                    <a:cubicBezTo>
                      <a:pt x="573" y="9018"/>
                      <a:pt x="1094" y="9489"/>
                      <a:pt x="1717" y="9489"/>
                    </a:cubicBezTo>
                    <a:cubicBezTo>
                      <a:pt x="1783" y="9489"/>
                      <a:pt x="1850" y="9484"/>
                      <a:pt x="1917" y="9473"/>
                    </a:cubicBezTo>
                    <a:cubicBezTo>
                      <a:pt x="2301" y="9397"/>
                      <a:pt x="2652" y="9364"/>
                      <a:pt x="2992" y="9364"/>
                    </a:cubicBezTo>
                    <a:cubicBezTo>
                      <a:pt x="3464" y="9364"/>
                      <a:pt x="3915" y="9426"/>
                      <a:pt x="4405" y="9519"/>
                    </a:cubicBezTo>
                    <a:cubicBezTo>
                      <a:pt x="3515" y="6050"/>
                      <a:pt x="1461" y="1873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41">
                <a:extLst>
                  <a:ext uri="{FF2B5EF4-FFF2-40B4-BE49-F238E27FC236}">
                    <a16:creationId xmlns:a16="http://schemas.microsoft.com/office/drawing/2014/main" id="{EB74B4C4-7F32-5C96-58B0-5DF9CAD21C92}"/>
                  </a:ext>
                </a:extLst>
              </p:cNvPr>
              <p:cNvSpPr/>
              <p:nvPr/>
            </p:nvSpPr>
            <p:spPr>
              <a:xfrm>
                <a:off x="7131547" y="2933078"/>
                <a:ext cx="490134" cy="296279"/>
              </a:xfrm>
              <a:custGeom>
                <a:avLst/>
                <a:gdLst/>
                <a:ahLst/>
                <a:cxnLst/>
                <a:rect l="l" t="t" r="r" b="b"/>
                <a:pathLst>
                  <a:path w="15294" h="9245" extrusionOk="0">
                    <a:moveTo>
                      <a:pt x="5456" y="0"/>
                    </a:moveTo>
                    <a:cubicBezTo>
                      <a:pt x="4155" y="0"/>
                      <a:pt x="1918" y="1256"/>
                      <a:pt x="1" y="2625"/>
                    </a:cubicBezTo>
                    <a:cubicBezTo>
                      <a:pt x="1051" y="4474"/>
                      <a:pt x="3470" y="6323"/>
                      <a:pt x="6620" y="7418"/>
                    </a:cubicBezTo>
                    <a:cubicBezTo>
                      <a:pt x="9839" y="8560"/>
                      <a:pt x="13057" y="7738"/>
                      <a:pt x="15294" y="9244"/>
                    </a:cubicBezTo>
                    <a:cubicBezTo>
                      <a:pt x="15157" y="8080"/>
                      <a:pt x="14632" y="5821"/>
                      <a:pt x="14381" y="5570"/>
                    </a:cubicBezTo>
                    <a:cubicBezTo>
                      <a:pt x="12692" y="3926"/>
                      <a:pt x="7898" y="0"/>
                      <a:pt x="545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41">
                <a:extLst>
                  <a:ext uri="{FF2B5EF4-FFF2-40B4-BE49-F238E27FC236}">
                    <a16:creationId xmlns:a16="http://schemas.microsoft.com/office/drawing/2014/main" id="{27F82EBE-34E0-3BB4-97D7-4C601E961FE4}"/>
                  </a:ext>
                </a:extLst>
              </p:cNvPr>
              <p:cNvSpPr/>
              <p:nvPr/>
            </p:nvSpPr>
            <p:spPr>
              <a:xfrm>
                <a:off x="7362713" y="2870904"/>
                <a:ext cx="92201" cy="46821"/>
              </a:xfrm>
              <a:custGeom>
                <a:avLst/>
                <a:gdLst/>
                <a:ahLst/>
                <a:cxnLst/>
                <a:rect l="l" t="t" r="r" b="b"/>
                <a:pathLst>
                  <a:path w="2877" h="1461" extrusionOk="0">
                    <a:moveTo>
                      <a:pt x="1" y="0"/>
                    </a:moveTo>
                    <a:lnTo>
                      <a:pt x="92" y="160"/>
                    </a:lnTo>
                    <a:lnTo>
                      <a:pt x="2877" y="1461"/>
                    </a:lnTo>
                    <a:lnTo>
                      <a:pt x="2877" y="1461"/>
                    </a:lnTo>
                    <a:lnTo>
                      <a:pt x="2831" y="118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F3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41">
                <a:extLst>
                  <a:ext uri="{FF2B5EF4-FFF2-40B4-BE49-F238E27FC236}">
                    <a16:creationId xmlns:a16="http://schemas.microsoft.com/office/drawing/2014/main" id="{BEF7FBD7-524F-6DB4-726A-C201697470FC}"/>
                  </a:ext>
                </a:extLst>
              </p:cNvPr>
              <p:cNvSpPr/>
              <p:nvPr/>
            </p:nvSpPr>
            <p:spPr>
              <a:xfrm>
                <a:off x="7182023" y="2965255"/>
                <a:ext cx="302080" cy="640822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19996" extrusionOk="0">
                    <a:moveTo>
                      <a:pt x="4794" y="1"/>
                    </a:moveTo>
                    <a:cubicBezTo>
                      <a:pt x="3813" y="1"/>
                      <a:pt x="2283" y="708"/>
                      <a:pt x="800" y="1644"/>
                    </a:cubicBezTo>
                    <a:cubicBezTo>
                      <a:pt x="275" y="1963"/>
                      <a:pt x="1" y="2534"/>
                      <a:pt x="24" y="3105"/>
                    </a:cubicBezTo>
                    <a:cubicBezTo>
                      <a:pt x="526" y="12395"/>
                      <a:pt x="5935" y="19973"/>
                      <a:pt x="6666" y="19995"/>
                    </a:cubicBezTo>
                    <a:cubicBezTo>
                      <a:pt x="6667" y="19995"/>
                      <a:pt x="6669" y="19996"/>
                      <a:pt x="6670" y="19996"/>
                    </a:cubicBezTo>
                    <a:cubicBezTo>
                      <a:pt x="7472" y="19996"/>
                      <a:pt x="9426" y="8137"/>
                      <a:pt x="8378" y="2078"/>
                    </a:cubicBezTo>
                    <a:cubicBezTo>
                      <a:pt x="8286" y="1598"/>
                      <a:pt x="8013" y="1187"/>
                      <a:pt x="7579" y="959"/>
                    </a:cubicBezTo>
                    <a:cubicBezTo>
                      <a:pt x="6529" y="389"/>
                      <a:pt x="5547" y="1"/>
                      <a:pt x="4794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41">
                <a:extLst>
                  <a:ext uri="{FF2B5EF4-FFF2-40B4-BE49-F238E27FC236}">
                    <a16:creationId xmlns:a16="http://schemas.microsoft.com/office/drawing/2014/main" id="{35CDBAA8-7A6E-8CE7-76E8-C72737B8305D}"/>
                  </a:ext>
                </a:extLst>
              </p:cNvPr>
              <p:cNvSpPr/>
              <p:nvPr/>
            </p:nvSpPr>
            <p:spPr>
              <a:xfrm>
                <a:off x="7160807" y="2950641"/>
                <a:ext cx="302817" cy="640822"/>
              </a:xfrm>
              <a:custGeom>
                <a:avLst/>
                <a:gdLst/>
                <a:ahLst/>
                <a:cxnLst/>
                <a:rect l="l" t="t" r="r" b="b"/>
                <a:pathLst>
                  <a:path w="9449" h="19996" extrusionOk="0">
                    <a:moveTo>
                      <a:pt x="4794" y="0"/>
                    </a:moveTo>
                    <a:cubicBezTo>
                      <a:pt x="3813" y="0"/>
                      <a:pt x="2306" y="730"/>
                      <a:pt x="800" y="1643"/>
                    </a:cubicBezTo>
                    <a:cubicBezTo>
                      <a:pt x="275" y="1963"/>
                      <a:pt x="1" y="2534"/>
                      <a:pt x="24" y="3104"/>
                    </a:cubicBezTo>
                    <a:cubicBezTo>
                      <a:pt x="526" y="12394"/>
                      <a:pt x="5936" y="19972"/>
                      <a:pt x="6666" y="19995"/>
                    </a:cubicBezTo>
                    <a:cubicBezTo>
                      <a:pt x="6667" y="19995"/>
                      <a:pt x="6669" y="19995"/>
                      <a:pt x="6671" y="19995"/>
                    </a:cubicBezTo>
                    <a:cubicBezTo>
                      <a:pt x="7472" y="19995"/>
                      <a:pt x="9449" y="8137"/>
                      <a:pt x="8378" y="2077"/>
                    </a:cubicBezTo>
                    <a:cubicBezTo>
                      <a:pt x="8309" y="1598"/>
                      <a:pt x="8013" y="1187"/>
                      <a:pt x="7579" y="959"/>
                    </a:cubicBezTo>
                    <a:cubicBezTo>
                      <a:pt x="6529" y="388"/>
                      <a:pt x="5547" y="0"/>
                      <a:pt x="47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41">
                <a:extLst>
                  <a:ext uri="{FF2B5EF4-FFF2-40B4-BE49-F238E27FC236}">
                    <a16:creationId xmlns:a16="http://schemas.microsoft.com/office/drawing/2014/main" id="{28BE4C55-5246-1793-CE8F-6D8D8851F179}"/>
                  </a:ext>
                </a:extLst>
              </p:cNvPr>
              <p:cNvSpPr/>
              <p:nvPr/>
            </p:nvSpPr>
            <p:spPr>
              <a:xfrm>
                <a:off x="7161544" y="2950641"/>
                <a:ext cx="278749" cy="640822"/>
              </a:xfrm>
              <a:custGeom>
                <a:avLst/>
                <a:gdLst/>
                <a:ahLst/>
                <a:cxnLst/>
                <a:rect l="l" t="t" r="r" b="b"/>
                <a:pathLst>
                  <a:path w="8698" h="19996" extrusionOk="0">
                    <a:moveTo>
                      <a:pt x="4771" y="0"/>
                    </a:moveTo>
                    <a:cubicBezTo>
                      <a:pt x="3835" y="0"/>
                      <a:pt x="2283" y="708"/>
                      <a:pt x="800" y="1643"/>
                    </a:cubicBezTo>
                    <a:cubicBezTo>
                      <a:pt x="297" y="1963"/>
                      <a:pt x="1" y="2534"/>
                      <a:pt x="24" y="3104"/>
                    </a:cubicBezTo>
                    <a:cubicBezTo>
                      <a:pt x="549" y="12394"/>
                      <a:pt x="5935" y="19972"/>
                      <a:pt x="6689" y="19995"/>
                    </a:cubicBezTo>
                    <a:cubicBezTo>
                      <a:pt x="6690" y="19995"/>
                      <a:pt x="6692" y="19995"/>
                      <a:pt x="6694" y="19995"/>
                    </a:cubicBezTo>
                    <a:cubicBezTo>
                      <a:pt x="6992" y="19995"/>
                      <a:pt x="7490" y="18244"/>
                      <a:pt x="7898" y="15704"/>
                    </a:cubicBezTo>
                    <a:cubicBezTo>
                      <a:pt x="7214" y="15476"/>
                      <a:pt x="6574" y="15110"/>
                      <a:pt x="5958" y="14608"/>
                    </a:cubicBezTo>
                    <a:cubicBezTo>
                      <a:pt x="3744" y="12714"/>
                      <a:pt x="3082" y="9861"/>
                      <a:pt x="4475" y="8171"/>
                    </a:cubicBezTo>
                    <a:cubicBezTo>
                      <a:pt x="5138" y="7413"/>
                      <a:pt x="6120" y="7037"/>
                      <a:pt x="7199" y="7037"/>
                    </a:cubicBezTo>
                    <a:cubicBezTo>
                      <a:pt x="7678" y="7037"/>
                      <a:pt x="8176" y="7111"/>
                      <a:pt x="8674" y="7258"/>
                    </a:cubicBezTo>
                    <a:cubicBezTo>
                      <a:pt x="8697" y="5364"/>
                      <a:pt x="8629" y="3561"/>
                      <a:pt x="8355" y="2077"/>
                    </a:cubicBezTo>
                    <a:cubicBezTo>
                      <a:pt x="8286" y="1598"/>
                      <a:pt x="7990" y="1187"/>
                      <a:pt x="7556" y="959"/>
                    </a:cubicBezTo>
                    <a:cubicBezTo>
                      <a:pt x="6506" y="388"/>
                      <a:pt x="5547" y="0"/>
                      <a:pt x="4771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41">
                <a:extLst>
                  <a:ext uri="{FF2B5EF4-FFF2-40B4-BE49-F238E27FC236}">
                    <a16:creationId xmlns:a16="http://schemas.microsoft.com/office/drawing/2014/main" id="{A8DD36FB-A4A6-5311-DD57-63B665724F22}"/>
                  </a:ext>
                </a:extLst>
              </p:cNvPr>
              <p:cNvSpPr/>
              <p:nvPr/>
            </p:nvSpPr>
            <p:spPr>
              <a:xfrm>
                <a:off x="7357585" y="3557128"/>
                <a:ext cx="466740" cy="277307"/>
              </a:xfrm>
              <a:custGeom>
                <a:avLst/>
                <a:gdLst/>
                <a:ahLst/>
                <a:cxnLst/>
                <a:rect l="l" t="t" r="r" b="b"/>
                <a:pathLst>
                  <a:path w="14564" h="8653" extrusionOk="0">
                    <a:moveTo>
                      <a:pt x="11217" y="1"/>
                    </a:moveTo>
                    <a:cubicBezTo>
                      <a:pt x="9166" y="1"/>
                      <a:pt x="1735" y="1550"/>
                      <a:pt x="754" y="2030"/>
                    </a:cubicBezTo>
                    <a:cubicBezTo>
                      <a:pt x="1" y="2463"/>
                      <a:pt x="69" y="8352"/>
                      <a:pt x="1416" y="8512"/>
                    </a:cubicBezTo>
                    <a:cubicBezTo>
                      <a:pt x="2068" y="8588"/>
                      <a:pt x="3232" y="8653"/>
                      <a:pt x="4604" y="8653"/>
                    </a:cubicBezTo>
                    <a:cubicBezTo>
                      <a:pt x="8561" y="8653"/>
                      <a:pt x="14251" y="8118"/>
                      <a:pt x="14404" y="5796"/>
                    </a:cubicBezTo>
                    <a:cubicBezTo>
                      <a:pt x="14563" y="2691"/>
                      <a:pt x="12623" y="386"/>
                      <a:pt x="11642" y="44"/>
                    </a:cubicBezTo>
                    <a:cubicBezTo>
                      <a:pt x="11554" y="14"/>
                      <a:pt x="11409" y="1"/>
                      <a:pt x="112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41">
                <a:extLst>
                  <a:ext uri="{FF2B5EF4-FFF2-40B4-BE49-F238E27FC236}">
                    <a16:creationId xmlns:a16="http://schemas.microsoft.com/office/drawing/2014/main" id="{0A3C8C3D-E3D9-CF18-2F13-381710A38A5B}"/>
                  </a:ext>
                </a:extLst>
              </p:cNvPr>
              <p:cNvSpPr/>
              <p:nvPr/>
            </p:nvSpPr>
            <p:spPr>
              <a:xfrm>
                <a:off x="7366366" y="3592157"/>
                <a:ext cx="455747" cy="242632"/>
              </a:xfrm>
              <a:custGeom>
                <a:avLst/>
                <a:gdLst/>
                <a:ahLst/>
                <a:cxnLst/>
                <a:rect l="l" t="t" r="r" b="b"/>
                <a:pathLst>
                  <a:path w="14221" h="7571" extrusionOk="0">
                    <a:moveTo>
                      <a:pt x="12623" y="1"/>
                    </a:moveTo>
                    <a:lnTo>
                      <a:pt x="12623" y="1"/>
                    </a:lnTo>
                    <a:cubicBezTo>
                      <a:pt x="12646" y="366"/>
                      <a:pt x="12669" y="754"/>
                      <a:pt x="12646" y="1119"/>
                    </a:cubicBezTo>
                    <a:cubicBezTo>
                      <a:pt x="12504" y="3437"/>
                      <a:pt x="6765" y="3958"/>
                      <a:pt x="2810" y="3958"/>
                    </a:cubicBezTo>
                    <a:cubicBezTo>
                      <a:pt x="1664" y="3958"/>
                      <a:pt x="667" y="3915"/>
                      <a:pt x="1" y="3858"/>
                    </a:cubicBezTo>
                    <a:lnTo>
                      <a:pt x="1" y="3858"/>
                    </a:lnTo>
                    <a:cubicBezTo>
                      <a:pt x="69" y="5547"/>
                      <a:pt x="412" y="7328"/>
                      <a:pt x="1142" y="7419"/>
                    </a:cubicBezTo>
                    <a:cubicBezTo>
                      <a:pt x="1815" y="7502"/>
                      <a:pt x="3007" y="7570"/>
                      <a:pt x="4405" y="7570"/>
                    </a:cubicBezTo>
                    <a:cubicBezTo>
                      <a:pt x="8363" y="7570"/>
                      <a:pt x="13972" y="7026"/>
                      <a:pt x="14107" y="4748"/>
                    </a:cubicBezTo>
                    <a:cubicBezTo>
                      <a:pt x="14221" y="2717"/>
                      <a:pt x="13445" y="1028"/>
                      <a:pt x="12623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41">
                <a:extLst>
                  <a:ext uri="{FF2B5EF4-FFF2-40B4-BE49-F238E27FC236}">
                    <a16:creationId xmlns:a16="http://schemas.microsoft.com/office/drawing/2014/main" id="{51995843-555A-4B55-604B-148E84A25A6D}"/>
                  </a:ext>
                </a:extLst>
              </p:cNvPr>
              <p:cNvSpPr/>
              <p:nvPr/>
            </p:nvSpPr>
            <p:spPr>
              <a:xfrm>
                <a:off x="7328325" y="3643210"/>
                <a:ext cx="122197" cy="185331"/>
              </a:xfrm>
              <a:custGeom>
                <a:avLst/>
                <a:gdLst/>
                <a:ahLst/>
                <a:cxnLst/>
                <a:rect l="l" t="t" r="r" b="b"/>
                <a:pathLst>
                  <a:path w="3813" h="5783" extrusionOk="0">
                    <a:moveTo>
                      <a:pt x="1707" y="1"/>
                    </a:moveTo>
                    <a:cubicBezTo>
                      <a:pt x="1657" y="1"/>
                      <a:pt x="1606" y="2"/>
                      <a:pt x="1553" y="5"/>
                    </a:cubicBezTo>
                    <a:cubicBezTo>
                      <a:pt x="47" y="97"/>
                      <a:pt x="1" y="1398"/>
                      <a:pt x="115" y="2996"/>
                    </a:cubicBezTo>
                    <a:cubicBezTo>
                      <a:pt x="182" y="4552"/>
                      <a:pt x="725" y="5783"/>
                      <a:pt x="2166" y="5783"/>
                    </a:cubicBezTo>
                    <a:cubicBezTo>
                      <a:pt x="2204" y="5783"/>
                      <a:pt x="2244" y="5782"/>
                      <a:pt x="2283" y="5780"/>
                    </a:cubicBezTo>
                    <a:cubicBezTo>
                      <a:pt x="3790" y="5689"/>
                      <a:pt x="3813" y="4365"/>
                      <a:pt x="3721" y="2767"/>
                    </a:cubicBezTo>
                    <a:cubicBezTo>
                      <a:pt x="3655" y="1224"/>
                      <a:pt x="3121" y="1"/>
                      <a:pt x="17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41">
                <a:extLst>
                  <a:ext uri="{FF2B5EF4-FFF2-40B4-BE49-F238E27FC236}">
                    <a16:creationId xmlns:a16="http://schemas.microsoft.com/office/drawing/2014/main" id="{E10FAA15-0D1B-4356-B018-C6E8ADEA6D95}"/>
                  </a:ext>
                </a:extLst>
              </p:cNvPr>
              <p:cNvSpPr/>
              <p:nvPr/>
            </p:nvSpPr>
            <p:spPr>
              <a:xfrm>
                <a:off x="7326883" y="3660837"/>
                <a:ext cx="78260" cy="165461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5163" extrusionOk="0">
                    <a:moveTo>
                      <a:pt x="819" y="0"/>
                    </a:moveTo>
                    <a:cubicBezTo>
                      <a:pt x="0" y="0"/>
                      <a:pt x="5" y="1161"/>
                      <a:pt x="160" y="2537"/>
                    </a:cubicBezTo>
                    <a:cubicBezTo>
                      <a:pt x="274" y="3975"/>
                      <a:pt x="662" y="5116"/>
                      <a:pt x="1552" y="5162"/>
                    </a:cubicBezTo>
                    <a:cubicBezTo>
                      <a:pt x="1561" y="5162"/>
                      <a:pt x="1570" y="5162"/>
                      <a:pt x="1578" y="5162"/>
                    </a:cubicBezTo>
                    <a:cubicBezTo>
                      <a:pt x="2442" y="5162"/>
                      <a:pt x="2396" y="4029"/>
                      <a:pt x="2283" y="2628"/>
                    </a:cubicBezTo>
                    <a:cubicBezTo>
                      <a:pt x="2169" y="1190"/>
                      <a:pt x="1781" y="49"/>
                      <a:pt x="890" y="3"/>
                    </a:cubicBezTo>
                    <a:cubicBezTo>
                      <a:pt x="866" y="1"/>
                      <a:pt x="842" y="0"/>
                      <a:pt x="819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41">
                <a:extLst>
                  <a:ext uri="{FF2B5EF4-FFF2-40B4-BE49-F238E27FC236}">
                    <a16:creationId xmlns:a16="http://schemas.microsoft.com/office/drawing/2014/main" id="{88B1D950-DA03-01B7-AF70-B3EEC7683ABA}"/>
                  </a:ext>
                </a:extLst>
              </p:cNvPr>
              <p:cNvSpPr/>
              <p:nvPr/>
            </p:nvSpPr>
            <p:spPr>
              <a:xfrm>
                <a:off x="6840417" y="3067682"/>
                <a:ext cx="207764" cy="545384"/>
              </a:xfrm>
              <a:custGeom>
                <a:avLst/>
                <a:gdLst/>
                <a:ahLst/>
                <a:cxnLst/>
                <a:rect l="l" t="t" r="r" b="b"/>
                <a:pathLst>
                  <a:path w="6483" h="17018" extrusionOk="0">
                    <a:moveTo>
                      <a:pt x="6483" y="0"/>
                    </a:moveTo>
                    <a:cubicBezTo>
                      <a:pt x="4702" y="160"/>
                      <a:pt x="3196" y="1438"/>
                      <a:pt x="2260" y="3378"/>
                    </a:cubicBezTo>
                    <a:cubicBezTo>
                      <a:pt x="1028" y="7829"/>
                      <a:pt x="0" y="14859"/>
                      <a:pt x="46" y="16046"/>
                    </a:cubicBezTo>
                    <a:cubicBezTo>
                      <a:pt x="66" y="16806"/>
                      <a:pt x="1152" y="17017"/>
                      <a:pt x="2353" y="17017"/>
                    </a:cubicBezTo>
                    <a:cubicBezTo>
                      <a:pt x="3859" y="17017"/>
                      <a:pt x="5547" y="16685"/>
                      <a:pt x="5547" y="16685"/>
                    </a:cubicBezTo>
                    <a:lnTo>
                      <a:pt x="64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41">
                <a:extLst>
                  <a:ext uri="{FF2B5EF4-FFF2-40B4-BE49-F238E27FC236}">
                    <a16:creationId xmlns:a16="http://schemas.microsoft.com/office/drawing/2014/main" id="{FD8F99EE-1470-FCDD-C86C-70B084A3FA72}"/>
                  </a:ext>
                </a:extLst>
              </p:cNvPr>
              <p:cNvSpPr/>
              <p:nvPr/>
            </p:nvSpPr>
            <p:spPr>
              <a:xfrm>
                <a:off x="7109625" y="2666723"/>
                <a:ext cx="325539" cy="352683"/>
              </a:xfrm>
              <a:custGeom>
                <a:avLst/>
                <a:gdLst/>
                <a:ahLst/>
                <a:cxnLst/>
                <a:rect l="l" t="t" r="r" b="b"/>
                <a:pathLst>
                  <a:path w="10158" h="11005" extrusionOk="0">
                    <a:moveTo>
                      <a:pt x="6034" y="0"/>
                    </a:moveTo>
                    <a:cubicBezTo>
                      <a:pt x="5576" y="0"/>
                      <a:pt x="5103" y="205"/>
                      <a:pt x="4679" y="779"/>
                    </a:cubicBezTo>
                    <a:cubicBezTo>
                      <a:pt x="4679" y="779"/>
                      <a:pt x="4406" y="720"/>
                      <a:pt x="4043" y="720"/>
                    </a:cubicBezTo>
                    <a:cubicBezTo>
                      <a:pt x="3421" y="720"/>
                      <a:pt x="2536" y="893"/>
                      <a:pt x="2306" y="1829"/>
                    </a:cubicBezTo>
                    <a:cubicBezTo>
                      <a:pt x="2306" y="1829"/>
                      <a:pt x="160" y="2263"/>
                      <a:pt x="160" y="3678"/>
                    </a:cubicBezTo>
                    <a:cubicBezTo>
                      <a:pt x="160" y="5116"/>
                      <a:pt x="548" y="5367"/>
                      <a:pt x="548" y="5367"/>
                    </a:cubicBezTo>
                    <a:cubicBezTo>
                      <a:pt x="548" y="5367"/>
                      <a:pt x="0" y="7467"/>
                      <a:pt x="936" y="8768"/>
                    </a:cubicBezTo>
                    <a:cubicBezTo>
                      <a:pt x="1872" y="10046"/>
                      <a:pt x="4109" y="11005"/>
                      <a:pt x="4109" y="11005"/>
                    </a:cubicBezTo>
                    <a:lnTo>
                      <a:pt x="8993" y="4522"/>
                    </a:lnTo>
                    <a:cubicBezTo>
                      <a:pt x="9975" y="4340"/>
                      <a:pt x="10157" y="2514"/>
                      <a:pt x="9678" y="2057"/>
                    </a:cubicBezTo>
                    <a:cubicBezTo>
                      <a:pt x="9176" y="1601"/>
                      <a:pt x="9359" y="802"/>
                      <a:pt x="9359" y="802"/>
                    </a:cubicBezTo>
                    <a:lnTo>
                      <a:pt x="9359" y="802"/>
                    </a:lnTo>
                    <a:cubicBezTo>
                      <a:pt x="9358" y="802"/>
                      <a:pt x="8354" y="893"/>
                      <a:pt x="8240" y="1281"/>
                    </a:cubicBezTo>
                    <a:cubicBezTo>
                      <a:pt x="8240" y="1281"/>
                      <a:pt x="7180" y="0"/>
                      <a:pt x="60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41">
                <a:extLst>
                  <a:ext uri="{FF2B5EF4-FFF2-40B4-BE49-F238E27FC236}">
                    <a16:creationId xmlns:a16="http://schemas.microsoft.com/office/drawing/2014/main" id="{799549B2-6A3B-5EA4-16CE-1FB6CBC7ABA2}"/>
                  </a:ext>
                </a:extLst>
              </p:cNvPr>
              <p:cNvSpPr/>
              <p:nvPr/>
            </p:nvSpPr>
            <p:spPr>
              <a:xfrm>
                <a:off x="7111067" y="2717263"/>
                <a:ext cx="325571" cy="303618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9474" extrusionOk="0">
                    <a:moveTo>
                      <a:pt x="2397" y="1"/>
                    </a:moveTo>
                    <a:lnTo>
                      <a:pt x="2397" y="1"/>
                    </a:lnTo>
                    <a:cubicBezTo>
                      <a:pt x="2264" y="109"/>
                      <a:pt x="2153" y="224"/>
                      <a:pt x="2063" y="344"/>
                    </a:cubicBezTo>
                    <a:lnTo>
                      <a:pt x="2063" y="344"/>
                    </a:lnTo>
                    <a:cubicBezTo>
                      <a:pt x="2225" y="296"/>
                      <a:pt x="2329" y="275"/>
                      <a:pt x="2329" y="275"/>
                    </a:cubicBezTo>
                    <a:cubicBezTo>
                      <a:pt x="2352" y="161"/>
                      <a:pt x="2375" y="92"/>
                      <a:pt x="2397" y="1"/>
                    </a:cubicBezTo>
                    <a:close/>
                    <a:moveTo>
                      <a:pt x="9428" y="115"/>
                    </a:moveTo>
                    <a:cubicBezTo>
                      <a:pt x="8606" y="594"/>
                      <a:pt x="4977" y="3082"/>
                      <a:pt x="3607" y="3082"/>
                    </a:cubicBezTo>
                    <a:cubicBezTo>
                      <a:pt x="2264" y="3082"/>
                      <a:pt x="1201" y="1492"/>
                      <a:pt x="2063" y="344"/>
                    </a:cubicBezTo>
                    <a:lnTo>
                      <a:pt x="2063" y="344"/>
                    </a:lnTo>
                    <a:cubicBezTo>
                      <a:pt x="1488" y="513"/>
                      <a:pt x="183" y="1020"/>
                      <a:pt x="183" y="2124"/>
                    </a:cubicBezTo>
                    <a:cubicBezTo>
                      <a:pt x="183" y="3562"/>
                      <a:pt x="549" y="3813"/>
                      <a:pt x="549" y="3813"/>
                    </a:cubicBezTo>
                    <a:cubicBezTo>
                      <a:pt x="549" y="3813"/>
                      <a:pt x="1" y="5935"/>
                      <a:pt x="959" y="7214"/>
                    </a:cubicBezTo>
                    <a:cubicBezTo>
                      <a:pt x="1895" y="8492"/>
                      <a:pt x="4109" y="9473"/>
                      <a:pt x="4109" y="9473"/>
                    </a:cubicBezTo>
                    <a:lnTo>
                      <a:pt x="8994" y="2922"/>
                    </a:lnTo>
                    <a:cubicBezTo>
                      <a:pt x="9998" y="2763"/>
                      <a:pt x="10158" y="937"/>
                      <a:pt x="9679" y="480"/>
                    </a:cubicBezTo>
                    <a:cubicBezTo>
                      <a:pt x="9542" y="366"/>
                      <a:pt x="9450" y="252"/>
                      <a:pt x="9428" y="115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41">
                <a:extLst>
                  <a:ext uri="{FF2B5EF4-FFF2-40B4-BE49-F238E27FC236}">
                    <a16:creationId xmlns:a16="http://schemas.microsoft.com/office/drawing/2014/main" id="{F9865B00-4273-5406-23EA-23585D59A26A}"/>
                  </a:ext>
                </a:extLst>
              </p:cNvPr>
              <p:cNvSpPr/>
              <p:nvPr/>
            </p:nvSpPr>
            <p:spPr>
              <a:xfrm>
                <a:off x="7308583" y="3029641"/>
                <a:ext cx="103898" cy="134728"/>
              </a:xfrm>
              <a:custGeom>
                <a:avLst/>
                <a:gdLst/>
                <a:ahLst/>
                <a:cxnLst/>
                <a:rect l="l" t="t" r="r" b="b"/>
                <a:pathLst>
                  <a:path w="3242" h="4204" extrusionOk="0">
                    <a:moveTo>
                      <a:pt x="2466" y="0"/>
                    </a:moveTo>
                    <a:lnTo>
                      <a:pt x="1" y="2579"/>
                    </a:lnTo>
                    <a:cubicBezTo>
                      <a:pt x="1" y="2579"/>
                      <a:pt x="1625" y="4204"/>
                      <a:pt x="1772" y="4204"/>
                    </a:cubicBezTo>
                    <a:cubicBezTo>
                      <a:pt x="1776" y="4204"/>
                      <a:pt x="1779" y="4202"/>
                      <a:pt x="1781" y="4200"/>
                    </a:cubicBezTo>
                    <a:cubicBezTo>
                      <a:pt x="3242" y="2374"/>
                      <a:pt x="2466" y="46"/>
                      <a:pt x="24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41">
                <a:extLst>
                  <a:ext uri="{FF2B5EF4-FFF2-40B4-BE49-F238E27FC236}">
                    <a16:creationId xmlns:a16="http://schemas.microsoft.com/office/drawing/2014/main" id="{0B66BCD8-258F-E9C2-59C0-9BE3F19482FE}"/>
                  </a:ext>
                </a:extLst>
              </p:cNvPr>
              <p:cNvSpPr/>
              <p:nvPr/>
            </p:nvSpPr>
            <p:spPr>
              <a:xfrm>
                <a:off x="7206188" y="3003297"/>
                <a:ext cx="120723" cy="167608"/>
              </a:xfrm>
              <a:custGeom>
                <a:avLst/>
                <a:gdLst/>
                <a:ahLst/>
                <a:cxnLst/>
                <a:rect l="l" t="t" r="r" b="b"/>
                <a:pathLst>
                  <a:path w="3767" h="5230" extrusionOk="0">
                    <a:moveTo>
                      <a:pt x="0" y="0"/>
                    </a:moveTo>
                    <a:cubicBezTo>
                      <a:pt x="0" y="1"/>
                      <a:pt x="274" y="3424"/>
                      <a:pt x="2625" y="5227"/>
                    </a:cubicBezTo>
                    <a:cubicBezTo>
                      <a:pt x="2627" y="5229"/>
                      <a:pt x="2629" y="5230"/>
                      <a:pt x="2632" y="5230"/>
                    </a:cubicBezTo>
                    <a:cubicBezTo>
                      <a:pt x="2773" y="5230"/>
                      <a:pt x="3766" y="2648"/>
                      <a:pt x="3766" y="264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41">
                <a:extLst>
                  <a:ext uri="{FF2B5EF4-FFF2-40B4-BE49-F238E27FC236}">
                    <a16:creationId xmlns:a16="http://schemas.microsoft.com/office/drawing/2014/main" id="{F7690A7D-A84B-D5C1-F4EB-0F4270BE6699}"/>
                  </a:ext>
                </a:extLst>
              </p:cNvPr>
              <p:cNvSpPr/>
              <p:nvPr/>
            </p:nvSpPr>
            <p:spPr>
              <a:xfrm>
                <a:off x="7300539" y="3156906"/>
                <a:ext cx="87810" cy="435269"/>
              </a:xfrm>
              <a:custGeom>
                <a:avLst/>
                <a:gdLst/>
                <a:ahLst/>
                <a:cxnLst/>
                <a:rect l="l" t="t" r="r" b="b"/>
                <a:pathLst>
                  <a:path w="2740" h="13582" extrusionOk="0">
                    <a:moveTo>
                      <a:pt x="914" y="1"/>
                    </a:moveTo>
                    <a:lnTo>
                      <a:pt x="526" y="138"/>
                    </a:lnTo>
                    <a:cubicBezTo>
                      <a:pt x="1" y="1735"/>
                      <a:pt x="411" y="9245"/>
                      <a:pt x="548" y="11642"/>
                    </a:cubicBezTo>
                    <a:cubicBezTo>
                      <a:pt x="1439" y="12874"/>
                      <a:pt x="2078" y="13559"/>
                      <a:pt x="2306" y="13582"/>
                    </a:cubicBezTo>
                    <a:cubicBezTo>
                      <a:pt x="2420" y="13582"/>
                      <a:pt x="2580" y="13353"/>
                      <a:pt x="2694" y="12897"/>
                    </a:cubicBezTo>
                    <a:cubicBezTo>
                      <a:pt x="2740" y="10477"/>
                      <a:pt x="914" y="1"/>
                      <a:pt x="9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41">
                <a:extLst>
                  <a:ext uri="{FF2B5EF4-FFF2-40B4-BE49-F238E27FC236}">
                    <a16:creationId xmlns:a16="http://schemas.microsoft.com/office/drawing/2014/main" id="{6572513F-B9A5-55F8-7CBB-81F9A12B6066}"/>
                  </a:ext>
                </a:extLst>
              </p:cNvPr>
              <p:cNvSpPr/>
              <p:nvPr/>
            </p:nvSpPr>
            <p:spPr>
              <a:xfrm>
                <a:off x="7304192" y="3110083"/>
                <a:ext cx="40284" cy="61499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19" extrusionOk="0">
                    <a:moveTo>
                      <a:pt x="1051" y="1"/>
                    </a:moveTo>
                    <a:lnTo>
                      <a:pt x="1" y="69"/>
                    </a:lnTo>
                    <a:lnTo>
                      <a:pt x="1" y="1302"/>
                    </a:lnTo>
                    <a:lnTo>
                      <a:pt x="548" y="1895"/>
                    </a:lnTo>
                    <a:lnTo>
                      <a:pt x="777" y="1918"/>
                    </a:lnTo>
                    <a:lnTo>
                      <a:pt x="1256" y="1256"/>
                    </a:lnTo>
                    <a:lnTo>
                      <a:pt x="10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41">
                <a:extLst>
                  <a:ext uri="{FF2B5EF4-FFF2-40B4-BE49-F238E27FC236}">
                    <a16:creationId xmlns:a16="http://schemas.microsoft.com/office/drawing/2014/main" id="{C76DF96B-E47C-EEB1-E9F0-DBB10C88B9AD}"/>
                  </a:ext>
                </a:extLst>
              </p:cNvPr>
              <p:cNvSpPr/>
              <p:nvPr/>
            </p:nvSpPr>
            <p:spPr>
              <a:xfrm>
                <a:off x="7161544" y="3009162"/>
                <a:ext cx="179242" cy="553749"/>
              </a:xfrm>
              <a:custGeom>
                <a:avLst/>
                <a:gdLst/>
                <a:ahLst/>
                <a:cxnLst/>
                <a:rect l="l" t="t" r="r" b="b"/>
                <a:pathLst>
                  <a:path w="5593" h="17279" extrusionOk="0">
                    <a:moveTo>
                      <a:pt x="571" y="0"/>
                    </a:moveTo>
                    <a:cubicBezTo>
                      <a:pt x="206" y="297"/>
                      <a:pt x="1" y="799"/>
                      <a:pt x="24" y="1301"/>
                    </a:cubicBezTo>
                    <a:cubicBezTo>
                      <a:pt x="434" y="8559"/>
                      <a:pt x="3790" y="14836"/>
                      <a:pt x="5593" y="17279"/>
                    </a:cubicBezTo>
                    <a:cubicBezTo>
                      <a:pt x="4292" y="14791"/>
                      <a:pt x="1462" y="7350"/>
                      <a:pt x="5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41">
                <a:extLst>
                  <a:ext uri="{FF2B5EF4-FFF2-40B4-BE49-F238E27FC236}">
                    <a16:creationId xmlns:a16="http://schemas.microsoft.com/office/drawing/2014/main" id="{F7D0E318-5E1E-4BC0-B37A-66382DD5F1B8}"/>
                  </a:ext>
                </a:extLst>
              </p:cNvPr>
              <p:cNvSpPr/>
              <p:nvPr/>
            </p:nvSpPr>
            <p:spPr>
              <a:xfrm>
                <a:off x="7362713" y="2980606"/>
                <a:ext cx="111910" cy="617427"/>
              </a:xfrm>
              <a:custGeom>
                <a:avLst/>
                <a:gdLst/>
                <a:ahLst/>
                <a:cxnLst/>
                <a:rect l="l" t="t" r="r" b="b"/>
                <a:pathLst>
                  <a:path w="3492" h="19266" extrusionOk="0">
                    <a:moveTo>
                      <a:pt x="1233" y="1"/>
                    </a:moveTo>
                    <a:cubicBezTo>
                      <a:pt x="1598" y="6940"/>
                      <a:pt x="594" y="18124"/>
                      <a:pt x="1" y="18969"/>
                    </a:cubicBezTo>
                    <a:cubicBezTo>
                      <a:pt x="183" y="19151"/>
                      <a:pt x="320" y="19265"/>
                      <a:pt x="412" y="19265"/>
                    </a:cubicBezTo>
                    <a:cubicBezTo>
                      <a:pt x="412" y="19265"/>
                      <a:pt x="413" y="19265"/>
                      <a:pt x="414" y="19265"/>
                    </a:cubicBezTo>
                    <a:cubicBezTo>
                      <a:pt x="1169" y="19265"/>
                      <a:pt x="3492" y="7117"/>
                      <a:pt x="2397" y="1028"/>
                    </a:cubicBezTo>
                    <a:cubicBezTo>
                      <a:pt x="2306" y="549"/>
                      <a:pt x="1690" y="252"/>
                      <a:pt x="1279" y="24"/>
                    </a:cubicBezTo>
                    <a:cubicBezTo>
                      <a:pt x="1256" y="24"/>
                      <a:pt x="1256" y="1"/>
                      <a:pt x="1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41">
                <a:extLst>
                  <a:ext uri="{FF2B5EF4-FFF2-40B4-BE49-F238E27FC236}">
                    <a16:creationId xmlns:a16="http://schemas.microsoft.com/office/drawing/2014/main" id="{BBA71898-5842-21B5-7FCE-E9069ACAC42B}"/>
                  </a:ext>
                </a:extLst>
              </p:cNvPr>
              <p:cNvSpPr/>
              <p:nvPr/>
            </p:nvSpPr>
            <p:spPr>
              <a:xfrm>
                <a:off x="7402229" y="2980606"/>
                <a:ext cx="48296" cy="20632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6438" extrusionOk="0">
                    <a:moveTo>
                      <a:pt x="0" y="1"/>
                    </a:moveTo>
                    <a:cubicBezTo>
                      <a:pt x="92" y="1873"/>
                      <a:pt x="92" y="4109"/>
                      <a:pt x="23" y="6323"/>
                    </a:cubicBezTo>
                    <a:cubicBezTo>
                      <a:pt x="480" y="6369"/>
                      <a:pt x="959" y="6392"/>
                      <a:pt x="1415" y="6438"/>
                    </a:cubicBezTo>
                    <a:cubicBezTo>
                      <a:pt x="1507" y="4452"/>
                      <a:pt x="1461" y="2534"/>
                      <a:pt x="1164" y="1028"/>
                    </a:cubicBezTo>
                    <a:cubicBezTo>
                      <a:pt x="1073" y="549"/>
                      <a:pt x="457" y="252"/>
                      <a:pt x="46" y="24"/>
                    </a:cubicBezTo>
                    <a:cubicBezTo>
                      <a:pt x="23" y="24"/>
                      <a:pt x="23" y="1"/>
                      <a:pt x="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41">
                <a:extLst>
                  <a:ext uri="{FF2B5EF4-FFF2-40B4-BE49-F238E27FC236}">
                    <a16:creationId xmlns:a16="http://schemas.microsoft.com/office/drawing/2014/main" id="{79EF5024-250B-3B71-D8B9-B0C1F7B77B53}"/>
                  </a:ext>
                </a:extLst>
              </p:cNvPr>
              <p:cNvSpPr/>
              <p:nvPr/>
            </p:nvSpPr>
            <p:spPr>
              <a:xfrm>
                <a:off x="7361976" y="3503639"/>
                <a:ext cx="44674" cy="94412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2946" extrusionOk="0">
                    <a:moveTo>
                      <a:pt x="549" y="1"/>
                    </a:moveTo>
                    <a:cubicBezTo>
                      <a:pt x="366" y="1416"/>
                      <a:pt x="161" y="2420"/>
                      <a:pt x="1" y="2649"/>
                    </a:cubicBezTo>
                    <a:cubicBezTo>
                      <a:pt x="161" y="2831"/>
                      <a:pt x="320" y="2945"/>
                      <a:pt x="389" y="2945"/>
                    </a:cubicBezTo>
                    <a:cubicBezTo>
                      <a:pt x="617" y="2945"/>
                      <a:pt x="1028" y="1873"/>
                      <a:pt x="1393" y="206"/>
                    </a:cubicBezTo>
                    <a:cubicBezTo>
                      <a:pt x="1119" y="138"/>
                      <a:pt x="823" y="92"/>
                      <a:pt x="549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41">
                <a:extLst>
                  <a:ext uri="{FF2B5EF4-FFF2-40B4-BE49-F238E27FC236}">
                    <a16:creationId xmlns:a16="http://schemas.microsoft.com/office/drawing/2014/main" id="{86DD5718-3E7F-9A2D-A703-B7AEF28209DD}"/>
                  </a:ext>
                </a:extLst>
              </p:cNvPr>
              <p:cNvSpPr/>
              <p:nvPr/>
            </p:nvSpPr>
            <p:spPr>
              <a:xfrm>
                <a:off x="7190131" y="2742646"/>
                <a:ext cx="255258" cy="376174"/>
              </a:xfrm>
              <a:custGeom>
                <a:avLst/>
                <a:gdLst/>
                <a:ahLst/>
                <a:cxnLst/>
                <a:rect l="l" t="t" r="r" b="b"/>
                <a:pathLst>
                  <a:path w="7965" h="11738" extrusionOk="0">
                    <a:moveTo>
                      <a:pt x="4758" y="0"/>
                    </a:moveTo>
                    <a:cubicBezTo>
                      <a:pt x="3369" y="0"/>
                      <a:pt x="0" y="2402"/>
                      <a:pt x="22" y="3089"/>
                    </a:cubicBezTo>
                    <a:cubicBezTo>
                      <a:pt x="45" y="3819"/>
                      <a:pt x="1346" y="10758"/>
                      <a:pt x="1916" y="11238"/>
                    </a:cubicBezTo>
                    <a:cubicBezTo>
                      <a:pt x="2269" y="11536"/>
                      <a:pt x="3514" y="11737"/>
                      <a:pt x="4697" y="11737"/>
                    </a:cubicBezTo>
                    <a:cubicBezTo>
                      <a:pt x="5506" y="11737"/>
                      <a:pt x="6287" y="11643"/>
                      <a:pt x="6732" y="11420"/>
                    </a:cubicBezTo>
                    <a:cubicBezTo>
                      <a:pt x="7006" y="11283"/>
                      <a:pt x="7668" y="10370"/>
                      <a:pt x="7805" y="9754"/>
                    </a:cubicBezTo>
                    <a:cubicBezTo>
                      <a:pt x="7965" y="9183"/>
                      <a:pt x="7326" y="5143"/>
                      <a:pt x="7326" y="5143"/>
                    </a:cubicBezTo>
                    <a:cubicBezTo>
                      <a:pt x="7326" y="5143"/>
                      <a:pt x="7486" y="4938"/>
                      <a:pt x="7531" y="4641"/>
                    </a:cubicBezTo>
                    <a:cubicBezTo>
                      <a:pt x="7668" y="3477"/>
                      <a:pt x="6162" y="373"/>
                      <a:pt x="4998" y="30"/>
                    </a:cubicBezTo>
                    <a:cubicBezTo>
                      <a:pt x="4927" y="10"/>
                      <a:pt x="4846" y="0"/>
                      <a:pt x="4758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41">
                <a:extLst>
                  <a:ext uri="{FF2B5EF4-FFF2-40B4-BE49-F238E27FC236}">
                    <a16:creationId xmlns:a16="http://schemas.microsoft.com/office/drawing/2014/main" id="{85347388-2A77-D30E-235A-FD17C01CDC7D}"/>
                  </a:ext>
                </a:extLst>
              </p:cNvPr>
              <p:cNvSpPr/>
              <p:nvPr/>
            </p:nvSpPr>
            <p:spPr>
              <a:xfrm>
                <a:off x="7190804" y="2802865"/>
                <a:ext cx="252406" cy="316469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9875" extrusionOk="0">
                    <a:moveTo>
                      <a:pt x="1028" y="0"/>
                    </a:moveTo>
                    <a:cubicBezTo>
                      <a:pt x="434" y="502"/>
                      <a:pt x="1" y="982"/>
                      <a:pt x="1" y="1210"/>
                    </a:cubicBezTo>
                    <a:cubicBezTo>
                      <a:pt x="24" y="1918"/>
                      <a:pt x="1279" y="8857"/>
                      <a:pt x="1895" y="9359"/>
                    </a:cubicBezTo>
                    <a:cubicBezTo>
                      <a:pt x="2245" y="9668"/>
                      <a:pt x="3470" y="9875"/>
                      <a:pt x="4644" y="9875"/>
                    </a:cubicBezTo>
                    <a:cubicBezTo>
                      <a:pt x="5461" y="9875"/>
                      <a:pt x="6253" y="9775"/>
                      <a:pt x="6711" y="9541"/>
                    </a:cubicBezTo>
                    <a:cubicBezTo>
                      <a:pt x="6985" y="9404"/>
                      <a:pt x="7647" y="8491"/>
                      <a:pt x="7784" y="7921"/>
                    </a:cubicBezTo>
                    <a:cubicBezTo>
                      <a:pt x="7875" y="7624"/>
                      <a:pt x="7739" y="6483"/>
                      <a:pt x="7624" y="5410"/>
                    </a:cubicBezTo>
                    <a:cubicBezTo>
                      <a:pt x="7453" y="5488"/>
                      <a:pt x="7300" y="5525"/>
                      <a:pt x="7160" y="5525"/>
                    </a:cubicBezTo>
                    <a:cubicBezTo>
                      <a:pt x="6197" y="5525"/>
                      <a:pt x="5844" y="3794"/>
                      <a:pt x="4429" y="1940"/>
                    </a:cubicBezTo>
                    <a:cubicBezTo>
                      <a:pt x="3721" y="1005"/>
                      <a:pt x="1370" y="1027"/>
                      <a:pt x="1028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41">
                <a:extLst>
                  <a:ext uri="{FF2B5EF4-FFF2-40B4-BE49-F238E27FC236}">
                    <a16:creationId xmlns:a16="http://schemas.microsoft.com/office/drawing/2014/main" id="{F2CD153F-E867-400A-2E92-8D0B643BE763}"/>
                  </a:ext>
                </a:extLst>
              </p:cNvPr>
              <p:cNvSpPr/>
              <p:nvPr/>
            </p:nvSpPr>
            <p:spPr>
              <a:xfrm>
                <a:off x="7149846" y="2721878"/>
                <a:ext cx="288235" cy="280704"/>
              </a:xfrm>
              <a:custGeom>
                <a:avLst/>
                <a:gdLst/>
                <a:ahLst/>
                <a:cxnLst/>
                <a:rect l="l" t="t" r="r" b="b"/>
                <a:pathLst>
                  <a:path w="8994" h="8759" extrusionOk="0">
                    <a:moveTo>
                      <a:pt x="5591" y="1"/>
                    </a:moveTo>
                    <a:cubicBezTo>
                      <a:pt x="3406" y="1"/>
                      <a:pt x="1320" y="1015"/>
                      <a:pt x="799" y="2116"/>
                    </a:cubicBezTo>
                    <a:cubicBezTo>
                      <a:pt x="1" y="3760"/>
                      <a:pt x="2032" y="8759"/>
                      <a:pt x="2032" y="8759"/>
                    </a:cubicBezTo>
                    <a:lnTo>
                      <a:pt x="2968" y="8120"/>
                    </a:lnTo>
                    <a:cubicBezTo>
                      <a:pt x="2968" y="8120"/>
                      <a:pt x="2557" y="6225"/>
                      <a:pt x="2899" y="5335"/>
                    </a:cubicBezTo>
                    <a:cubicBezTo>
                      <a:pt x="3191" y="4595"/>
                      <a:pt x="2030" y="2799"/>
                      <a:pt x="3716" y="2799"/>
                    </a:cubicBezTo>
                    <a:cubicBezTo>
                      <a:pt x="3747" y="2799"/>
                      <a:pt x="3779" y="2800"/>
                      <a:pt x="3812" y="2801"/>
                    </a:cubicBezTo>
                    <a:cubicBezTo>
                      <a:pt x="3900" y="2805"/>
                      <a:pt x="3984" y="2806"/>
                      <a:pt x="4063" y="2806"/>
                    </a:cubicBezTo>
                    <a:cubicBezTo>
                      <a:pt x="6655" y="2806"/>
                      <a:pt x="4699" y="1086"/>
                      <a:pt x="5675" y="1086"/>
                    </a:cubicBezTo>
                    <a:cubicBezTo>
                      <a:pt x="5699" y="1086"/>
                      <a:pt x="5725" y="1087"/>
                      <a:pt x="5753" y="1089"/>
                    </a:cubicBezTo>
                    <a:cubicBezTo>
                      <a:pt x="6299" y="1110"/>
                      <a:pt x="7205" y="2727"/>
                      <a:pt x="7800" y="2727"/>
                    </a:cubicBezTo>
                    <a:cubicBezTo>
                      <a:pt x="7877" y="2727"/>
                      <a:pt x="7948" y="2701"/>
                      <a:pt x="8012" y="2641"/>
                    </a:cubicBezTo>
                    <a:cubicBezTo>
                      <a:pt x="8560" y="2139"/>
                      <a:pt x="8994" y="405"/>
                      <a:pt x="6506" y="62"/>
                    </a:cubicBezTo>
                    <a:cubicBezTo>
                      <a:pt x="6202" y="20"/>
                      <a:pt x="5895" y="1"/>
                      <a:pt x="55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41">
                <a:extLst>
                  <a:ext uri="{FF2B5EF4-FFF2-40B4-BE49-F238E27FC236}">
                    <a16:creationId xmlns:a16="http://schemas.microsoft.com/office/drawing/2014/main" id="{D74D2088-3A26-59AD-0A39-F39B28DB268F}"/>
                  </a:ext>
                </a:extLst>
              </p:cNvPr>
              <p:cNvSpPr/>
              <p:nvPr/>
            </p:nvSpPr>
            <p:spPr>
              <a:xfrm>
                <a:off x="7149846" y="2721878"/>
                <a:ext cx="288235" cy="280704"/>
              </a:xfrm>
              <a:custGeom>
                <a:avLst/>
                <a:gdLst/>
                <a:ahLst/>
                <a:cxnLst/>
                <a:rect l="l" t="t" r="r" b="b"/>
                <a:pathLst>
                  <a:path w="8994" h="8759" extrusionOk="0">
                    <a:moveTo>
                      <a:pt x="5591" y="1"/>
                    </a:moveTo>
                    <a:cubicBezTo>
                      <a:pt x="3406" y="1"/>
                      <a:pt x="1320" y="1015"/>
                      <a:pt x="799" y="2116"/>
                    </a:cubicBezTo>
                    <a:cubicBezTo>
                      <a:pt x="1" y="3760"/>
                      <a:pt x="2032" y="8759"/>
                      <a:pt x="2032" y="8759"/>
                    </a:cubicBezTo>
                    <a:lnTo>
                      <a:pt x="2968" y="8120"/>
                    </a:lnTo>
                    <a:cubicBezTo>
                      <a:pt x="2968" y="8120"/>
                      <a:pt x="2557" y="6225"/>
                      <a:pt x="2899" y="5335"/>
                    </a:cubicBezTo>
                    <a:cubicBezTo>
                      <a:pt x="3191" y="4595"/>
                      <a:pt x="2030" y="2799"/>
                      <a:pt x="3716" y="2799"/>
                    </a:cubicBezTo>
                    <a:cubicBezTo>
                      <a:pt x="3747" y="2799"/>
                      <a:pt x="3779" y="2800"/>
                      <a:pt x="3812" y="2801"/>
                    </a:cubicBezTo>
                    <a:cubicBezTo>
                      <a:pt x="3900" y="2805"/>
                      <a:pt x="3984" y="2806"/>
                      <a:pt x="4063" y="2806"/>
                    </a:cubicBezTo>
                    <a:cubicBezTo>
                      <a:pt x="6655" y="2806"/>
                      <a:pt x="4699" y="1086"/>
                      <a:pt x="5675" y="1086"/>
                    </a:cubicBezTo>
                    <a:cubicBezTo>
                      <a:pt x="5699" y="1086"/>
                      <a:pt x="5725" y="1087"/>
                      <a:pt x="5753" y="1089"/>
                    </a:cubicBezTo>
                    <a:cubicBezTo>
                      <a:pt x="6299" y="1110"/>
                      <a:pt x="7205" y="2727"/>
                      <a:pt x="7800" y="2727"/>
                    </a:cubicBezTo>
                    <a:cubicBezTo>
                      <a:pt x="7877" y="2727"/>
                      <a:pt x="7948" y="2701"/>
                      <a:pt x="8012" y="2641"/>
                    </a:cubicBezTo>
                    <a:cubicBezTo>
                      <a:pt x="8560" y="2139"/>
                      <a:pt x="8994" y="405"/>
                      <a:pt x="6506" y="62"/>
                    </a:cubicBezTo>
                    <a:cubicBezTo>
                      <a:pt x="6202" y="20"/>
                      <a:pt x="5895" y="1"/>
                      <a:pt x="5591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41">
                <a:extLst>
                  <a:ext uri="{FF2B5EF4-FFF2-40B4-BE49-F238E27FC236}">
                    <a16:creationId xmlns:a16="http://schemas.microsoft.com/office/drawing/2014/main" id="{0014F14F-5B69-0CE4-4A99-2423E7513E2F}"/>
                  </a:ext>
                </a:extLst>
              </p:cNvPr>
              <p:cNvSpPr/>
              <p:nvPr/>
            </p:nvSpPr>
            <p:spPr>
              <a:xfrm>
                <a:off x="7205450" y="2946955"/>
                <a:ext cx="92201" cy="46116"/>
              </a:xfrm>
              <a:custGeom>
                <a:avLst/>
                <a:gdLst/>
                <a:ahLst/>
                <a:cxnLst/>
                <a:rect l="l" t="t" r="r" b="b"/>
                <a:pathLst>
                  <a:path w="2877" h="1439" extrusionOk="0">
                    <a:moveTo>
                      <a:pt x="0" y="1"/>
                    </a:moveTo>
                    <a:lnTo>
                      <a:pt x="92" y="161"/>
                    </a:lnTo>
                    <a:lnTo>
                      <a:pt x="2876" y="1439"/>
                    </a:lnTo>
                    <a:lnTo>
                      <a:pt x="2808" y="118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41">
                <a:extLst>
                  <a:ext uri="{FF2B5EF4-FFF2-40B4-BE49-F238E27FC236}">
                    <a16:creationId xmlns:a16="http://schemas.microsoft.com/office/drawing/2014/main" id="{F3AEE248-E095-9AAB-8AA7-EB91D90DF5BD}"/>
                  </a:ext>
                </a:extLst>
              </p:cNvPr>
              <p:cNvSpPr/>
              <p:nvPr/>
            </p:nvSpPr>
            <p:spPr>
              <a:xfrm>
                <a:off x="7174716" y="2938975"/>
                <a:ext cx="76850" cy="83291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599" extrusionOk="0">
                    <a:moveTo>
                      <a:pt x="616" y="1"/>
                    </a:moveTo>
                    <a:cubicBezTo>
                      <a:pt x="464" y="1"/>
                      <a:pt x="336" y="59"/>
                      <a:pt x="252" y="181"/>
                    </a:cubicBezTo>
                    <a:cubicBezTo>
                      <a:pt x="1" y="547"/>
                      <a:pt x="229" y="1346"/>
                      <a:pt x="731" y="1939"/>
                    </a:cubicBezTo>
                    <a:cubicBezTo>
                      <a:pt x="1081" y="2365"/>
                      <a:pt x="1472" y="2598"/>
                      <a:pt x="1767" y="2598"/>
                    </a:cubicBezTo>
                    <a:cubicBezTo>
                      <a:pt x="1915" y="2598"/>
                      <a:pt x="2040" y="2540"/>
                      <a:pt x="2123" y="2418"/>
                    </a:cubicBezTo>
                    <a:cubicBezTo>
                      <a:pt x="2397" y="2030"/>
                      <a:pt x="2169" y="1231"/>
                      <a:pt x="1644" y="638"/>
                    </a:cubicBezTo>
                    <a:cubicBezTo>
                      <a:pt x="1310" y="229"/>
                      <a:pt x="917" y="1"/>
                      <a:pt x="616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41">
                <a:extLst>
                  <a:ext uri="{FF2B5EF4-FFF2-40B4-BE49-F238E27FC236}">
                    <a16:creationId xmlns:a16="http://schemas.microsoft.com/office/drawing/2014/main" id="{9AF161F5-21A7-F1D0-E905-0DDC892A7080}"/>
                  </a:ext>
                </a:extLst>
              </p:cNvPr>
              <p:cNvSpPr/>
              <p:nvPr/>
            </p:nvSpPr>
            <p:spPr>
              <a:xfrm>
                <a:off x="6999891" y="2652173"/>
                <a:ext cx="130978" cy="472572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14746" extrusionOk="0">
                    <a:moveTo>
                      <a:pt x="3287" y="0"/>
                    </a:moveTo>
                    <a:cubicBezTo>
                      <a:pt x="3287" y="0"/>
                      <a:pt x="776" y="1370"/>
                      <a:pt x="0" y="4999"/>
                    </a:cubicBezTo>
                    <a:lnTo>
                      <a:pt x="1941" y="14745"/>
                    </a:lnTo>
                    <a:lnTo>
                      <a:pt x="3903" y="11413"/>
                    </a:lnTo>
                    <a:lnTo>
                      <a:pt x="4086" y="6985"/>
                    </a:lnTo>
                    <a:lnTo>
                      <a:pt x="32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41">
                <a:extLst>
                  <a:ext uri="{FF2B5EF4-FFF2-40B4-BE49-F238E27FC236}">
                    <a16:creationId xmlns:a16="http://schemas.microsoft.com/office/drawing/2014/main" id="{EB8A36B6-7A51-533D-243A-70598C512A45}"/>
                  </a:ext>
                </a:extLst>
              </p:cNvPr>
              <p:cNvSpPr/>
              <p:nvPr/>
            </p:nvSpPr>
            <p:spPr>
              <a:xfrm>
                <a:off x="7033542" y="2819691"/>
                <a:ext cx="218756" cy="39283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12258" extrusionOk="0">
                    <a:moveTo>
                      <a:pt x="2306" y="0"/>
                    </a:moveTo>
                    <a:lnTo>
                      <a:pt x="0" y="6095"/>
                    </a:lnTo>
                    <a:lnTo>
                      <a:pt x="2876" y="9473"/>
                    </a:lnTo>
                    <a:lnTo>
                      <a:pt x="4406" y="12257"/>
                    </a:lnTo>
                    <a:lnTo>
                      <a:pt x="5159" y="8126"/>
                    </a:lnTo>
                    <a:lnTo>
                      <a:pt x="6825" y="5478"/>
                    </a:lnTo>
                    <a:lnTo>
                      <a:pt x="3766" y="3287"/>
                    </a:lnTo>
                    <a:lnTo>
                      <a:pt x="23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41">
                <a:extLst>
                  <a:ext uri="{FF2B5EF4-FFF2-40B4-BE49-F238E27FC236}">
                    <a16:creationId xmlns:a16="http://schemas.microsoft.com/office/drawing/2014/main" id="{45D6D2C8-039B-E211-7436-10F573045DFF}"/>
                  </a:ext>
                </a:extLst>
              </p:cNvPr>
              <p:cNvSpPr/>
              <p:nvPr/>
            </p:nvSpPr>
            <p:spPr>
              <a:xfrm>
                <a:off x="7033542" y="2819691"/>
                <a:ext cx="218756" cy="39283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12258" extrusionOk="0">
                    <a:moveTo>
                      <a:pt x="2306" y="0"/>
                    </a:moveTo>
                    <a:lnTo>
                      <a:pt x="0" y="6095"/>
                    </a:lnTo>
                    <a:lnTo>
                      <a:pt x="2876" y="9473"/>
                    </a:lnTo>
                    <a:lnTo>
                      <a:pt x="4406" y="12257"/>
                    </a:lnTo>
                    <a:lnTo>
                      <a:pt x="5159" y="8126"/>
                    </a:lnTo>
                    <a:lnTo>
                      <a:pt x="6825" y="5478"/>
                    </a:lnTo>
                    <a:lnTo>
                      <a:pt x="3766" y="3287"/>
                    </a:lnTo>
                    <a:lnTo>
                      <a:pt x="2306" y="0"/>
                    </a:ln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41">
                <a:extLst>
                  <a:ext uri="{FF2B5EF4-FFF2-40B4-BE49-F238E27FC236}">
                    <a16:creationId xmlns:a16="http://schemas.microsoft.com/office/drawing/2014/main" id="{D0035589-C2A6-A81C-C396-399DC298C96E}"/>
                  </a:ext>
                </a:extLst>
              </p:cNvPr>
              <p:cNvSpPr/>
              <p:nvPr/>
            </p:nvSpPr>
            <p:spPr>
              <a:xfrm>
                <a:off x="6999891" y="2652173"/>
                <a:ext cx="130978" cy="472572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14746" extrusionOk="0">
                    <a:moveTo>
                      <a:pt x="3287" y="0"/>
                    </a:moveTo>
                    <a:cubicBezTo>
                      <a:pt x="3287" y="0"/>
                      <a:pt x="776" y="1370"/>
                      <a:pt x="0" y="4999"/>
                    </a:cubicBezTo>
                    <a:lnTo>
                      <a:pt x="1941" y="14745"/>
                    </a:lnTo>
                    <a:lnTo>
                      <a:pt x="3903" y="11413"/>
                    </a:lnTo>
                    <a:lnTo>
                      <a:pt x="4086" y="6985"/>
                    </a:lnTo>
                    <a:lnTo>
                      <a:pt x="3287" y="0"/>
                    </a:ln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41">
                <a:extLst>
                  <a:ext uri="{FF2B5EF4-FFF2-40B4-BE49-F238E27FC236}">
                    <a16:creationId xmlns:a16="http://schemas.microsoft.com/office/drawing/2014/main" id="{72D8C750-5A94-1C9B-FEAC-F5A6404BE432}"/>
                  </a:ext>
                </a:extLst>
              </p:cNvPr>
              <p:cNvSpPr/>
              <p:nvPr/>
            </p:nvSpPr>
            <p:spPr>
              <a:xfrm>
                <a:off x="7012326" y="2737037"/>
                <a:ext cx="229716" cy="400145"/>
              </a:xfrm>
              <a:custGeom>
                <a:avLst/>
                <a:gdLst/>
                <a:ahLst/>
                <a:cxnLst/>
                <a:rect l="l" t="t" r="r" b="b"/>
                <a:pathLst>
                  <a:path w="7168" h="12486" extrusionOk="0">
                    <a:moveTo>
                      <a:pt x="2580" y="0"/>
                    </a:moveTo>
                    <a:lnTo>
                      <a:pt x="274" y="2237"/>
                    </a:lnTo>
                    <a:lnTo>
                      <a:pt x="0" y="4337"/>
                    </a:lnTo>
                    <a:lnTo>
                      <a:pt x="2854" y="10043"/>
                    </a:lnTo>
                    <a:lnTo>
                      <a:pt x="4862" y="12485"/>
                    </a:lnTo>
                    <a:lnTo>
                      <a:pt x="5593" y="8856"/>
                    </a:lnTo>
                    <a:lnTo>
                      <a:pt x="7168" y="6277"/>
                    </a:lnTo>
                    <a:lnTo>
                      <a:pt x="3767" y="2922"/>
                    </a:lnTo>
                    <a:lnTo>
                      <a:pt x="258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41">
                <a:extLst>
                  <a:ext uri="{FF2B5EF4-FFF2-40B4-BE49-F238E27FC236}">
                    <a16:creationId xmlns:a16="http://schemas.microsoft.com/office/drawing/2014/main" id="{FF5ADC5F-C952-A086-7EEC-32C9C9C1BE02}"/>
                  </a:ext>
                </a:extLst>
              </p:cNvPr>
              <p:cNvSpPr/>
              <p:nvPr/>
            </p:nvSpPr>
            <p:spPr>
              <a:xfrm>
                <a:off x="7012326" y="2737037"/>
                <a:ext cx="229716" cy="400145"/>
              </a:xfrm>
              <a:custGeom>
                <a:avLst/>
                <a:gdLst/>
                <a:ahLst/>
                <a:cxnLst/>
                <a:rect l="l" t="t" r="r" b="b"/>
                <a:pathLst>
                  <a:path w="7168" h="12486" extrusionOk="0">
                    <a:moveTo>
                      <a:pt x="2580" y="0"/>
                    </a:moveTo>
                    <a:lnTo>
                      <a:pt x="274" y="2237"/>
                    </a:lnTo>
                    <a:lnTo>
                      <a:pt x="0" y="4337"/>
                    </a:lnTo>
                    <a:lnTo>
                      <a:pt x="2854" y="10043"/>
                    </a:lnTo>
                    <a:lnTo>
                      <a:pt x="4862" y="12485"/>
                    </a:lnTo>
                    <a:lnTo>
                      <a:pt x="5593" y="8856"/>
                    </a:lnTo>
                    <a:lnTo>
                      <a:pt x="7168" y="6277"/>
                    </a:lnTo>
                    <a:lnTo>
                      <a:pt x="3767" y="2922"/>
                    </a:lnTo>
                    <a:lnTo>
                      <a:pt x="2580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41">
                <a:extLst>
                  <a:ext uri="{FF2B5EF4-FFF2-40B4-BE49-F238E27FC236}">
                    <a16:creationId xmlns:a16="http://schemas.microsoft.com/office/drawing/2014/main" id="{175F63CE-DB22-621D-3CC1-B734607EBF8B}"/>
                  </a:ext>
                </a:extLst>
              </p:cNvPr>
              <p:cNvSpPr/>
              <p:nvPr/>
            </p:nvSpPr>
            <p:spPr>
              <a:xfrm>
                <a:off x="6792857" y="2654352"/>
                <a:ext cx="335794" cy="477700"/>
              </a:xfrm>
              <a:custGeom>
                <a:avLst/>
                <a:gdLst/>
                <a:ahLst/>
                <a:cxnLst/>
                <a:rect l="l" t="t" r="r" b="b"/>
                <a:pathLst>
                  <a:path w="10478" h="14906" extrusionOk="0">
                    <a:moveTo>
                      <a:pt x="5525" y="1"/>
                    </a:moveTo>
                    <a:cubicBezTo>
                      <a:pt x="5525" y="1"/>
                      <a:pt x="2603" y="3379"/>
                      <a:pt x="2283" y="4064"/>
                    </a:cubicBezTo>
                    <a:cubicBezTo>
                      <a:pt x="1987" y="4748"/>
                      <a:pt x="1" y="9884"/>
                      <a:pt x="298" y="10112"/>
                    </a:cubicBezTo>
                    <a:cubicBezTo>
                      <a:pt x="571" y="10341"/>
                      <a:pt x="5821" y="11824"/>
                      <a:pt x="5821" y="11824"/>
                    </a:cubicBezTo>
                    <a:lnTo>
                      <a:pt x="7191" y="13011"/>
                    </a:lnTo>
                    <a:lnTo>
                      <a:pt x="9428" y="14906"/>
                    </a:lnTo>
                    <a:lnTo>
                      <a:pt x="10478" y="8104"/>
                    </a:lnTo>
                    <a:lnTo>
                      <a:pt x="9884" y="4748"/>
                    </a:lnTo>
                    <a:lnTo>
                      <a:pt x="552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41">
                <a:extLst>
                  <a:ext uri="{FF2B5EF4-FFF2-40B4-BE49-F238E27FC236}">
                    <a16:creationId xmlns:a16="http://schemas.microsoft.com/office/drawing/2014/main" id="{7D3F7E67-8BF4-BD83-EDF4-D6B5ACE71B2F}"/>
                  </a:ext>
                </a:extLst>
              </p:cNvPr>
              <p:cNvSpPr/>
              <p:nvPr/>
            </p:nvSpPr>
            <p:spPr>
              <a:xfrm>
                <a:off x="6913548" y="2849688"/>
                <a:ext cx="215103" cy="295542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9222" extrusionOk="0">
                    <a:moveTo>
                      <a:pt x="2169" y="0"/>
                    </a:moveTo>
                    <a:cubicBezTo>
                      <a:pt x="2169" y="0"/>
                      <a:pt x="1713" y="2830"/>
                      <a:pt x="1005" y="4428"/>
                    </a:cubicBezTo>
                    <a:cubicBezTo>
                      <a:pt x="275" y="6026"/>
                      <a:pt x="1" y="7304"/>
                      <a:pt x="1" y="7304"/>
                    </a:cubicBezTo>
                    <a:cubicBezTo>
                      <a:pt x="1" y="7304"/>
                      <a:pt x="1733" y="6833"/>
                      <a:pt x="2829" y="6833"/>
                    </a:cubicBezTo>
                    <a:cubicBezTo>
                      <a:pt x="3077" y="6833"/>
                      <a:pt x="3292" y="6857"/>
                      <a:pt x="3448" y="6916"/>
                    </a:cubicBezTo>
                    <a:cubicBezTo>
                      <a:pt x="4315" y="7259"/>
                      <a:pt x="6712" y="9222"/>
                      <a:pt x="6712" y="9222"/>
                    </a:cubicBezTo>
                    <a:lnTo>
                      <a:pt x="6072" y="2534"/>
                    </a:lnTo>
                    <a:lnTo>
                      <a:pt x="4246" y="1370"/>
                    </a:lnTo>
                    <a:lnTo>
                      <a:pt x="216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41">
                <a:extLst>
                  <a:ext uri="{FF2B5EF4-FFF2-40B4-BE49-F238E27FC236}">
                    <a16:creationId xmlns:a16="http://schemas.microsoft.com/office/drawing/2014/main" id="{518DAAA2-CD5F-774B-6A66-97192ACA9E48}"/>
                  </a:ext>
                </a:extLst>
              </p:cNvPr>
              <p:cNvSpPr/>
              <p:nvPr/>
            </p:nvSpPr>
            <p:spPr>
              <a:xfrm>
                <a:off x="6913548" y="2849688"/>
                <a:ext cx="215103" cy="295542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9222" extrusionOk="0">
                    <a:moveTo>
                      <a:pt x="2169" y="0"/>
                    </a:moveTo>
                    <a:cubicBezTo>
                      <a:pt x="2169" y="0"/>
                      <a:pt x="1713" y="2830"/>
                      <a:pt x="1005" y="4428"/>
                    </a:cubicBezTo>
                    <a:cubicBezTo>
                      <a:pt x="275" y="6026"/>
                      <a:pt x="1" y="7304"/>
                      <a:pt x="1" y="7304"/>
                    </a:cubicBezTo>
                    <a:cubicBezTo>
                      <a:pt x="1" y="7304"/>
                      <a:pt x="1733" y="6833"/>
                      <a:pt x="2829" y="6833"/>
                    </a:cubicBezTo>
                    <a:cubicBezTo>
                      <a:pt x="3077" y="6833"/>
                      <a:pt x="3292" y="6857"/>
                      <a:pt x="3448" y="6916"/>
                    </a:cubicBezTo>
                    <a:cubicBezTo>
                      <a:pt x="4315" y="7259"/>
                      <a:pt x="6712" y="9222"/>
                      <a:pt x="6712" y="9222"/>
                    </a:cubicBezTo>
                    <a:lnTo>
                      <a:pt x="6072" y="2534"/>
                    </a:lnTo>
                    <a:lnTo>
                      <a:pt x="4246" y="1370"/>
                    </a:lnTo>
                    <a:lnTo>
                      <a:pt x="2169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41">
                <a:extLst>
                  <a:ext uri="{FF2B5EF4-FFF2-40B4-BE49-F238E27FC236}">
                    <a16:creationId xmlns:a16="http://schemas.microsoft.com/office/drawing/2014/main" id="{1B988D21-D02C-9E8F-3F95-BC0866854000}"/>
                  </a:ext>
                </a:extLst>
              </p:cNvPr>
              <p:cNvSpPr/>
              <p:nvPr/>
            </p:nvSpPr>
            <p:spPr>
              <a:xfrm>
                <a:off x="6978675" y="2999451"/>
                <a:ext cx="131683" cy="218211"/>
              </a:xfrm>
              <a:custGeom>
                <a:avLst/>
                <a:gdLst/>
                <a:ahLst/>
                <a:cxnLst/>
                <a:rect l="l" t="t" r="r" b="b"/>
                <a:pathLst>
                  <a:path w="4109" h="6809" extrusionOk="0">
                    <a:moveTo>
                      <a:pt x="683" y="1"/>
                    </a:moveTo>
                    <a:cubicBezTo>
                      <a:pt x="381" y="1"/>
                      <a:pt x="153" y="155"/>
                      <a:pt x="69" y="554"/>
                    </a:cubicBezTo>
                    <a:cubicBezTo>
                      <a:pt x="0" y="805"/>
                      <a:pt x="320" y="3909"/>
                      <a:pt x="320" y="3909"/>
                    </a:cubicBezTo>
                    <a:lnTo>
                      <a:pt x="137" y="5895"/>
                    </a:lnTo>
                    <a:lnTo>
                      <a:pt x="3675" y="6808"/>
                    </a:lnTo>
                    <a:cubicBezTo>
                      <a:pt x="3675" y="6808"/>
                      <a:pt x="4109" y="5507"/>
                      <a:pt x="4086" y="5051"/>
                    </a:cubicBezTo>
                    <a:cubicBezTo>
                      <a:pt x="4018" y="4594"/>
                      <a:pt x="3516" y="1718"/>
                      <a:pt x="3516" y="1718"/>
                    </a:cubicBezTo>
                    <a:cubicBezTo>
                      <a:pt x="3516" y="1718"/>
                      <a:pt x="1690" y="1"/>
                      <a:pt x="683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41">
                <a:extLst>
                  <a:ext uri="{FF2B5EF4-FFF2-40B4-BE49-F238E27FC236}">
                    <a16:creationId xmlns:a16="http://schemas.microsoft.com/office/drawing/2014/main" id="{D01B1F7E-4B39-24D3-5E59-CACEAA08AEE1}"/>
                  </a:ext>
                </a:extLst>
              </p:cNvPr>
              <p:cNvSpPr/>
              <p:nvPr/>
            </p:nvSpPr>
            <p:spPr>
              <a:xfrm>
                <a:off x="6984540" y="3049383"/>
                <a:ext cx="126556" cy="169019"/>
              </a:xfrm>
              <a:custGeom>
                <a:avLst/>
                <a:gdLst/>
                <a:ahLst/>
                <a:cxnLst/>
                <a:rect l="l" t="t" r="r" b="b"/>
                <a:pathLst>
                  <a:path w="3949" h="5274" extrusionOk="0">
                    <a:moveTo>
                      <a:pt x="3127" y="0"/>
                    </a:moveTo>
                    <a:lnTo>
                      <a:pt x="3127" y="0"/>
                    </a:lnTo>
                    <a:cubicBezTo>
                      <a:pt x="3424" y="1667"/>
                      <a:pt x="2899" y="3150"/>
                      <a:pt x="1895" y="3447"/>
                    </a:cubicBezTo>
                    <a:cubicBezTo>
                      <a:pt x="1793" y="3470"/>
                      <a:pt x="1691" y="3482"/>
                      <a:pt x="1589" y="3482"/>
                    </a:cubicBezTo>
                    <a:cubicBezTo>
                      <a:pt x="1093" y="3482"/>
                      <a:pt x="591" y="3213"/>
                      <a:pt x="137" y="2739"/>
                    </a:cubicBezTo>
                    <a:lnTo>
                      <a:pt x="0" y="4360"/>
                    </a:lnTo>
                    <a:lnTo>
                      <a:pt x="3538" y="5273"/>
                    </a:lnTo>
                    <a:cubicBezTo>
                      <a:pt x="3538" y="5250"/>
                      <a:pt x="3949" y="3949"/>
                      <a:pt x="3903" y="3493"/>
                    </a:cubicBezTo>
                    <a:cubicBezTo>
                      <a:pt x="3835" y="3036"/>
                      <a:pt x="3333" y="160"/>
                      <a:pt x="3333" y="160"/>
                    </a:cubicBezTo>
                    <a:cubicBezTo>
                      <a:pt x="3333" y="160"/>
                      <a:pt x="3241" y="69"/>
                      <a:pt x="3127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41">
                <a:extLst>
                  <a:ext uri="{FF2B5EF4-FFF2-40B4-BE49-F238E27FC236}">
                    <a16:creationId xmlns:a16="http://schemas.microsoft.com/office/drawing/2014/main" id="{1126FCD5-0DE1-0A3F-A080-76B4368FD3D2}"/>
                  </a:ext>
                </a:extLst>
              </p:cNvPr>
              <p:cNvSpPr/>
              <p:nvPr/>
            </p:nvSpPr>
            <p:spPr>
              <a:xfrm>
                <a:off x="6975758" y="2911061"/>
                <a:ext cx="57077" cy="142740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4454" extrusionOk="0">
                    <a:moveTo>
                      <a:pt x="1154" y="1"/>
                    </a:moveTo>
                    <a:cubicBezTo>
                      <a:pt x="1099" y="1"/>
                      <a:pt x="1047" y="8"/>
                      <a:pt x="1004" y="25"/>
                    </a:cubicBezTo>
                    <a:cubicBezTo>
                      <a:pt x="776" y="139"/>
                      <a:pt x="0" y="3221"/>
                      <a:pt x="183" y="3677"/>
                    </a:cubicBezTo>
                    <a:cubicBezTo>
                      <a:pt x="343" y="4157"/>
                      <a:pt x="1438" y="4453"/>
                      <a:pt x="1438" y="4453"/>
                    </a:cubicBezTo>
                    <a:cubicBezTo>
                      <a:pt x="1187" y="1943"/>
                      <a:pt x="1780" y="390"/>
                      <a:pt x="1758" y="254"/>
                    </a:cubicBezTo>
                    <a:cubicBezTo>
                      <a:pt x="1721" y="142"/>
                      <a:pt x="1397" y="1"/>
                      <a:pt x="1154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41">
                <a:extLst>
                  <a:ext uri="{FF2B5EF4-FFF2-40B4-BE49-F238E27FC236}">
                    <a16:creationId xmlns:a16="http://schemas.microsoft.com/office/drawing/2014/main" id="{82EABAB5-2171-36A6-C67C-2C2AC27EC911}"/>
                  </a:ext>
                </a:extLst>
              </p:cNvPr>
              <p:cNvSpPr/>
              <p:nvPr/>
            </p:nvSpPr>
            <p:spPr>
              <a:xfrm>
                <a:off x="7013800" y="2911926"/>
                <a:ext cx="59993" cy="142611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4450" extrusionOk="0">
                    <a:moveTo>
                      <a:pt x="1149" y="0"/>
                    </a:moveTo>
                    <a:cubicBezTo>
                      <a:pt x="1112" y="0"/>
                      <a:pt x="1079" y="7"/>
                      <a:pt x="1050" y="21"/>
                    </a:cubicBezTo>
                    <a:cubicBezTo>
                      <a:pt x="822" y="135"/>
                      <a:pt x="0" y="3194"/>
                      <a:pt x="160" y="3673"/>
                    </a:cubicBezTo>
                    <a:cubicBezTo>
                      <a:pt x="297" y="4130"/>
                      <a:pt x="1392" y="4449"/>
                      <a:pt x="1392" y="4449"/>
                    </a:cubicBezTo>
                    <a:cubicBezTo>
                      <a:pt x="1187" y="1938"/>
                      <a:pt x="1872" y="637"/>
                      <a:pt x="1849" y="455"/>
                    </a:cubicBezTo>
                    <a:cubicBezTo>
                      <a:pt x="1829" y="315"/>
                      <a:pt x="1407" y="0"/>
                      <a:pt x="1149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41">
                <a:extLst>
                  <a:ext uri="{FF2B5EF4-FFF2-40B4-BE49-F238E27FC236}">
                    <a16:creationId xmlns:a16="http://schemas.microsoft.com/office/drawing/2014/main" id="{D539543A-06AB-1689-57F8-E7A5CCB5FA02}"/>
                  </a:ext>
                </a:extLst>
              </p:cNvPr>
              <p:cNvSpPr/>
              <p:nvPr/>
            </p:nvSpPr>
            <p:spPr>
              <a:xfrm>
                <a:off x="7048893" y="2943110"/>
                <a:ext cx="54160" cy="142868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4458" extrusionOk="0">
                    <a:moveTo>
                      <a:pt x="1095" y="1"/>
                    </a:moveTo>
                    <a:cubicBezTo>
                      <a:pt x="1009" y="1"/>
                      <a:pt x="929" y="16"/>
                      <a:pt x="868" y="52"/>
                    </a:cubicBezTo>
                    <a:cubicBezTo>
                      <a:pt x="640" y="167"/>
                      <a:pt x="1" y="3271"/>
                      <a:pt x="206" y="3750"/>
                    </a:cubicBezTo>
                    <a:cubicBezTo>
                      <a:pt x="412" y="4252"/>
                      <a:pt x="1530" y="4458"/>
                      <a:pt x="1530" y="4458"/>
                    </a:cubicBezTo>
                    <a:cubicBezTo>
                      <a:pt x="1142" y="1947"/>
                      <a:pt x="1690" y="395"/>
                      <a:pt x="1644" y="235"/>
                    </a:cubicBezTo>
                    <a:cubicBezTo>
                      <a:pt x="1611" y="118"/>
                      <a:pt x="1331" y="1"/>
                      <a:pt x="1095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41">
                <a:extLst>
                  <a:ext uri="{FF2B5EF4-FFF2-40B4-BE49-F238E27FC236}">
                    <a16:creationId xmlns:a16="http://schemas.microsoft.com/office/drawing/2014/main" id="{6D8324FF-3424-870F-D1A5-CEF6F4526CD3}"/>
                  </a:ext>
                </a:extLst>
              </p:cNvPr>
              <p:cNvSpPr/>
              <p:nvPr/>
            </p:nvSpPr>
            <p:spPr>
              <a:xfrm>
                <a:off x="6942107" y="3166007"/>
                <a:ext cx="175556" cy="119697"/>
              </a:xfrm>
              <a:custGeom>
                <a:avLst/>
                <a:gdLst/>
                <a:ahLst/>
                <a:cxnLst/>
                <a:rect l="l" t="t" r="r" b="b"/>
                <a:pathLst>
                  <a:path w="5478" h="3735" extrusionOk="0">
                    <a:moveTo>
                      <a:pt x="885" y="1"/>
                    </a:moveTo>
                    <a:cubicBezTo>
                      <a:pt x="852" y="1"/>
                      <a:pt x="831" y="5"/>
                      <a:pt x="822" y="13"/>
                    </a:cubicBezTo>
                    <a:cubicBezTo>
                      <a:pt x="685" y="150"/>
                      <a:pt x="0" y="2524"/>
                      <a:pt x="0" y="2524"/>
                    </a:cubicBezTo>
                    <a:lnTo>
                      <a:pt x="5022" y="3734"/>
                    </a:lnTo>
                    <a:cubicBezTo>
                      <a:pt x="5022" y="3734"/>
                      <a:pt x="5022" y="3735"/>
                      <a:pt x="5023" y="3735"/>
                    </a:cubicBezTo>
                    <a:cubicBezTo>
                      <a:pt x="5053" y="3735"/>
                      <a:pt x="5477" y="1564"/>
                      <a:pt x="5387" y="1406"/>
                    </a:cubicBezTo>
                    <a:cubicBezTo>
                      <a:pt x="5344" y="1233"/>
                      <a:pt x="1447" y="1"/>
                      <a:pt x="8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41">
                <a:extLst>
                  <a:ext uri="{FF2B5EF4-FFF2-40B4-BE49-F238E27FC236}">
                    <a16:creationId xmlns:a16="http://schemas.microsoft.com/office/drawing/2014/main" id="{EE085F61-8B89-D3F1-03F0-BC35407D15FD}"/>
                  </a:ext>
                </a:extLst>
              </p:cNvPr>
              <p:cNvSpPr/>
              <p:nvPr/>
            </p:nvSpPr>
            <p:spPr>
              <a:xfrm>
                <a:off x="7015242" y="3186166"/>
                <a:ext cx="102424" cy="100245"/>
              </a:xfrm>
              <a:custGeom>
                <a:avLst/>
                <a:gdLst/>
                <a:ahLst/>
                <a:cxnLst/>
                <a:rect l="l" t="t" r="r" b="b"/>
                <a:pathLst>
                  <a:path w="3196" h="3128" extrusionOk="0">
                    <a:moveTo>
                      <a:pt x="1005" y="1"/>
                    </a:moveTo>
                    <a:lnTo>
                      <a:pt x="1005" y="1"/>
                    </a:lnTo>
                    <a:cubicBezTo>
                      <a:pt x="1096" y="206"/>
                      <a:pt x="1142" y="434"/>
                      <a:pt x="1142" y="685"/>
                    </a:cubicBezTo>
                    <a:cubicBezTo>
                      <a:pt x="1142" y="1439"/>
                      <a:pt x="685" y="2055"/>
                      <a:pt x="1" y="2443"/>
                    </a:cubicBezTo>
                    <a:lnTo>
                      <a:pt x="2763" y="3128"/>
                    </a:lnTo>
                    <a:cubicBezTo>
                      <a:pt x="2763" y="3128"/>
                      <a:pt x="2763" y="3128"/>
                      <a:pt x="2763" y="3128"/>
                    </a:cubicBezTo>
                    <a:cubicBezTo>
                      <a:pt x="2767" y="3128"/>
                      <a:pt x="3196" y="936"/>
                      <a:pt x="3105" y="777"/>
                    </a:cubicBezTo>
                    <a:cubicBezTo>
                      <a:pt x="3082" y="685"/>
                      <a:pt x="2055" y="343"/>
                      <a:pt x="1005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41">
                <a:extLst>
                  <a:ext uri="{FF2B5EF4-FFF2-40B4-BE49-F238E27FC236}">
                    <a16:creationId xmlns:a16="http://schemas.microsoft.com/office/drawing/2014/main" id="{04433F76-36B1-3149-92A1-5E0F43DAEC7A}"/>
                  </a:ext>
                </a:extLst>
              </p:cNvPr>
              <p:cNvSpPr/>
              <p:nvPr/>
            </p:nvSpPr>
            <p:spPr>
              <a:xfrm>
                <a:off x="6826508" y="3230297"/>
                <a:ext cx="312175" cy="503755"/>
              </a:xfrm>
              <a:custGeom>
                <a:avLst/>
                <a:gdLst/>
                <a:ahLst/>
                <a:cxnLst/>
                <a:rect l="l" t="t" r="r" b="b"/>
                <a:pathLst>
                  <a:path w="9741" h="15719" extrusionOk="0">
                    <a:moveTo>
                      <a:pt x="3537" y="0"/>
                    </a:moveTo>
                    <a:cubicBezTo>
                      <a:pt x="3395" y="0"/>
                      <a:pt x="3300" y="20"/>
                      <a:pt x="3265" y="62"/>
                    </a:cubicBezTo>
                    <a:cubicBezTo>
                      <a:pt x="3267" y="50"/>
                      <a:pt x="3267" y="44"/>
                      <a:pt x="3266" y="44"/>
                    </a:cubicBezTo>
                    <a:lnTo>
                      <a:pt x="3266" y="44"/>
                    </a:lnTo>
                    <a:cubicBezTo>
                      <a:pt x="3230" y="44"/>
                      <a:pt x="1524" y="6543"/>
                      <a:pt x="571" y="9557"/>
                    </a:cubicBezTo>
                    <a:cubicBezTo>
                      <a:pt x="1" y="11406"/>
                      <a:pt x="275" y="14670"/>
                      <a:pt x="2603" y="15514"/>
                    </a:cubicBezTo>
                    <a:cubicBezTo>
                      <a:pt x="2988" y="15656"/>
                      <a:pt x="3379" y="15719"/>
                      <a:pt x="3767" y="15719"/>
                    </a:cubicBezTo>
                    <a:cubicBezTo>
                      <a:pt x="5749" y="15719"/>
                      <a:pt x="7638" y="14088"/>
                      <a:pt x="8058" y="13095"/>
                    </a:cubicBezTo>
                    <a:cubicBezTo>
                      <a:pt x="8606" y="11885"/>
                      <a:pt x="9610" y="5426"/>
                      <a:pt x="9679" y="2709"/>
                    </a:cubicBezTo>
                    <a:cubicBezTo>
                      <a:pt x="9740" y="1521"/>
                      <a:pt x="4794" y="0"/>
                      <a:pt x="3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41">
                <a:extLst>
                  <a:ext uri="{FF2B5EF4-FFF2-40B4-BE49-F238E27FC236}">
                    <a16:creationId xmlns:a16="http://schemas.microsoft.com/office/drawing/2014/main" id="{4FB1C55A-B573-14FB-9E82-217A0956780D}"/>
                  </a:ext>
                </a:extLst>
              </p:cNvPr>
              <p:cNvSpPr/>
              <p:nvPr/>
            </p:nvSpPr>
            <p:spPr>
              <a:xfrm>
                <a:off x="6879196" y="3247635"/>
                <a:ext cx="258976" cy="486225"/>
              </a:xfrm>
              <a:custGeom>
                <a:avLst/>
                <a:gdLst/>
                <a:ahLst/>
                <a:cxnLst/>
                <a:rect l="l" t="t" r="r" b="b"/>
                <a:pathLst>
                  <a:path w="8081" h="15172" extrusionOk="0">
                    <a:moveTo>
                      <a:pt x="4383" y="0"/>
                    </a:moveTo>
                    <a:cubicBezTo>
                      <a:pt x="4542" y="1461"/>
                      <a:pt x="4542" y="3081"/>
                      <a:pt x="4360" y="4816"/>
                    </a:cubicBezTo>
                    <a:cubicBezTo>
                      <a:pt x="3812" y="9769"/>
                      <a:pt x="1963" y="13741"/>
                      <a:pt x="0" y="14334"/>
                    </a:cubicBezTo>
                    <a:cubicBezTo>
                      <a:pt x="274" y="14608"/>
                      <a:pt x="594" y="14836"/>
                      <a:pt x="1004" y="14973"/>
                    </a:cubicBezTo>
                    <a:cubicBezTo>
                      <a:pt x="1383" y="15111"/>
                      <a:pt x="1770" y="15172"/>
                      <a:pt x="2153" y="15172"/>
                    </a:cubicBezTo>
                    <a:cubicBezTo>
                      <a:pt x="4124" y="15172"/>
                      <a:pt x="6017" y="13567"/>
                      <a:pt x="6437" y="12554"/>
                    </a:cubicBezTo>
                    <a:cubicBezTo>
                      <a:pt x="6962" y="11344"/>
                      <a:pt x="7989" y="4862"/>
                      <a:pt x="8080" y="2168"/>
                    </a:cubicBezTo>
                    <a:cubicBezTo>
                      <a:pt x="8080" y="1415"/>
                      <a:pt x="6140" y="548"/>
                      <a:pt x="4383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41">
                <a:extLst>
                  <a:ext uri="{FF2B5EF4-FFF2-40B4-BE49-F238E27FC236}">
                    <a16:creationId xmlns:a16="http://schemas.microsoft.com/office/drawing/2014/main" id="{7BC7507F-0CC3-2FB5-31E6-346C3118161D}"/>
                  </a:ext>
                </a:extLst>
              </p:cNvPr>
              <p:cNvSpPr/>
              <p:nvPr/>
            </p:nvSpPr>
            <p:spPr>
              <a:xfrm>
                <a:off x="7149109" y="3665324"/>
                <a:ext cx="221673" cy="146329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4566" extrusionOk="0">
                    <a:moveTo>
                      <a:pt x="5890" y="0"/>
                    </a:moveTo>
                    <a:lnTo>
                      <a:pt x="3949" y="183"/>
                    </a:lnTo>
                    <a:cubicBezTo>
                      <a:pt x="3949" y="183"/>
                      <a:pt x="343" y="1005"/>
                      <a:pt x="1" y="4565"/>
                    </a:cubicBezTo>
                    <a:lnTo>
                      <a:pt x="6917" y="4565"/>
                    </a:lnTo>
                    <a:lnTo>
                      <a:pt x="5890" y="0"/>
                    </a:ln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41">
                <a:extLst>
                  <a:ext uri="{FF2B5EF4-FFF2-40B4-BE49-F238E27FC236}">
                    <a16:creationId xmlns:a16="http://schemas.microsoft.com/office/drawing/2014/main" id="{F46E0622-4CF3-448B-6593-3AE6EA0F56EB}"/>
                  </a:ext>
                </a:extLst>
              </p:cNvPr>
              <p:cNvSpPr/>
              <p:nvPr/>
            </p:nvSpPr>
            <p:spPr>
              <a:xfrm>
                <a:off x="7039375" y="2934521"/>
                <a:ext cx="70280" cy="199752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6233" extrusionOk="0">
                    <a:moveTo>
                      <a:pt x="1781" y="1"/>
                    </a:moveTo>
                    <a:lnTo>
                      <a:pt x="1393" y="1873"/>
                    </a:lnTo>
                    <a:lnTo>
                      <a:pt x="1" y="3082"/>
                    </a:lnTo>
                    <a:lnTo>
                      <a:pt x="2192" y="6232"/>
                    </a:lnTo>
                    <a:lnTo>
                      <a:pt x="2192" y="2261"/>
                    </a:lnTo>
                    <a:lnTo>
                      <a:pt x="178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41">
                <a:extLst>
                  <a:ext uri="{FF2B5EF4-FFF2-40B4-BE49-F238E27FC236}">
                    <a16:creationId xmlns:a16="http://schemas.microsoft.com/office/drawing/2014/main" id="{C6EB6F76-8232-8F74-89CA-D0B50FAD35DB}"/>
                  </a:ext>
                </a:extLst>
              </p:cNvPr>
              <p:cNvSpPr/>
              <p:nvPr/>
            </p:nvSpPr>
            <p:spPr>
              <a:xfrm>
                <a:off x="7075974" y="2912599"/>
                <a:ext cx="85599" cy="327718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0226" extrusionOk="0">
                    <a:moveTo>
                      <a:pt x="1621" y="0"/>
                    </a:moveTo>
                    <a:lnTo>
                      <a:pt x="0" y="3721"/>
                    </a:lnTo>
                    <a:lnTo>
                      <a:pt x="708" y="7692"/>
                    </a:lnTo>
                    <a:lnTo>
                      <a:pt x="2671" y="10226"/>
                    </a:lnTo>
                    <a:lnTo>
                      <a:pt x="2077" y="6825"/>
                    </a:lnTo>
                    <a:lnTo>
                      <a:pt x="2169" y="3378"/>
                    </a:lnTo>
                    <a:lnTo>
                      <a:pt x="16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41">
                <a:extLst>
                  <a:ext uri="{FF2B5EF4-FFF2-40B4-BE49-F238E27FC236}">
                    <a16:creationId xmlns:a16="http://schemas.microsoft.com/office/drawing/2014/main" id="{9CE7228E-CFF1-4BAA-A42C-2F464FC9BBCB}"/>
                  </a:ext>
                </a:extLst>
              </p:cNvPr>
              <p:cNvSpPr/>
              <p:nvPr/>
            </p:nvSpPr>
            <p:spPr>
              <a:xfrm>
                <a:off x="7293232" y="2946250"/>
                <a:ext cx="75376" cy="90438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822" extrusionOk="0">
                    <a:moveTo>
                      <a:pt x="2077" y="0"/>
                    </a:moveTo>
                    <a:lnTo>
                      <a:pt x="0" y="982"/>
                    </a:lnTo>
                    <a:cubicBezTo>
                      <a:pt x="0" y="982"/>
                      <a:pt x="183" y="2671"/>
                      <a:pt x="639" y="2808"/>
                    </a:cubicBezTo>
                    <a:cubicBezTo>
                      <a:pt x="679" y="2817"/>
                      <a:pt x="722" y="2822"/>
                      <a:pt x="770" y="2822"/>
                    </a:cubicBezTo>
                    <a:cubicBezTo>
                      <a:pt x="1273" y="2822"/>
                      <a:pt x="2177" y="2303"/>
                      <a:pt x="2260" y="2032"/>
                    </a:cubicBezTo>
                    <a:cubicBezTo>
                      <a:pt x="2351" y="1758"/>
                      <a:pt x="2077" y="0"/>
                      <a:pt x="20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41">
                <a:extLst>
                  <a:ext uri="{FF2B5EF4-FFF2-40B4-BE49-F238E27FC236}">
                    <a16:creationId xmlns:a16="http://schemas.microsoft.com/office/drawing/2014/main" id="{546A6295-5E3F-7882-995E-E26D1E8BB9AD}"/>
                  </a:ext>
                </a:extLst>
              </p:cNvPr>
              <p:cNvSpPr/>
              <p:nvPr/>
            </p:nvSpPr>
            <p:spPr>
              <a:xfrm>
                <a:off x="7387582" y="2898690"/>
                <a:ext cx="74639" cy="90470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2823" extrusionOk="0">
                    <a:moveTo>
                      <a:pt x="2078" y="0"/>
                    </a:moveTo>
                    <a:lnTo>
                      <a:pt x="1" y="982"/>
                    </a:lnTo>
                    <a:cubicBezTo>
                      <a:pt x="1" y="982"/>
                      <a:pt x="161" y="2671"/>
                      <a:pt x="617" y="2808"/>
                    </a:cubicBezTo>
                    <a:cubicBezTo>
                      <a:pt x="656" y="2818"/>
                      <a:pt x="700" y="2822"/>
                      <a:pt x="748" y="2822"/>
                    </a:cubicBezTo>
                    <a:cubicBezTo>
                      <a:pt x="1254" y="2822"/>
                      <a:pt x="2177" y="2303"/>
                      <a:pt x="2260" y="2032"/>
                    </a:cubicBezTo>
                    <a:cubicBezTo>
                      <a:pt x="2329" y="1758"/>
                      <a:pt x="2078" y="0"/>
                      <a:pt x="20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41">
                <a:extLst>
                  <a:ext uri="{FF2B5EF4-FFF2-40B4-BE49-F238E27FC236}">
                    <a16:creationId xmlns:a16="http://schemas.microsoft.com/office/drawing/2014/main" id="{F1DD1A94-6121-AE58-743F-82B9B6F5A44F}"/>
                  </a:ext>
                </a:extLst>
              </p:cNvPr>
              <p:cNvSpPr/>
              <p:nvPr/>
            </p:nvSpPr>
            <p:spPr>
              <a:xfrm>
                <a:off x="7299801" y="2955737"/>
                <a:ext cx="60025" cy="73549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2295" extrusionOk="0">
                    <a:moveTo>
                      <a:pt x="1644" y="1"/>
                    </a:moveTo>
                    <a:lnTo>
                      <a:pt x="1" y="800"/>
                    </a:lnTo>
                    <a:cubicBezTo>
                      <a:pt x="1" y="800"/>
                      <a:pt x="138" y="2169"/>
                      <a:pt x="503" y="2283"/>
                    </a:cubicBezTo>
                    <a:cubicBezTo>
                      <a:pt x="534" y="2291"/>
                      <a:pt x="569" y="2295"/>
                      <a:pt x="606" y="2295"/>
                    </a:cubicBezTo>
                    <a:cubicBezTo>
                      <a:pt x="1010" y="2295"/>
                      <a:pt x="1739" y="1876"/>
                      <a:pt x="1781" y="1667"/>
                    </a:cubicBezTo>
                    <a:cubicBezTo>
                      <a:pt x="1872" y="1439"/>
                      <a:pt x="1644" y="1"/>
                      <a:pt x="1644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41">
                <a:extLst>
                  <a:ext uri="{FF2B5EF4-FFF2-40B4-BE49-F238E27FC236}">
                    <a16:creationId xmlns:a16="http://schemas.microsoft.com/office/drawing/2014/main" id="{8A5CF062-E6B9-EBBE-3722-B11EF7C55055}"/>
                  </a:ext>
                </a:extLst>
              </p:cNvPr>
              <p:cNvSpPr/>
              <p:nvPr/>
            </p:nvSpPr>
            <p:spPr>
              <a:xfrm>
                <a:off x="7395627" y="2908914"/>
                <a:ext cx="60025" cy="73549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2295" extrusionOk="0">
                    <a:moveTo>
                      <a:pt x="1644" y="1"/>
                    </a:moveTo>
                    <a:lnTo>
                      <a:pt x="1" y="800"/>
                    </a:lnTo>
                    <a:cubicBezTo>
                      <a:pt x="1" y="800"/>
                      <a:pt x="138" y="2169"/>
                      <a:pt x="503" y="2284"/>
                    </a:cubicBezTo>
                    <a:cubicBezTo>
                      <a:pt x="536" y="2291"/>
                      <a:pt x="572" y="2295"/>
                      <a:pt x="611" y="2295"/>
                    </a:cubicBezTo>
                    <a:cubicBezTo>
                      <a:pt x="1029" y="2295"/>
                      <a:pt x="1741" y="1876"/>
                      <a:pt x="1804" y="1667"/>
                    </a:cubicBezTo>
                    <a:cubicBezTo>
                      <a:pt x="1873" y="1439"/>
                      <a:pt x="1644" y="1"/>
                      <a:pt x="1644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41">
                <a:extLst>
                  <a:ext uri="{FF2B5EF4-FFF2-40B4-BE49-F238E27FC236}">
                    <a16:creationId xmlns:a16="http://schemas.microsoft.com/office/drawing/2014/main" id="{96CE516A-A759-9904-6A6E-D0B985A89FE0}"/>
                  </a:ext>
                </a:extLst>
              </p:cNvPr>
              <p:cNvSpPr/>
              <p:nvPr/>
            </p:nvSpPr>
            <p:spPr>
              <a:xfrm>
                <a:off x="7260318" y="2888339"/>
                <a:ext cx="75087" cy="69671"/>
              </a:xfrm>
              <a:custGeom>
                <a:avLst/>
                <a:gdLst/>
                <a:ahLst/>
                <a:cxnLst/>
                <a:rect l="l" t="t" r="r" b="b"/>
                <a:pathLst>
                  <a:path w="2343" h="2174" extrusionOk="0">
                    <a:moveTo>
                      <a:pt x="1741" y="0"/>
                    </a:moveTo>
                    <a:cubicBezTo>
                      <a:pt x="1724" y="0"/>
                      <a:pt x="1707" y="1"/>
                      <a:pt x="1689" y="4"/>
                    </a:cubicBezTo>
                    <a:cubicBezTo>
                      <a:pt x="1507" y="4"/>
                      <a:pt x="1027" y="278"/>
                      <a:pt x="662" y="689"/>
                    </a:cubicBezTo>
                    <a:cubicBezTo>
                      <a:pt x="343" y="1031"/>
                      <a:pt x="91" y="1442"/>
                      <a:pt x="69" y="1602"/>
                    </a:cubicBezTo>
                    <a:cubicBezTo>
                      <a:pt x="0" y="1944"/>
                      <a:pt x="69" y="2104"/>
                      <a:pt x="525" y="2172"/>
                    </a:cubicBezTo>
                    <a:cubicBezTo>
                      <a:pt x="532" y="2173"/>
                      <a:pt x="538" y="2173"/>
                      <a:pt x="544" y="2173"/>
                    </a:cubicBezTo>
                    <a:cubicBezTo>
                      <a:pt x="789" y="2173"/>
                      <a:pt x="1037" y="1752"/>
                      <a:pt x="1393" y="1396"/>
                    </a:cubicBezTo>
                    <a:cubicBezTo>
                      <a:pt x="1712" y="1077"/>
                      <a:pt x="2146" y="803"/>
                      <a:pt x="2191" y="689"/>
                    </a:cubicBezTo>
                    <a:cubicBezTo>
                      <a:pt x="2343" y="365"/>
                      <a:pt x="2044" y="0"/>
                      <a:pt x="17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41">
                <a:extLst>
                  <a:ext uri="{FF2B5EF4-FFF2-40B4-BE49-F238E27FC236}">
                    <a16:creationId xmlns:a16="http://schemas.microsoft.com/office/drawing/2014/main" id="{2E7EBE91-FF5F-C092-C67B-8978BF8C8386}"/>
                  </a:ext>
                </a:extLst>
              </p:cNvPr>
              <p:cNvSpPr/>
              <p:nvPr/>
            </p:nvSpPr>
            <p:spPr>
              <a:xfrm>
                <a:off x="7366366" y="2869814"/>
                <a:ext cx="70280" cy="33426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1043" extrusionOk="0">
                    <a:moveTo>
                      <a:pt x="915" y="1"/>
                    </a:moveTo>
                    <a:cubicBezTo>
                      <a:pt x="551" y="1"/>
                      <a:pt x="215" y="94"/>
                      <a:pt x="138" y="171"/>
                    </a:cubicBezTo>
                    <a:cubicBezTo>
                      <a:pt x="1" y="376"/>
                      <a:pt x="69" y="879"/>
                      <a:pt x="343" y="1038"/>
                    </a:cubicBezTo>
                    <a:cubicBezTo>
                      <a:pt x="356" y="1041"/>
                      <a:pt x="372" y="1042"/>
                      <a:pt x="390" y="1042"/>
                    </a:cubicBezTo>
                    <a:cubicBezTo>
                      <a:pt x="538" y="1042"/>
                      <a:pt x="861" y="970"/>
                      <a:pt x="1165" y="970"/>
                    </a:cubicBezTo>
                    <a:cubicBezTo>
                      <a:pt x="1380" y="970"/>
                      <a:pt x="1602" y="1009"/>
                      <a:pt x="1763" y="1009"/>
                    </a:cubicBezTo>
                    <a:cubicBezTo>
                      <a:pt x="1876" y="1009"/>
                      <a:pt x="1958" y="990"/>
                      <a:pt x="1987" y="924"/>
                    </a:cubicBezTo>
                    <a:cubicBezTo>
                      <a:pt x="2192" y="605"/>
                      <a:pt x="2146" y="422"/>
                      <a:pt x="1941" y="262"/>
                    </a:cubicBezTo>
                    <a:cubicBezTo>
                      <a:pt x="1850" y="171"/>
                      <a:pt x="1484" y="34"/>
                      <a:pt x="1119" y="11"/>
                    </a:cubicBezTo>
                    <a:cubicBezTo>
                      <a:pt x="1051" y="4"/>
                      <a:pt x="983" y="1"/>
                      <a:pt x="9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41">
                <a:extLst>
                  <a:ext uri="{FF2B5EF4-FFF2-40B4-BE49-F238E27FC236}">
                    <a16:creationId xmlns:a16="http://schemas.microsoft.com/office/drawing/2014/main" id="{01E2C542-A7D7-DAE6-86E6-12198187359C}"/>
                  </a:ext>
                </a:extLst>
              </p:cNvPr>
              <p:cNvSpPr/>
              <p:nvPr/>
            </p:nvSpPr>
            <p:spPr>
              <a:xfrm>
                <a:off x="7149109" y="3726761"/>
                <a:ext cx="221673" cy="84157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2626" extrusionOk="0">
                    <a:moveTo>
                      <a:pt x="6323" y="1"/>
                    </a:moveTo>
                    <a:cubicBezTo>
                      <a:pt x="5753" y="457"/>
                      <a:pt x="5022" y="891"/>
                      <a:pt x="4155" y="1165"/>
                    </a:cubicBezTo>
                    <a:cubicBezTo>
                      <a:pt x="3375" y="1436"/>
                      <a:pt x="2602" y="1567"/>
                      <a:pt x="1923" y="1567"/>
                    </a:cubicBezTo>
                    <a:cubicBezTo>
                      <a:pt x="1290" y="1567"/>
                      <a:pt x="740" y="1453"/>
                      <a:pt x="343" y="1233"/>
                    </a:cubicBezTo>
                    <a:cubicBezTo>
                      <a:pt x="160" y="1621"/>
                      <a:pt x="46" y="2078"/>
                      <a:pt x="1" y="2625"/>
                    </a:cubicBezTo>
                    <a:lnTo>
                      <a:pt x="6917" y="2625"/>
                    </a:lnTo>
                    <a:lnTo>
                      <a:pt x="6323" y="1"/>
                    </a:ln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41">
                <a:extLst>
                  <a:ext uri="{FF2B5EF4-FFF2-40B4-BE49-F238E27FC236}">
                    <a16:creationId xmlns:a16="http://schemas.microsoft.com/office/drawing/2014/main" id="{759A877C-E7C2-123B-1B6C-731BA2F6A462}"/>
                  </a:ext>
                </a:extLst>
              </p:cNvPr>
              <p:cNvSpPr/>
              <p:nvPr/>
            </p:nvSpPr>
            <p:spPr>
              <a:xfrm>
                <a:off x="6850641" y="2721654"/>
                <a:ext cx="142675" cy="226063"/>
              </a:xfrm>
              <a:custGeom>
                <a:avLst/>
                <a:gdLst/>
                <a:ahLst/>
                <a:cxnLst/>
                <a:rect l="l" t="t" r="r" b="b"/>
                <a:pathLst>
                  <a:path w="4452" h="7054" extrusionOk="0">
                    <a:moveTo>
                      <a:pt x="4201" y="1"/>
                    </a:moveTo>
                    <a:lnTo>
                      <a:pt x="1256" y="3333"/>
                    </a:lnTo>
                    <a:lnTo>
                      <a:pt x="1" y="7054"/>
                    </a:lnTo>
                    <a:lnTo>
                      <a:pt x="1" y="7054"/>
                    </a:lnTo>
                    <a:lnTo>
                      <a:pt x="321" y="7031"/>
                    </a:lnTo>
                    <a:lnTo>
                      <a:pt x="1553" y="3447"/>
                    </a:lnTo>
                    <a:lnTo>
                      <a:pt x="4452" y="320"/>
                    </a:lnTo>
                    <a:lnTo>
                      <a:pt x="4201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41">
                <a:extLst>
                  <a:ext uri="{FF2B5EF4-FFF2-40B4-BE49-F238E27FC236}">
                    <a16:creationId xmlns:a16="http://schemas.microsoft.com/office/drawing/2014/main" id="{AA2C3057-6923-D74B-462F-0AAB078D7A22}"/>
                  </a:ext>
                </a:extLst>
              </p:cNvPr>
              <p:cNvSpPr/>
              <p:nvPr/>
            </p:nvSpPr>
            <p:spPr>
              <a:xfrm>
                <a:off x="6871857" y="2806519"/>
                <a:ext cx="91496" cy="156584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4886" extrusionOk="0">
                    <a:moveTo>
                      <a:pt x="2626" y="0"/>
                    </a:moveTo>
                    <a:lnTo>
                      <a:pt x="1393" y="1142"/>
                    </a:lnTo>
                    <a:lnTo>
                      <a:pt x="161" y="4383"/>
                    </a:lnTo>
                    <a:lnTo>
                      <a:pt x="1" y="4725"/>
                    </a:lnTo>
                    <a:lnTo>
                      <a:pt x="435" y="4885"/>
                    </a:lnTo>
                    <a:lnTo>
                      <a:pt x="1758" y="1256"/>
                    </a:lnTo>
                    <a:lnTo>
                      <a:pt x="2854" y="434"/>
                    </a:lnTo>
                    <a:lnTo>
                      <a:pt x="2626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41">
                <a:extLst>
                  <a:ext uri="{FF2B5EF4-FFF2-40B4-BE49-F238E27FC236}">
                    <a16:creationId xmlns:a16="http://schemas.microsoft.com/office/drawing/2014/main" id="{FFA5000C-0EB1-096A-3B0F-8B926F95AE9F}"/>
                  </a:ext>
                </a:extLst>
              </p:cNvPr>
              <p:cNvSpPr/>
              <p:nvPr/>
            </p:nvSpPr>
            <p:spPr>
              <a:xfrm>
                <a:off x="6970631" y="2747261"/>
                <a:ext cx="43905" cy="54897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1713" extrusionOk="0">
                    <a:moveTo>
                      <a:pt x="1164" y="1"/>
                    </a:moveTo>
                    <a:lnTo>
                      <a:pt x="0" y="1347"/>
                    </a:lnTo>
                    <a:lnTo>
                      <a:pt x="229" y="1713"/>
                    </a:lnTo>
                    <a:lnTo>
                      <a:pt x="1370" y="480"/>
                    </a:lnTo>
                    <a:lnTo>
                      <a:pt x="1164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41">
                <a:extLst>
                  <a:ext uri="{FF2B5EF4-FFF2-40B4-BE49-F238E27FC236}">
                    <a16:creationId xmlns:a16="http://schemas.microsoft.com/office/drawing/2014/main" id="{3F8CFC9B-A29B-CAF8-709B-9BB87B51283F}"/>
                  </a:ext>
                </a:extLst>
              </p:cNvPr>
              <p:cNvSpPr/>
              <p:nvPr/>
            </p:nvSpPr>
            <p:spPr>
              <a:xfrm>
                <a:off x="6983066" y="2767003"/>
                <a:ext cx="67332" cy="74671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2330" extrusionOk="0">
                    <a:moveTo>
                      <a:pt x="1758" y="1"/>
                    </a:moveTo>
                    <a:lnTo>
                      <a:pt x="0" y="2078"/>
                    </a:lnTo>
                    <a:lnTo>
                      <a:pt x="343" y="2329"/>
                    </a:lnTo>
                    <a:lnTo>
                      <a:pt x="2100" y="389"/>
                    </a:lnTo>
                    <a:lnTo>
                      <a:pt x="1758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41">
                <a:extLst>
                  <a:ext uri="{FF2B5EF4-FFF2-40B4-BE49-F238E27FC236}">
                    <a16:creationId xmlns:a16="http://schemas.microsoft.com/office/drawing/2014/main" id="{E5C567B5-26E6-3597-CC97-974281D4243A}"/>
                  </a:ext>
                </a:extLst>
              </p:cNvPr>
              <p:cNvSpPr/>
              <p:nvPr/>
            </p:nvSpPr>
            <p:spPr>
              <a:xfrm>
                <a:off x="7019633" y="2837958"/>
                <a:ext cx="21985" cy="26375"/>
              </a:xfrm>
              <a:custGeom>
                <a:avLst/>
                <a:gdLst/>
                <a:ahLst/>
                <a:cxnLst/>
                <a:rect l="l" t="t" r="r" b="b"/>
                <a:pathLst>
                  <a:path w="686" h="823" extrusionOk="0">
                    <a:moveTo>
                      <a:pt x="343" y="1"/>
                    </a:moveTo>
                    <a:lnTo>
                      <a:pt x="1" y="594"/>
                    </a:lnTo>
                    <a:lnTo>
                      <a:pt x="320" y="823"/>
                    </a:lnTo>
                    <a:lnTo>
                      <a:pt x="685" y="161"/>
                    </a:lnTo>
                    <a:lnTo>
                      <a:pt x="343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41">
                <a:extLst>
                  <a:ext uri="{FF2B5EF4-FFF2-40B4-BE49-F238E27FC236}">
                    <a16:creationId xmlns:a16="http://schemas.microsoft.com/office/drawing/2014/main" id="{5A96CD30-1190-6981-FB5E-2516328233C2}"/>
                  </a:ext>
                </a:extLst>
              </p:cNvPr>
              <p:cNvSpPr/>
              <p:nvPr/>
            </p:nvSpPr>
            <p:spPr>
              <a:xfrm>
                <a:off x="7041586" y="2805044"/>
                <a:ext cx="52686" cy="76113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375" extrusionOk="0">
                    <a:moveTo>
                      <a:pt x="1530" y="1"/>
                    </a:moveTo>
                    <a:lnTo>
                      <a:pt x="0" y="2238"/>
                    </a:lnTo>
                    <a:lnTo>
                      <a:pt x="69" y="2375"/>
                    </a:lnTo>
                    <a:lnTo>
                      <a:pt x="1644" y="480"/>
                    </a:lnTo>
                    <a:lnTo>
                      <a:pt x="1530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41">
                <a:extLst>
                  <a:ext uri="{FF2B5EF4-FFF2-40B4-BE49-F238E27FC236}">
                    <a16:creationId xmlns:a16="http://schemas.microsoft.com/office/drawing/2014/main" id="{144E4A70-E2A8-F828-9BB4-0D04D9C2EE53}"/>
                  </a:ext>
                </a:extLst>
              </p:cNvPr>
              <p:cNvSpPr/>
              <p:nvPr/>
            </p:nvSpPr>
            <p:spPr>
              <a:xfrm>
                <a:off x="6956722" y="2879653"/>
                <a:ext cx="42463" cy="98065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3060" extrusionOk="0">
                    <a:moveTo>
                      <a:pt x="777" y="1"/>
                    </a:moveTo>
                    <a:lnTo>
                      <a:pt x="366" y="2398"/>
                    </a:lnTo>
                    <a:lnTo>
                      <a:pt x="1" y="3060"/>
                    </a:lnTo>
                    <a:lnTo>
                      <a:pt x="685" y="2603"/>
                    </a:lnTo>
                    <a:lnTo>
                      <a:pt x="1325" y="343"/>
                    </a:lnTo>
                    <a:lnTo>
                      <a:pt x="777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41">
                <a:extLst>
                  <a:ext uri="{FF2B5EF4-FFF2-40B4-BE49-F238E27FC236}">
                    <a16:creationId xmlns:a16="http://schemas.microsoft.com/office/drawing/2014/main" id="{60E39EE3-C98F-D1E2-6BC0-F0BE28E16B9A}"/>
                  </a:ext>
                </a:extLst>
              </p:cNvPr>
              <p:cNvSpPr/>
              <p:nvPr/>
            </p:nvSpPr>
            <p:spPr>
              <a:xfrm>
                <a:off x="6937717" y="2996727"/>
                <a:ext cx="24901" cy="5047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575" extrusionOk="0">
                    <a:moveTo>
                      <a:pt x="480" y="0"/>
                    </a:moveTo>
                    <a:lnTo>
                      <a:pt x="0" y="1575"/>
                    </a:lnTo>
                    <a:lnTo>
                      <a:pt x="0" y="1575"/>
                    </a:lnTo>
                    <a:lnTo>
                      <a:pt x="434" y="1529"/>
                    </a:lnTo>
                    <a:lnTo>
                      <a:pt x="776" y="183"/>
                    </a:lnTo>
                    <a:lnTo>
                      <a:pt x="480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41">
                <a:extLst>
                  <a:ext uri="{FF2B5EF4-FFF2-40B4-BE49-F238E27FC236}">
                    <a16:creationId xmlns:a16="http://schemas.microsoft.com/office/drawing/2014/main" id="{004142EA-1B59-4547-5D71-1D7A0D79FB3E}"/>
                  </a:ext>
                </a:extLst>
              </p:cNvPr>
              <p:cNvSpPr/>
              <p:nvPr/>
            </p:nvSpPr>
            <p:spPr>
              <a:xfrm>
                <a:off x="7332715" y="3042588"/>
                <a:ext cx="67332" cy="48552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1515" extrusionOk="0">
                    <a:moveTo>
                      <a:pt x="1653" y="0"/>
                    </a:moveTo>
                    <a:cubicBezTo>
                      <a:pt x="1367" y="0"/>
                      <a:pt x="1010" y="40"/>
                      <a:pt x="823" y="53"/>
                    </a:cubicBezTo>
                    <a:cubicBezTo>
                      <a:pt x="480" y="98"/>
                      <a:pt x="1" y="692"/>
                      <a:pt x="366" y="1422"/>
                    </a:cubicBezTo>
                    <a:cubicBezTo>
                      <a:pt x="403" y="1487"/>
                      <a:pt x="422" y="1515"/>
                      <a:pt x="478" y="1515"/>
                    </a:cubicBezTo>
                    <a:cubicBezTo>
                      <a:pt x="561" y="1515"/>
                      <a:pt x="724" y="1458"/>
                      <a:pt x="1142" y="1377"/>
                    </a:cubicBezTo>
                    <a:cubicBezTo>
                      <a:pt x="1873" y="1194"/>
                      <a:pt x="2101" y="281"/>
                      <a:pt x="2078" y="121"/>
                    </a:cubicBezTo>
                    <a:cubicBezTo>
                      <a:pt x="2078" y="28"/>
                      <a:pt x="1890" y="0"/>
                      <a:pt x="16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41">
                <a:extLst>
                  <a:ext uri="{FF2B5EF4-FFF2-40B4-BE49-F238E27FC236}">
                    <a16:creationId xmlns:a16="http://schemas.microsoft.com/office/drawing/2014/main" id="{86A741BD-3DF6-76C7-0345-52DD030675FC}"/>
                  </a:ext>
                </a:extLst>
              </p:cNvPr>
              <p:cNvSpPr/>
              <p:nvPr/>
            </p:nvSpPr>
            <p:spPr>
              <a:xfrm>
                <a:off x="7345150" y="3046691"/>
                <a:ext cx="43937" cy="18075"/>
              </a:xfrm>
              <a:custGeom>
                <a:avLst/>
                <a:gdLst/>
                <a:ahLst/>
                <a:cxnLst/>
                <a:rect l="l" t="t" r="r" b="b"/>
                <a:pathLst>
                  <a:path w="1371" h="564" extrusionOk="0">
                    <a:moveTo>
                      <a:pt x="1183" y="0"/>
                    </a:moveTo>
                    <a:cubicBezTo>
                      <a:pt x="954" y="0"/>
                      <a:pt x="629" y="39"/>
                      <a:pt x="457" y="39"/>
                    </a:cubicBezTo>
                    <a:cubicBezTo>
                      <a:pt x="298" y="39"/>
                      <a:pt x="69" y="267"/>
                      <a:pt x="1" y="564"/>
                    </a:cubicBezTo>
                    <a:cubicBezTo>
                      <a:pt x="572" y="450"/>
                      <a:pt x="1074" y="199"/>
                      <a:pt x="1370" y="16"/>
                    </a:cubicBezTo>
                    <a:cubicBezTo>
                      <a:pt x="1325" y="5"/>
                      <a:pt x="1259" y="0"/>
                      <a:pt x="118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41">
                <a:extLst>
                  <a:ext uri="{FF2B5EF4-FFF2-40B4-BE49-F238E27FC236}">
                    <a16:creationId xmlns:a16="http://schemas.microsoft.com/office/drawing/2014/main" id="{776B7EEC-FFF7-0AD7-4498-B9323F36140F}"/>
                  </a:ext>
                </a:extLst>
              </p:cNvPr>
              <p:cNvSpPr/>
              <p:nvPr/>
            </p:nvSpPr>
            <p:spPr>
              <a:xfrm>
                <a:off x="7368578" y="2956442"/>
                <a:ext cx="49033" cy="89445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2791" extrusionOk="0">
                    <a:moveTo>
                      <a:pt x="629" y="1"/>
                    </a:moveTo>
                    <a:cubicBezTo>
                      <a:pt x="579" y="1"/>
                      <a:pt x="527" y="16"/>
                      <a:pt x="480" y="47"/>
                    </a:cubicBezTo>
                    <a:cubicBezTo>
                      <a:pt x="366" y="116"/>
                      <a:pt x="297" y="298"/>
                      <a:pt x="366" y="435"/>
                    </a:cubicBezTo>
                    <a:cubicBezTo>
                      <a:pt x="708" y="1189"/>
                      <a:pt x="845" y="1987"/>
                      <a:pt x="822" y="2170"/>
                    </a:cubicBezTo>
                    <a:cubicBezTo>
                      <a:pt x="776" y="2193"/>
                      <a:pt x="696" y="2204"/>
                      <a:pt x="608" y="2204"/>
                    </a:cubicBezTo>
                    <a:cubicBezTo>
                      <a:pt x="520" y="2204"/>
                      <a:pt x="423" y="2193"/>
                      <a:pt x="343" y="2170"/>
                    </a:cubicBezTo>
                    <a:cubicBezTo>
                      <a:pt x="326" y="2168"/>
                      <a:pt x="310" y="2167"/>
                      <a:pt x="295" y="2167"/>
                    </a:cubicBezTo>
                    <a:cubicBezTo>
                      <a:pt x="156" y="2167"/>
                      <a:pt x="44" y="2255"/>
                      <a:pt x="23" y="2398"/>
                    </a:cubicBezTo>
                    <a:cubicBezTo>
                      <a:pt x="0" y="2558"/>
                      <a:pt x="114" y="2718"/>
                      <a:pt x="251" y="2741"/>
                    </a:cubicBezTo>
                    <a:cubicBezTo>
                      <a:pt x="297" y="2741"/>
                      <a:pt x="411" y="2786"/>
                      <a:pt x="525" y="2786"/>
                    </a:cubicBezTo>
                    <a:cubicBezTo>
                      <a:pt x="558" y="2789"/>
                      <a:pt x="592" y="2790"/>
                      <a:pt x="627" y="2790"/>
                    </a:cubicBezTo>
                    <a:cubicBezTo>
                      <a:pt x="883" y="2790"/>
                      <a:pt x="1181" y="2713"/>
                      <a:pt x="1301" y="2512"/>
                    </a:cubicBezTo>
                    <a:cubicBezTo>
                      <a:pt x="1530" y="2102"/>
                      <a:pt x="1187" y="869"/>
                      <a:pt x="845" y="161"/>
                    </a:cubicBezTo>
                    <a:cubicBezTo>
                      <a:pt x="815" y="56"/>
                      <a:pt x="726" y="1"/>
                      <a:pt x="629" y="1"/>
                    </a:cubicBezTo>
                    <a:close/>
                  </a:path>
                </a:pathLst>
              </a:custGeom>
              <a:solidFill>
                <a:srgbClr val="CC4F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41">
                <a:extLst>
                  <a:ext uri="{FF2B5EF4-FFF2-40B4-BE49-F238E27FC236}">
                    <a16:creationId xmlns:a16="http://schemas.microsoft.com/office/drawing/2014/main" id="{F5AF8D25-7A56-BEF8-EF90-D6AF72CFC1F1}"/>
                  </a:ext>
                </a:extLst>
              </p:cNvPr>
              <p:cNvSpPr/>
              <p:nvPr/>
            </p:nvSpPr>
            <p:spPr>
              <a:xfrm>
                <a:off x="7362713" y="2955160"/>
                <a:ext cx="44674" cy="81817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2553" extrusionOk="0">
                    <a:moveTo>
                      <a:pt x="551" y="0"/>
                    </a:moveTo>
                    <a:cubicBezTo>
                      <a:pt x="511" y="0"/>
                      <a:pt x="470" y="13"/>
                      <a:pt x="434" y="42"/>
                    </a:cubicBezTo>
                    <a:cubicBezTo>
                      <a:pt x="320" y="133"/>
                      <a:pt x="252" y="270"/>
                      <a:pt x="320" y="407"/>
                    </a:cubicBezTo>
                    <a:cubicBezTo>
                      <a:pt x="640" y="1069"/>
                      <a:pt x="777" y="1822"/>
                      <a:pt x="754" y="1982"/>
                    </a:cubicBezTo>
                    <a:cubicBezTo>
                      <a:pt x="708" y="1993"/>
                      <a:pt x="640" y="1999"/>
                      <a:pt x="563" y="1999"/>
                    </a:cubicBezTo>
                    <a:cubicBezTo>
                      <a:pt x="486" y="1999"/>
                      <a:pt x="400" y="1993"/>
                      <a:pt x="320" y="1982"/>
                    </a:cubicBezTo>
                    <a:cubicBezTo>
                      <a:pt x="308" y="1980"/>
                      <a:pt x="297" y="1979"/>
                      <a:pt x="285" y="1979"/>
                    </a:cubicBezTo>
                    <a:cubicBezTo>
                      <a:pt x="164" y="1979"/>
                      <a:pt x="65" y="2085"/>
                      <a:pt x="24" y="2210"/>
                    </a:cubicBezTo>
                    <a:cubicBezTo>
                      <a:pt x="1" y="2347"/>
                      <a:pt x="92" y="2507"/>
                      <a:pt x="229" y="2530"/>
                    </a:cubicBezTo>
                    <a:cubicBezTo>
                      <a:pt x="297" y="2530"/>
                      <a:pt x="366" y="2552"/>
                      <a:pt x="480" y="2552"/>
                    </a:cubicBezTo>
                    <a:cubicBezTo>
                      <a:pt x="708" y="2552"/>
                      <a:pt x="1028" y="2530"/>
                      <a:pt x="1165" y="2301"/>
                    </a:cubicBezTo>
                    <a:cubicBezTo>
                      <a:pt x="1393" y="1936"/>
                      <a:pt x="1096" y="818"/>
                      <a:pt x="777" y="156"/>
                    </a:cubicBezTo>
                    <a:cubicBezTo>
                      <a:pt x="730" y="62"/>
                      <a:pt x="640" y="0"/>
                      <a:pt x="551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41">
                <a:extLst>
                  <a:ext uri="{FF2B5EF4-FFF2-40B4-BE49-F238E27FC236}">
                    <a16:creationId xmlns:a16="http://schemas.microsoft.com/office/drawing/2014/main" id="{723D1D0C-E86F-2EB2-4AE6-359B68DA180E}"/>
                  </a:ext>
                </a:extLst>
              </p:cNvPr>
              <p:cNvSpPr/>
              <p:nvPr/>
            </p:nvSpPr>
            <p:spPr>
              <a:xfrm>
                <a:off x="7310794" y="2952820"/>
                <a:ext cx="23427" cy="36598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142" extrusionOk="0">
                    <a:moveTo>
                      <a:pt x="365" y="0"/>
                    </a:moveTo>
                    <a:cubicBezTo>
                      <a:pt x="160" y="0"/>
                      <a:pt x="0" y="274"/>
                      <a:pt x="0" y="571"/>
                    </a:cubicBezTo>
                    <a:cubicBezTo>
                      <a:pt x="0" y="891"/>
                      <a:pt x="160" y="1142"/>
                      <a:pt x="365" y="1142"/>
                    </a:cubicBezTo>
                    <a:cubicBezTo>
                      <a:pt x="571" y="1142"/>
                      <a:pt x="731" y="891"/>
                      <a:pt x="731" y="571"/>
                    </a:cubicBezTo>
                    <a:cubicBezTo>
                      <a:pt x="731" y="274"/>
                      <a:pt x="571" y="0"/>
                      <a:pt x="3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41">
                <a:extLst>
                  <a:ext uri="{FF2B5EF4-FFF2-40B4-BE49-F238E27FC236}">
                    <a16:creationId xmlns:a16="http://schemas.microsoft.com/office/drawing/2014/main" id="{13C8EE86-B36B-3D5C-FDC6-524B3FAA4C72}"/>
                  </a:ext>
                </a:extLst>
              </p:cNvPr>
              <p:cNvSpPr/>
              <p:nvPr/>
            </p:nvSpPr>
            <p:spPr>
              <a:xfrm>
                <a:off x="7405145" y="2908209"/>
                <a:ext cx="23427" cy="36598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142" extrusionOk="0">
                    <a:moveTo>
                      <a:pt x="366" y="0"/>
                    </a:moveTo>
                    <a:cubicBezTo>
                      <a:pt x="160" y="0"/>
                      <a:pt x="1" y="251"/>
                      <a:pt x="1" y="571"/>
                    </a:cubicBezTo>
                    <a:cubicBezTo>
                      <a:pt x="1" y="890"/>
                      <a:pt x="160" y="1141"/>
                      <a:pt x="366" y="1141"/>
                    </a:cubicBezTo>
                    <a:cubicBezTo>
                      <a:pt x="571" y="1141"/>
                      <a:pt x="731" y="890"/>
                      <a:pt x="731" y="571"/>
                    </a:cubicBezTo>
                    <a:cubicBezTo>
                      <a:pt x="731" y="251"/>
                      <a:pt x="571" y="0"/>
                      <a:pt x="3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41">
                <a:extLst>
                  <a:ext uri="{FF2B5EF4-FFF2-40B4-BE49-F238E27FC236}">
                    <a16:creationId xmlns:a16="http://schemas.microsoft.com/office/drawing/2014/main" id="{6E4BCC64-5B1D-A940-B806-31AFC43E8E3E}"/>
                  </a:ext>
                </a:extLst>
              </p:cNvPr>
              <p:cNvSpPr/>
              <p:nvPr/>
            </p:nvSpPr>
            <p:spPr>
              <a:xfrm>
                <a:off x="6729946" y="3728235"/>
                <a:ext cx="534040" cy="103898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3242" extrusionOk="0">
                    <a:moveTo>
                      <a:pt x="3858" y="0"/>
                    </a:moveTo>
                    <a:lnTo>
                      <a:pt x="1" y="1027"/>
                    </a:lnTo>
                    <a:cubicBezTo>
                      <a:pt x="1" y="1027"/>
                      <a:pt x="4406" y="2945"/>
                      <a:pt x="6460" y="3150"/>
                    </a:cubicBezTo>
                    <a:cubicBezTo>
                      <a:pt x="6616" y="3166"/>
                      <a:pt x="6783" y="3173"/>
                      <a:pt x="6960" y="3173"/>
                    </a:cubicBezTo>
                    <a:cubicBezTo>
                      <a:pt x="8365" y="3173"/>
                      <a:pt x="10385" y="2735"/>
                      <a:pt x="12241" y="2735"/>
                    </a:cubicBezTo>
                    <a:cubicBezTo>
                      <a:pt x="13230" y="2735"/>
                      <a:pt x="14173" y="2860"/>
                      <a:pt x="14951" y="3241"/>
                    </a:cubicBezTo>
                    <a:lnTo>
                      <a:pt x="16663" y="2694"/>
                    </a:lnTo>
                    <a:lnTo>
                      <a:pt x="10478" y="0"/>
                    </a:lnTo>
                    <a:cubicBezTo>
                      <a:pt x="10478" y="0"/>
                      <a:pt x="9268" y="776"/>
                      <a:pt x="7853" y="1005"/>
                    </a:cubicBezTo>
                    <a:cubicBezTo>
                      <a:pt x="7729" y="1024"/>
                      <a:pt x="7597" y="1033"/>
                      <a:pt x="7460" y="1033"/>
                    </a:cubicBezTo>
                    <a:cubicBezTo>
                      <a:pt x="5981" y="1033"/>
                      <a:pt x="3858" y="0"/>
                      <a:pt x="385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41">
                <a:extLst>
                  <a:ext uri="{FF2B5EF4-FFF2-40B4-BE49-F238E27FC236}">
                    <a16:creationId xmlns:a16="http://schemas.microsoft.com/office/drawing/2014/main" id="{621D1740-377F-85B3-CCA6-8DE3FF62F1E3}"/>
                  </a:ext>
                </a:extLst>
              </p:cNvPr>
              <p:cNvSpPr/>
              <p:nvPr/>
            </p:nvSpPr>
            <p:spPr>
              <a:xfrm>
                <a:off x="6729946" y="3728235"/>
                <a:ext cx="534040" cy="103898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3242" extrusionOk="0">
                    <a:moveTo>
                      <a:pt x="3858" y="0"/>
                    </a:moveTo>
                    <a:lnTo>
                      <a:pt x="1" y="1027"/>
                    </a:lnTo>
                    <a:cubicBezTo>
                      <a:pt x="1" y="1027"/>
                      <a:pt x="4406" y="2945"/>
                      <a:pt x="6460" y="3150"/>
                    </a:cubicBezTo>
                    <a:cubicBezTo>
                      <a:pt x="6616" y="3166"/>
                      <a:pt x="6783" y="3173"/>
                      <a:pt x="6960" y="3173"/>
                    </a:cubicBezTo>
                    <a:cubicBezTo>
                      <a:pt x="8365" y="3173"/>
                      <a:pt x="10385" y="2735"/>
                      <a:pt x="12241" y="2735"/>
                    </a:cubicBezTo>
                    <a:cubicBezTo>
                      <a:pt x="13230" y="2735"/>
                      <a:pt x="14173" y="2860"/>
                      <a:pt x="14951" y="3241"/>
                    </a:cubicBezTo>
                    <a:lnTo>
                      <a:pt x="16663" y="2694"/>
                    </a:lnTo>
                    <a:lnTo>
                      <a:pt x="10478" y="0"/>
                    </a:lnTo>
                    <a:cubicBezTo>
                      <a:pt x="10478" y="0"/>
                      <a:pt x="9268" y="776"/>
                      <a:pt x="7853" y="1005"/>
                    </a:cubicBezTo>
                    <a:cubicBezTo>
                      <a:pt x="7729" y="1024"/>
                      <a:pt x="7597" y="1033"/>
                      <a:pt x="7460" y="1033"/>
                    </a:cubicBezTo>
                    <a:cubicBezTo>
                      <a:pt x="5981" y="1033"/>
                      <a:pt x="3858" y="0"/>
                      <a:pt x="3858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41">
                <a:extLst>
                  <a:ext uri="{FF2B5EF4-FFF2-40B4-BE49-F238E27FC236}">
                    <a16:creationId xmlns:a16="http://schemas.microsoft.com/office/drawing/2014/main" id="{33E595FC-6C4E-1B51-3ADA-F3839A67DB76}"/>
                  </a:ext>
                </a:extLst>
              </p:cNvPr>
              <p:cNvSpPr/>
              <p:nvPr/>
            </p:nvSpPr>
            <p:spPr>
              <a:xfrm>
                <a:off x="7359059" y="2941123"/>
                <a:ext cx="35156" cy="21247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663" extrusionOk="0">
                    <a:moveTo>
                      <a:pt x="1051" y="0"/>
                    </a:moveTo>
                    <a:lnTo>
                      <a:pt x="1" y="457"/>
                    </a:lnTo>
                    <a:lnTo>
                      <a:pt x="23" y="662"/>
                    </a:lnTo>
                    <a:lnTo>
                      <a:pt x="1096" y="251"/>
                    </a:lnTo>
                    <a:lnTo>
                      <a:pt x="10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41">
                <a:extLst>
                  <a:ext uri="{FF2B5EF4-FFF2-40B4-BE49-F238E27FC236}">
                    <a16:creationId xmlns:a16="http://schemas.microsoft.com/office/drawing/2014/main" id="{DF7DCEA7-F46A-DB73-D141-1AACA8B22BE7}"/>
                  </a:ext>
                </a:extLst>
              </p:cNvPr>
              <p:cNvSpPr/>
              <p:nvPr/>
            </p:nvSpPr>
            <p:spPr>
              <a:xfrm>
                <a:off x="6672162" y="3735542"/>
                <a:ext cx="627650" cy="91464"/>
              </a:xfrm>
              <a:custGeom>
                <a:avLst/>
                <a:gdLst/>
                <a:ahLst/>
                <a:cxnLst/>
                <a:rect l="l" t="t" r="r" b="b"/>
                <a:pathLst>
                  <a:path w="19585" h="2854" extrusionOk="0">
                    <a:moveTo>
                      <a:pt x="17416" y="0"/>
                    </a:moveTo>
                    <a:cubicBezTo>
                      <a:pt x="17416" y="0"/>
                      <a:pt x="14038" y="1370"/>
                      <a:pt x="10592" y="1644"/>
                    </a:cubicBezTo>
                    <a:cubicBezTo>
                      <a:pt x="10136" y="1680"/>
                      <a:pt x="9667" y="1693"/>
                      <a:pt x="9190" y="1693"/>
                    </a:cubicBezTo>
                    <a:cubicBezTo>
                      <a:pt x="7954" y="1693"/>
                      <a:pt x="6662" y="1605"/>
                      <a:pt x="5393" y="1605"/>
                    </a:cubicBezTo>
                    <a:cubicBezTo>
                      <a:pt x="3449" y="1605"/>
                      <a:pt x="1558" y="1811"/>
                      <a:pt x="1" y="2854"/>
                    </a:cubicBezTo>
                    <a:lnTo>
                      <a:pt x="19585" y="2717"/>
                    </a:lnTo>
                    <a:lnTo>
                      <a:pt x="1741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41">
                <a:extLst>
                  <a:ext uri="{FF2B5EF4-FFF2-40B4-BE49-F238E27FC236}">
                    <a16:creationId xmlns:a16="http://schemas.microsoft.com/office/drawing/2014/main" id="{9E7F27C9-3552-D5F2-0C25-9ECCB41DABB9}"/>
                  </a:ext>
                </a:extLst>
              </p:cNvPr>
              <p:cNvSpPr/>
              <p:nvPr/>
            </p:nvSpPr>
            <p:spPr>
              <a:xfrm>
                <a:off x="7176189" y="2721878"/>
                <a:ext cx="261892" cy="105148"/>
              </a:xfrm>
              <a:custGeom>
                <a:avLst/>
                <a:gdLst/>
                <a:ahLst/>
                <a:cxnLst/>
                <a:rect l="l" t="t" r="r" b="b"/>
                <a:pathLst>
                  <a:path w="8172" h="3281" extrusionOk="0">
                    <a:moveTo>
                      <a:pt x="4770" y="1"/>
                    </a:moveTo>
                    <a:cubicBezTo>
                      <a:pt x="2589" y="1"/>
                      <a:pt x="521" y="1015"/>
                      <a:pt x="0" y="2116"/>
                    </a:cubicBezTo>
                    <a:cubicBezTo>
                      <a:pt x="457" y="2619"/>
                      <a:pt x="1164" y="3029"/>
                      <a:pt x="2055" y="3281"/>
                    </a:cubicBezTo>
                    <a:cubicBezTo>
                      <a:pt x="2141" y="3001"/>
                      <a:pt x="2389" y="2822"/>
                      <a:pt x="2935" y="2822"/>
                    </a:cubicBezTo>
                    <a:cubicBezTo>
                      <a:pt x="2968" y="2822"/>
                      <a:pt x="3001" y="2823"/>
                      <a:pt x="3036" y="2824"/>
                    </a:cubicBezTo>
                    <a:cubicBezTo>
                      <a:pt x="3123" y="2827"/>
                      <a:pt x="3206" y="2829"/>
                      <a:pt x="3284" y="2829"/>
                    </a:cubicBezTo>
                    <a:cubicBezTo>
                      <a:pt x="5857" y="2829"/>
                      <a:pt x="3900" y="1109"/>
                      <a:pt x="4897" y="1109"/>
                    </a:cubicBezTo>
                    <a:cubicBezTo>
                      <a:pt x="4922" y="1109"/>
                      <a:pt x="4948" y="1110"/>
                      <a:pt x="4976" y="1112"/>
                    </a:cubicBezTo>
                    <a:cubicBezTo>
                      <a:pt x="5505" y="1133"/>
                      <a:pt x="6415" y="2766"/>
                      <a:pt x="7010" y="2766"/>
                    </a:cubicBezTo>
                    <a:cubicBezTo>
                      <a:pt x="7083" y="2766"/>
                      <a:pt x="7151" y="2742"/>
                      <a:pt x="7213" y="2687"/>
                    </a:cubicBezTo>
                    <a:cubicBezTo>
                      <a:pt x="7738" y="2139"/>
                      <a:pt x="8172" y="405"/>
                      <a:pt x="5684" y="62"/>
                    </a:cubicBezTo>
                    <a:cubicBezTo>
                      <a:pt x="5380" y="20"/>
                      <a:pt x="5074" y="1"/>
                      <a:pt x="47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41">
                <a:extLst>
                  <a:ext uri="{FF2B5EF4-FFF2-40B4-BE49-F238E27FC236}">
                    <a16:creationId xmlns:a16="http://schemas.microsoft.com/office/drawing/2014/main" id="{D24A419A-B7E7-05A7-8E0D-212F5C372D9D}"/>
                  </a:ext>
                </a:extLst>
              </p:cNvPr>
              <p:cNvSpPr/>
              <p:nvPr/>
            </p:nvSpPr>
            <p:spPr>
              <a:xfrm>
                <a:off x="6901468" y="3441892"/>
                <a:ext cx="84032" cy="269568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8424" extrusionOk="0">
                    <a:moveTo>
                      <a:pt x="1827" y="1"/>
                    </a:moveTo>
                    <a:cubicBezTo>
                      <a:pt x="1827" y="1"/>
                      <a:pt x="777" y="3676"/>
                      <a:pt x="1" y="8423"/>
                    </a:cubicBezTo>
                    <a:lnTo>
                      <a:pt x="2626" y="5479"/>
                    </a:lnTo>
                    <a:lnTo>
                      <a:pt x="18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41">
                <a:extLst>
                  <a:ext uri="{FF2B5EF4-FFF2-40B4-BE49-F238E27FC236}">
                    <a16:creationId xmlns:a16="http://schemas.microsoft.com/office/drawing/2014/main" id="{21670C31-6BBD-EDC6-6EFD-5CD5443F8C6E}"/>
                  </a:ext>
                </a:extLst>
              </p:cNvPr>
              <p:cNvSpPr/>
              <p:nvPr/>
            </p:nvSpPr>
            <p:spPr>
              <a:xfrm>
                <a:off x="6901468" y="3441892"/>
                <a:ext cx="84032" cy="269568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8424" extrusionOk="0">
                    <a:moveTo>
                      <a:pt x="1827" y="1"/>
                    </a:moveTo>
                    <a:cubicBezTo>
                      <a:pt x="1827" y="1"/>
                      <a:pt x="777" y="3676"/>
                      <a:pt x="1" y="8423"/>
                    </a:cubicBezTo>
                    <a:lnTo>
                      <a:pt x="2626" y="5479"/>
                    </a:lnTo>
                    <a:lnTo>
                      <a:pt x="1827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41">
                <a:extLst>
                  <a:ext uri="{FF2B5EF4-FFF2-40B4-BE49-F238E27FC236}">
                    <a16:creationId xmlns:a16="http://schemas.microsoft.com/office/drawing/2014/main" id="{E37439AD-D8AF-775C-F594-6C119CA9E163}"/>
                  </a:ext>
                </a:extLst>
              </p:cNvPr>
              <p:cNvSpPr/>
              <p:nvPr/>
            </p:nvSpPr>
            <p:spPr>
              <a:xfrm>
                <a:off x="7075974" y="2912599"/>
                <a:ext cx="85599" cy="327718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0226" extrusionOk="0">
                    <a:moveTo>
                      <a:pt x="1621" y="0"/>
                    </a:moveTo>
                    <a:lnTo>
                      <a:pt x="0" y="3721"/>
                    </a:lnTo>
                    <a:lnTo>
                      <a:pt x="708" y="7692"/>
                    </a:lnTo>
                    <a:lnTo>
                      <a:pt x="2671" y="10226"/>
                    </a:lnTo>
                    <a:lnTo>
                      <a:pt x="2077" y="6825"/>
                    </a:lnTo>
                    <a:lnTo>
                      <a:pt x="2169" y="3378"/>
                    </a:lnTo>
                    <a:lnTo>
                      <a:pt x="1621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0" name="Google Shape;1520;p41">
              <a:extLst>
                <a:ext uri="{FF2B5EF4-FFF2-40B4-BE49-F238E27FC236}">
                  <a16:creationId xmlns:a16="http://schemas.microsoft.com/office/drawing/2014/main" id="{FC2CC2DB-3B14-3174-CB36-9ACE04E1CE90}"/>
                </a:ext>
              </a:extLst>
            </p:cNvPr>
            <p:cNvGrpSpPr/>
            <p:nvPr/>
          </p:nvGrpSpPr>
          <p:grpSpPr>
            <a:xfrm>
              <a:off x="7947920" y="3312373"/>
              <a:ext cx="964901" cy="1732582"/>
              <a:chOff x="7947916" y="3428972"/>
              <a:chExt cx="964901" cy="1732582"/>
            </a:xfrm>
          </p:grpSpPr>
          <p:sp>
            <p:nvSpPr>
              <p:cNvPr id="1521" name="Google Shape;1521;p41">
                <a:extLst>
                  <a:ext uri="{FF2B5EF4-FFF2-40B4-BE49-F238E27FC236}">
                    <a16:creationId xmlns:a16="http://schemas.microsoft.com/office/drawing/2014/main" id="{2C68A19E-863D-EA1D-BD39-757DF7AC7F79}"/>
                  </a:ext>
                </a:extLst>
              </p:cNvPr>
              <p:cNvSpPr/>
              <p:nvPr/>
            </p:nvSpPr>
            <p:spPr>
              <a:xfrm>
                <a:off x="8399993" y="4348830"/>
                <a:ext cx="79061" cy="812725"/>
              </a:xfrm>
              <a:custGeom>
                <a:avLst/>
                <a:gdLst/>
                <a:ahLst/>
                <a:cxnLst/>
                <a:rect l="l" t="t" r="r" b="b"/>
                <a:pathLst>
                  <a:path w="2467" h="25360" extrusionOk="0">
                    <a:moveTo>
                      <a:pt x="1" y="1"/>
                    </a:moveTo>
                    <a:lnTo>
                      <a:pt x="1713" y="25360"/>
                    </a:lnTo>
                    <a:lnTo>
                      <a:pt x="2466" y="25360"/>
                    </a:lnTo>
                    <a:lnTo>
                      <a:pt x="13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41">
                <a:extLst>
                  <a:ext uri="{FF2B5EF4-FFF2-40B4-BE49-F238E27FC236}">
                    <a16:creationId xmlns:a16="http://schemas.microsoft.com/office/drawing/2014/main" id="{194C6BF8-DB80-7C1C-B26C-9CB9E93628A4}"/>
                  </a:ext>
                </a:extLst>
              </p:cNvPr>
              <p:cNvSpPr/>
              <p:nvPr/>
            </p:nvSpPr>
            <p:spPr>
              <a:xfrm>
                <a:off x="7987431" y="4470262"/>
                <a:ext cx="691297" cy="13941"/>
              </a:xfrm>
              <a:custGeom>
                <a:avLst/>
                <a:gdLst/>
                <a:ahLst/>
                <a:cxnLst/>
                <a:rect l="l" t="t" r="r" b="b"/>
                <a:pathLst>
                  <a:path w="21571" h="435" extrusionOk="0">
                    <a:moveTo>
                      <a:pt x="1" y="1"/>
                    </a:moveTo>
                    <a:lnTo>
                      <a:pt x="1" y="434"/>
                    </a:lnTo>
                    <a:lnTo>
                      <a:pt x="21570" y="434"/>
                    </a:lnTo>
                    <a:lnTo>
                      <a:pt x="215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41">
                <a:extLst>
                  <a:ext uri="{FF2B5EF4-FFF2-40B4-BE49-F238E27FC236}">
                    <a16:creationId xmlns:a16="http://schemas.microsoft.com/office/drawing/2014/main" id="{8588E130-BDF8-FC1F-863E-8602AF8E5F6E}"/>
                  </a:ext>
                </a:extLst>
              </p:cNvPr>
              <p:cNvSpPr/>
              <p:nvPr/>
            </p:nvSpPr>
            <p:spPr>
              <a:xfrm>
                <a:off x="8214207" y="4348830"/>
                <a:ext cx="68774" cy="812725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25360" extrusionOk="0">
                    <a:moveTo>
                      <a:pt x="776" y="1"/>
                    </a:moveTo>
                    <a:lnTo>
                      <a:pt x="0" y="25360"/>
                    </a:lnTo>
                    <a:lnTo>
                      <a:pt x="776" y="25360"/>
                    </a:lnTo>
                    <a:lnTo>
                      <a:pt x="214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41">
                <a:extLst>
                  <a:ext uri="{FF2B5EF4-FFF2-40B4-BE49-F238E27FC236}">
                    <a16:creationId xmlns:a16="http://schemas.microsoft.com/office/drawing/2014/main" id="{1185B81C-6385-1742-AE47-5E11D6215AEA}"/>
                  </a:ext>
                </a:extLst>
              </p:cNvPr>
              <p:cNvSpPr/>
              <p:nvPr/>
            </p:nvSpPr>
            <p:spPr>
              <a:xfrm>
                <a:off x="8163731" y="3429228"/>
                <a:ext cx="749078" cy="911559"/>
              </a:xfrm>
              <a:custGeom>
                <a:avLst/>
                <a:gdLst/>
                <a:ahLst/>
                <a:cxnLst/>
                <a:rect l="l" t="t" r="r" b="b"/>
                <a:pathLst>
                  <a:path w="23374" h="28444" extrusionOk="0">
                    <a:moveTo>
                      <a:pt x="16652" y="0"/>
                    </a:moveTo>
                    <a:cubicBezTo>
                      <a:pt x="12799" y="0"/>
                      <a:pt x="8554" y="410"/>
                      <a:pt x="8103" y="848"/>
                    </a:cubicBezTo>
                    <a:cubicBezTo>
                      <a:pt x="5504" y="3357"/>
                      <a:pt x="10" y="28421"/>
                      <a:pt x="0" y="28444"/>
                    </a:cubicBezTo>
                    <a:lnTo>
                      <a:pt x="0" y="28444"/>
                    </a:lnTo>
                    <a:lnTo>
                      <a:pt x="16321" y="28330"/>
                    </a:lnTo>
                    <a:cubicBezTo>
                      <a:pt x="17895" y="22532"/>
                      <a:pt x="23374" y="1989"/>
                      <a:pt x="23031" y="1053"/>
                    </a:cubicBezTo>
                    <a:cubicBezTo>
                      <a:pt x="22742" y="279"/>
                      <a:pt x="19831" y="0"/>
                      <a:pt x="16652" y="0"/>
                    </a:cubicBezTo>
                    <a:close/>
                    <a:moveTo>
                      <a:pt x="0" y="28444"/>
                    </a:moveTo>
                    <a:lnTo>
                      <a:pt x="0" y="28444"/>
                    </a:lnTo>
                    <a:cubicBezTo>
                      <a:pt x="0" y="28444"/>
                      <a:pt x="0" y="28444"/>
                      <a:pt x="0" y="28444"/>
                    </a:cubicBezTo>
                    <a:cubicBezTo>
                      <a:pt x="0" y="28444"/>
                      <a:pt x="0" y="28444"/>
                      <a:pt x="0" y="2844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41">
                <a:extLst>
                  <a:ext uri="{FF2B5EF4-FFF2-40B4-BE49-F238E27FC236}">
                    <a16:creationId xmlns:a16="http://schemas.microsoft.com/office/drawing/2014/main" id="{1DA8C756-9AEA-AA24-153D-891ACE0382CB}"/>
                  </a:ext>
                </a:extLst>
              </p:cNvPr>
              <p:cNvSpPr/>
              <p:nvPr/>
            </p:nvSpPr>
            <p:spPr>
              <a:xfrm>
                <a:off x="7969132" y="4323960"/>
                <a:ext cx="719114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22439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22438" y="1370"/>
                    </a:lnTo>
                    <a:lnTo>
                      <a:pt x="2243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41">
                <a:extLst>
                  <a:ext uri="{FF2B5EF4-FFF2-40B4-BE49-F238E27FC236}">
                    <a16:creationId xmlns:a16="http://schemas.microsoft.com/office/drawing/2014/main" id="{078A705B-BCA7-D99B-0A5F-BC4F1F9B9F3D}"/>
                  </a:ext>
                </a:extLst>
              </p:cNvPr>
              <p:cNvSpPr/>
              <p:nvPr/>
            </p:nvSpPr>
            <p:spPr>
              <a:xfrm>
                <a:off x="8277856" y="4323960"/>
                <a:ext cx="411842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12851" h="1371" extrusionOk="0">
                    <a:moveTo>
                      <a:pt x="0" y="1"/>
                    </a:moveTo>
                    <a:lnTo>
                      <a:pt x="0" y="1370"/>
                    </a:lnTo>
                    <a:lnTo>
                      <a:pt x="12851" y="1370"/>
                    </a:lnTo>
                    <a:lnTo>
                      <a:pt x="1285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41">
                <a:extLst>
                  <a:ext uri="{FF2B5EF4-FFF2-40B4-BE49-F238E27FC236}">
                    <a16:creationId xmlns:a16="http://schemas.microsoft.com/office/drawing/2014/main" id="{DFE3033D-A0C5-F04E-2B32-2D2B6E1A175B}"/>
                  </a:ext>
                </a:extLst>
              </p:cNvPr>
              <p:cNvSpPr/>
              <p:nvPr/>
            </p:nvSpPr>
            <p:spPr>
              <a:xfrm>
                <a:off x="8645805" y="4348830"/>
                <a:ext cx="79766" cy="8127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5360" extrusionOk="0">
                    <a:moveTo>
                      <a:pt x="0" y="1"/>
                    </a:moveTo>
                    <a:lnTo>
                      <a:pt x="1712" y="25360"/>
                    </a:lnTo>
                    <a:lnTo>
                      <a:pt x="2488" y="25360"/>
                    </a:lnTo>
                    <a:lnTo>
                      <a:pt x="13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41">
                <a:extLst>
                  <a:ext uri="{FF2B5EF4-FFF2-40B4-BE49-F238E27FC236}">
                    <a16:creationId xmlns:a16="http://schemas.microsoft.com/office/drawing/2014/main" id="{53DF4DB3-23C5-E072-3080-BFA6DC716BC7}"/>
                  </a:ext>
                </a:extLst>
              </p:cNvPr>
              <p:cNvSpPr/>
              <p:nvPr/>
            </p:nvSpPr>
            <p:spPr>
              <a:xfrm>
                <a:off x="7947916" y="4348830"/>
                <a:ext cx="68806" cy="812725"/>
              </a:xfrm>
              <a:custGeom>
                <a:avLst/>
                <a:gdLst/>
                <a:ahLst/>
                <a:cxnLst/>
                <a:rect l="l" t="t" r="r" b="b"/>
                <a:pathLst>
                  <a:path w="2147" h="25360" extrusionOk="0">
                    <a:moveTo>
                      <a:pt x="777" y="1"/>
                    </a:moveTo>
                    <a:lnTo>
                      <a:pt x="1" y="25360"/>
                    </a:lnTo>
                    <a:lnTo>
                      <a:pt x="777" y="25360"/>
                    </a:lnTo>
                    <a:lnTo>
                      <a:pt x="214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41">
                <a:extLst>
                  <a:ext uri="{FF2B5EF4-FFF2-40B4-BE49-F238E27FC236}">
                    <a16:creationId xmlns:a16="http://schemas.microsoft.com/office/drawing/2014/main" id="{CCABA5B2-2A75-71B5-71AC-1FBE0BDFFCC0}"/>
                  </a:ext>
                </a:extLst>
              </p:cNvPr>
              <p:cNvSpPr/>
              <p:nvPr/>
            </p:nvSpPr>
            <p:spPr>
              <a:xfrm>
                <a:off x="8408069" y="3428972"/>
                <a:ext cx="504748" cy="908899"/>
              </a:xfrm>
              <a:custGeom>
                <a:avLst/>
                <a:gdLst/>
                <a:ahLst/>
                <a:cxnLst/>
                <a:rect l="l" t="t" r="r" b="b"/>
                <a:pathLst>
                  <a:path w="15750" h="28361" extrusionOk="0">
                    <a:moveTo>
                      <a:pt x="8977" y="0"/>
                    </a:moveTo>
                    <a:cubicBezTo>
                      <a:pt x="5138" y="0"/>
                      <a:pt x="928" y="408"/>
                      <a:pt x="479" y="856"/>
                    </a:cubicBezTo>
                    <a:cubicBezTo>
                      <a:pt x="342" y="993"/>
                      <a:pt x="160" y="1221"/>
                      <a:pt x="0" y="1541"/>
                    </a:cubicBezTo>
                    <a:cubicBezTo>
                      <a:pt x="1574" y="1252"/>
                      <a:pt x="4605" y="1033"/>
                      <a:pt x="7433" y="1033"/>
                    </a:cubicBezTo>
                    <a:cubicBezTo>
                      <a:pt x="10634" y="1033"/>
                      <a:pt x="13576" y="1313"/>
                      <a:pt x="13855" y="2089"/>
                    </a:cubicBezTo>
                    <a:cubicBezTo>
                      <a:pt x="14175" y="2979"/>
                      <a:pt x="9267" y="21490"/>
                      <a:pt x="7418" y="28360"/>
                    </a:cubicBezTo>
                    <a:lnTo>
                      <a:pt x="8697" y="28360"/>
                    </a:lnTo>
                    <a:cubicBezTo>
                      <a:pt x="10271" y="22540"/>
                      <a:pt x="15750" y="1997"/>
                      <a:pt x="15407" y="1061"/>
                    </a:cubicBezTo>
                    <a:cubicBezTo>
                      <a:pt x="15117" y="283"/>
                      <a:pt x="12176" y="0"/>
                      <a:pt x="89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41">
                <a:extLst>
                  <a:ext uri="{FF2B5EF4-FFF2-40B4-BE49-F238E27FC236}">
                    <a16:creationId xmlns:a16="http://schemas.microsoft.com/office/drawing/2014/main" id="{111DC0F5-23AD-BA13-670D-C7AB16C5EBDA}"/>
                  </a:ext>
                </a:extLst>
              </p:cNvPr>
              <p:cNvSpPr/>
              <p:nvPr/>
            </p:nvSpPr>
            <p:spPr>
              <a:xfrm>
                <a:off x="8601899" y="3438651"/>
                <a:ext cx="269968" cy="391556"/>
              </a:xfrm>
              <a:custGeom>
                <a:avLst/>
                <a:gdLst/>
                <a:ahLst/>
                <a:cxnLst/>
                <a:rect l="l" t="t" r="r" b="b"/>
                <a:pathLst>
                  <a:path w="8424" h="12218" extrusionOk="0">
                    <a:moveTo>
                      <a:pt x="2344" y="0"/>
                    </a:moveTo>
                    <a:cubicBezTo>
                      <a:pt x="1567" y="0"/>
                      <a:pt x="772" y="19"/>
                      <a:pt x="1" y="52"/>
                    </a:cubicBezTo>
                    <a:lnTo>
                      <a:pt x="1" y="691"/>
                    </a:lnTo>
                    <a:cubicBezTo>
                      <a:pt x="1" y="6899"/>
                      <a:pt x="2534" y="11921"/>
                      <a:pt x="5753" y="12218"/>
                    </a:cubicBezTo>
                    <a:cubicBezTo>
                      <a:pt x="7191" y="6603"/>
                      <a:pt x="8423" y="1444"/>
                      <a:pt x="8264" y="988"/>
                    </a:cubicBezTo>
                    <a:cubicBezTo>
                      <a:pt x="7993" y="265"/>
                      <a:pt x="5292" y="0"/>
                      <a:pt x="2344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1" name="Google Shape;1531;p41">
              <a:extLst>
                <a:ext uri="{FF2B5EF4-FFF2-40B4-BE49-F238E27FC236}">
                  <a16:creationId xmlns:a16="http://schemas.microsoft.com/office/drawing/2014/main" id="{433300FE-287D-980A-13B4-97E62638D07C}"/>
                </a:ext>
              </a:extLst>
            </p:cNvPr>
            <p:cNvGrpSpPr/>
            <p:nvPr/>
          </p:nvGrpSpPr>
          <p:grpSpPr>
            <a:xfrm>
              <a:off x="7336369" y="3282183"/>
              <a:ext cx="321926" cy="525819"/>
              <a:chOff x="7336365" y="3398782"/>
              <a:chExt cx="321926" cy="525819"/>
            </a:xfrm>
          </p:grpSpPr>
          <p:sp>
            <p:nvSpPr>
              <p:cNvPr id="1532" name="Google Shape;1532;p41">
                <a:extLst>
                  <a:ext uri="{FF2B5EF4-FFF2-40B4-BE49-F238E27FC236}">
                    <a16:creationId xmlns:a16="http://schemas.microsoft.com/office/drawing/2014/main" id="{D5B3BB87-8D83-24D8-84B4-28DDD067C9B5}"/>
                  </a:ext>
                </a:extLst>
              </p:cNvPr>
              <p:cNvSpPr/>
              <p:nvPr/>
            </p:nvSpPr>
            <p:spPr>
              <a:xfrm>
                <a:off x="7588747" y="3398782"/>
                <a:ext cx="695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2170" h="1975" extrusionOk="0">
                    <a:moveTo>
                      <a:pt x="1108" y="1"/>
                    </a:moveTo>
                    <a:cubicBezTo>
                      <a:pt x="857" y="1"/>
                      <a:pt x="606" y="98"/>
                      <a:pt x="412" y="292"/>
                    </a:cubicBezTo>
                    <a:cubicBezTo>
                      <a:pt x="1" y="680"/>
                      <a:pt x="1" y="1296"/>
                      <a:pt x="366" y="1684"/>
                    </a:cubicBezTo>
                    <a:cubicBezTo>
                      <a:pt x="549" y="1878"/>
                      <a:pt x="800" y="1975"/>
                      <a:pt x="1054" y="1975"/>
                    </a:cubicBezTo>
                    <a:cubicBezTo>
                      <a:pt x="1307" y="1975"/>
                      <a:pt x="1564" y="1878"/>
                      <a:pt x="1758" y="1684"/>
                    </a:cubicBezTo>
                    <a:cubicBezTo>
                      <a:pt x="2146" y="1296"/>
                      <a:pt x="2169" y="657"/>
                      <a:pt x="1804" y="292"/>
                    </a:cubicBezTo>
                    <a:cubicBezTo>
                      <a:pt x="1610" y="98"/>
                      <a:pt x="1359" y="1"/>
                      <a:pt x="11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41">
                <a:extLst>
                  <a:ext uri="{FF2B5EF4-FFF2-40B4-BE49-F238E27FC236}">
                    <a16:creationId xmlns:a16="http://schemas.microsoft.com/office/drawing/2014/main" id="{EB16696F-C406-7975-1399-B44E6B0C12EF}"/>
                  </a:ext>
                </a:extLst>
              </p:cNvPr>
              <p:cNvSpPr/>
              <p:nvPr/>
            </p:nvSpPr>
            <p:spPr>
              <a:xfrm>
                <a:off x="7438792" y="3431504"/>
                <a:ext cx="182895" cy="471130"/>
              </a:xfrm>
              <a:custGeom>
                <a:avLst/>
                <a:gdLst/>
                <a:ahLst/>
                <a:cxnLst/>
                <a:rect l="l" t="t" r="r" b="b"/>
                <a:pathLst>
                  <a:path w="5707" h="14701" extrusionOk="0">
                    <a:moveTo>
                      <a:pt x="5342" y="1"/>
                    </a:moveTo>
                    <a:cubicBezTo>
                      <a:pt x="731" y="2854"/>
                      <a:pt x="206" y="11459"/>
                      <a:pt x="23" y="14267"/>
                    </a:cubicBezTo>
                    <a:lnTo>
                      <a:pt x="1" y="14678"/>
                    </a:lnTo>
                    <a:lnTo>
                      <a:pt x="685" y="14700"/>
                    </a:lnTo>
                    <a:lnTo>
                      <a:pt x="708" y="14312"/>
                    </a:lnTo>
                    <a:cubicBezTo>
                      <a:pt x="891" y="11573"/>
                      <a:pt x="1393" y="3242"/>
                      <a:pt x="5707" y="549"/>
                    </a:cubicBezTo>
                    <a:lnTo>
                      <a:pt x="534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41">
                <a:extLst>
                  <a:ext uri="{FF2B5EF4-FFF2-40B4-BE49-F238E27FC236}">
                    <a16:creationId xmlns:a16="http://schemas.microsoft.com/office/drawing/2014/main" id="{5983CFE5-CB3B-9679-BF8C-B2B752C6889E}"/>
                  </a:ext>
                </a:extLst>
              </p:cNvPr>
              <p:cNvSpPr/>
              <p:nvPr/>
            </p:nvSpPr>
            <p:spPr>
              <a:xfrm>
                <a:off x="7336365" y="3880664"/>
                <a:ext cx="230454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7191" h="1371" extrusionOk="0">
                    <a:moveTo>
                      <a:pt x="3585" y="1"/>
                    </a:moveTo>
                    <a:cubicBezTo>
                      <a:pt x="1918" y="1"/>
                      <a:pt x="480" y="571"/>
                      <a:pt x="1" y="1370"/>
                    </a:cubicBezTo>
                    <a:lnTo>
                      <a:pt x="7191" y="1370"/>
                    </a:lnTo>
                    <a:cubicBezTo>
                      <a:pt x="6734" y="571"/>
                      <a:pt x="5296" y="1"/>
                      <a:pt x="35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5" name="Google Shape;1535;p41">
              <a:extLst>
                <a:ext uri="{FF2B5EF4-FFF2-40B4-BE49-F238E27FC236}">
                  <a16:creationId xmlns:a16="http://schemas.microsoft.com/office/drawing/2014/main" id="{C3163038-DF7C-6670-B8BC-019CECAD9C78}"/>
                </a:ext>
              </a:extLst>
            </p:cNvPr>
            <p:cNvGrpSpPr/>
            <p:nvPr/>
          </p:nvGrpSpPr>
          <p:grpSpPr>
            <a:xfrm>
              <a:off x="6357606" y="3283465"/>
              <a:ext cx="319714" cy="524537"/>
              <a:chOff x="6357602" y="3400064"/>
              <a:chExt cx="319714" cy="524537"/>
            </a:xfrm>
          </p:grpSpPr>
          <p:sp>
            <p:nvSpPr>
              <p:cNvPr id="1536" name="Google Shape;1536;p41">
                <a:extLst>
                  <a:ext uri="{FF2B5EF4-FFF2-40B4-BE49-F238E27FC236}">
                    <a16:creationId xmlns:a16="http://schemas.microsoft.com/office/drawing/2014/main" id="{D47EA97F-928F-727D-1BEF-350DBDC677A4}"/>
                  </a:ext>
                </a:extLst>
              </p:cNvPr>
              <p:cNvSpPr/>
              <p:nvPr/>
            </p:nvSpPr>
            <p:spPr>
              <a:xfrm>
                <a:off x="6612163" y="3400064"/>
                <a:ext cx="65153" cy="62204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941" extrusionOk="0">
                    <a:moveTo>
                      <a:pt x="1051" y="0"/>
                    </a:moveTo>
                    <a:cubicBezTo>
                      <a:pt x="503" y="0"/>
                      <a:pt x="47" y="411"/>
                      <a:pt x="24" y="959"/>
                    </a:cubicBezTo>
                    <a:cubicBezTo>
                      <a:pt x="1" y="1507"/>
                      <a:pt x="435" y="1941"/>
                      <a:pt x="960" y="1941"/>
                    </a:cubicBezTo>
                    <a:cubicBezTo>
                      <a:pt x="1507" y="1941"/>
                      <a:pt x="1964" y="1507"/>
                      <a:pt x="1987" y="959"/>
                    </a:cubicBezTo>
                    <a:cubicBezTo>
                      <a:pt x="2032" y="411"/>
                      <a:pt x="1599" y="0"/>
                      <a:pt x="10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41">
                <a:extLst>
                  <a:ext uri="{FF2B5EF4-FFF2-40B4-BE49-F238E27FC236}">
                    <a16:creationId xmlns:a16="http://schemas.microsoft.com/office/drawing/2014/main" id="{980A29FA-49D4-6BA5-49E3-6EE30DFB0AA8}"/>
                  </a:ext>
                </a:extLst>
              </p:cNvPr>
              <p:cNvSpPr/>
              <p:nvPr/>
            </p:nvSpPr>
            <p:spPr>
              <a:xfrm>
                <a:off x="6460029" y="3431504"/>
                <a:ext cx="182895" cy="471130"/>
              </a:xfrm>
              <a:custGeom>
                <a:avLst/>
                <a:gdLst/>
                <a:ahLst/>
                <a:cxnLst/>
                <a:rect l="l" t="t" r="r" b="b"/>
                <a:pathLst>
                  <a:path w="5707" h="14701" extrusionOk="0">
                    <a:moveTo>
                      <a:pt x="5341" y="1"/>
                    </a:moveTo>
                    <a:cubicBezTo>
                      <a:pt x="754" y="2854"/>
                      <a:pt x="206" y="11459"/>
                      <a:pt x="46" y="14267"/>
                    </a:cubicBezTo>
                    <a:lnTo>
                      <a:pt x="0" y="14678"/>
                    </a:lnTo>
                    <a:lnTo>
                      <a:pt x="685" y="14700"/>
                    </a:lnTo>
                    <a:lnTo>
                      <a:pt x="731" y="14312"/>
                    </a:lnTo>
                    <a:cubicBezTo>
                      <a:pt x="890" y="11573"/>
                      <a:pt x="1415" y="3242"/>
                      <a:pt x="5707" y="549"/>
                    </a:cubicBezTo>
                    <a:lnTo>
                      <a:pt x="534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41">
                <a:extLst>
                  <a:ext uri="{FF2B5EF4-FFF2-40B4-BE49-F238E27FC236}">
                    <a16:creationId xmlns:a16="http://schemas.microsoft.com/office/drawing/2014/main" id="{2EA08122-443B-369E-6E48-979FB5924906}"/>
                  </a:ext>
                </a:extLst>
              </p:cNvPr>
              <p:cNvSpPr/>
              <p:nvPr/>
            </p:nvSpPr>
            <p:spPr>
              <a:xfrm>
                <a:off x="6357602" y="3880664"/>
                <a:ext cx="230454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7191" h="1371" extrusionOk="0">
                    <a:moveTo>
                      <a:pt x="3607" y="1"/>
                    </a:moveTo>
                    <a:cubicBezTo>
                      <a:pt x="1918" y="1"/>
                      <a:pt x="503" y="571"/>
                      <a:pt x="1" y="1370"/>
                    </a:cubicBezTo>
                    <a:lnTo>
                      <a:pt x="7191" y="1370"/>
                    </a:lnTo>
                    <a:cubicBezTo>
                      <a:pt x="6734" y="571"/>
                      <a:pt x="5319" y="1"/>
                      <a:pt x="360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9" name="Google Shape;1539;p41">
              <a:extLst>
                <a:ext uri="{FF2B5EF4-FFF2-40B4-BE49-F238E27FC236}">
                  <a16:creationId xmlns:a16="http://schemas.microsoft.com/office/drawing/2014/main" id="{23D3FD1D-2CF1-C5BE-1ECB-BF1FE9438E44}"/>
                </a:ext>
              </a:extLst>
            </p:cNvPr>
            <p:cNvGrpSpPr/>
            <p:nvPr/>
          </p:nvGrpSpPr>
          <p:grpSpPr>
            <a:xfrm>
              <a:off x="7659739" y="3201902"/>
              <a:ext cx="1013131" cy="963770"/>
              <a:chOff x="7659739" y="3223277"/>
              <a:chExt cx="1013131" cy="963770"/>
            </a:xfrm>
          </p:grpSpPr>
          <p:sp>
            <p:nvSpPr>
              <p:cNvPr id="1540" name="Google Shape;1540;p41">
                <a:extLst>
                  <a:ext uri="{FF2B5EF4-FFF2-40B4-BE49-F238E27FC236}">
                    <a16:creationId xmlns:a16="http://schemas.microsoft.com/office/drawing/2014/main" id="{E2069C6C-768F-D088-6FC0-52B56BEE3D79}"/>
                  </a:ext>
                </a:extLst>
              </p:cNvPr>
              <p:cNvSpPr/>
              <p:nvPr/>
            </p:nvSpPr>
            <p:spPr>
              <a:xfrm>
                <a:off x="7789920" y="3223277"/>
                <a:ext cx="882204" cy="945401"/>
              </a:xfrm>
              <a:custGeom>
                <a:avLst/>
                <a:gdLst/>
                <a:ahLst/>
                <a:cxnLst/>
                <a:rect l="l" t="t" r="r" b="b"/>
                <a:pathLst>
                  <a:path w="27528" h="29500" extrusionOk="0">
                    <a:moveTo>
                      <a:pt x="3221" y="1"/>
                    </a:moveTo>
                    <a:cubicBezTo>
                      <a:pt x="2591" y="1"/>
                      <a:pt x="2027" y="145"/>
                      <a:pt x="1598" y="537"/>
                    </a:cubicBezTo>
                    <a:cubicBezTo>
                      <a:pt x="1" y="1998"/>
                      <a:pt x="480" y="5125"/>
                      <a:pt x="1484" y="9233"/>
                    </a:cubicBezTo>
                    <a:cubicBezTo>
                      <a:pt x="2489" y="13342"/>
                      <a:pt x="5045" y="14666"/>
                      <a:pt x="4589" y="19276"/>
                    </a:cubicBezTo>
                    <a:cubicBezTo>
                      <a:pt x="4589" y="19276"/>
                      <a:pt x="14655" y="28909"/>
                      <a:pt x="21023" y="29479"/>
                    </a:cubicBezTo>
                    <a:cubicBezTo>
                      <a:pt x="21176" y="29493"/>
                      <a:pt x="21326" y="29500"/>
                      <a:pt x="21472" y="29500"/>
                    </a:cubicBezTo>
                    <a:cubicBezTo>
                      <a:pt x="27398" y="29500"/>
                      <a:pt x="27528" y="18477"/>
                      <a:pt x="27528" y="18477"/>
                    </a:cubicBezTo>
                    <a:cubicBezTo>
                      <a:pt x="25839" y="8982"/>
                      <a:pt x="18626" y="2272"/>
                      <a:pt x="16024" y="788"/>
                    </a:cubicBezTo>
                    <a:cubicBezTo>
                      <a:pt x="15271" y="355"/>
                      <a:pt x="14455" y="202"/>
                      <a:pt x="13636" y="202"/>
                    </a:cubicBezTo>
                    <a:cubicBezTo>
                      <a:pt x="11666" y="202"/>
                      <a:pt x="9671" y="1085"/>
                      <a:pt x="8456" y="1085"/>
                    </a:cubicBezTo>
                    <a:cubicBezTo>
                      <a:pt x="8445" y="1085"/>
                      <a:pt x="8434" y="1085"/>
                      <a:pt x="8423" y="1085"/>
                    </a:cubicBezTo>
                    <a:cubicBezTo>
                      <a:pt x="7138" y="1068"/>
                      <a:pt x="4936" y="1"/>
                      <a:pt x="32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41">
                <a:extLst>
                  <a:ext uri="{FF2B5EF4-FFF2-40B4-BE49-F238E27FC236}">
                    <a16:creationId xmlns:a16="http://schemas.microsoft.com/office/drawing/2014/main" id="{8AFF5FFC-26EE-9D2B-F03E-70B50AFDC92C}"/>
                  </a:ext>
                </a:extLst>
              </p:cNvPr>
              <p:cNvSpPr/>
              <p:nvPr/>
            </p:nvSpPr>
            <p:spPr>
              <a:xfrm>
                <a:off x="7811873" y="3294585"/>
                <a:ext cx="860251" cy="874833"/>
              </a:xfrm>
              <a:custGeom>
                <a:avLst/>
                <a:gdLst/>
                <a:ahLst/>
                <a:cxnLst/>
                <a:rect l="l" t="t" r="r" b="b"/>
                <a:pathLst>
                  <a:path w="26843" h="27298" extrusionOk="0">
                    <a:moveTo>
                      <a:pt x="17325" y="1"/>
                    </a:moveTo>
                    <a:cubicBezTo>
                      <a:pt x="16366" y="2557"/>
                      <a:pt x="12212" y="4497"/>
                      <a:pt x="7190" y="4497"/>
                    </a:cubicBezTo>
                    <a:cubicBezTo>
                      <a:pt x="4383" y="4497"/>
                      <a:pt x="1872" y="3904"/>
                      <a:pt x="0" y="2945"/>
                    </a:cubicBezTo>
                    <a:lnTo>
                      <a:pt x="0" y="2945"/>
                    </a:lnTo>
                    <a:cubicBezTo>
                      <a:pt x="137" y="4132"/>
                      <a:pt x="457" y="5525"/>
                      <a:pt x="822" y="7054"/>
                    </a:cubicBezTo>
                    <a:cubicBezTo>
                      <a:pt x="1826" y="11140"/>
                      <a:pt x="4383" y="12463"/>
                      <a:pt x="3926" y="17097"/>
                    </a:cubicBezTo>
                    <a:cubicBezTo>
                      <a:pt x="3926" y="17097"/>
                      <a:pt x="13970" y="26684"/>
                      <a:pt x="20338" y="27277"/>
                    </a:cubicBezTo>
                    <a:cubicBezTo>
                      <a:pt x="20491" y="27291"/>
                      <a:pt x="20641" y="27297"/>
                      <a:pt x="20787" y="27297"/>
                    </a:cubicBezTo>
                    <a:cubicBezTo>
                      <a:pt x="26713" y="27297"/>
                      <a:pt x="26843" y="16275"/>
                      <a:pt x="26843" y="16275"/>
                    </a:cubicBezTo>
                    <a:cubicBezTo>
                      <a:pt x="25496" y="8583"/>
                      <a:pt x="20543" y="2740"/>
                      <a:pt x="17325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41">
                <a:extLst>
                  <a:ext uri="{FF2B5EF4-FFF2-40B4-BE49-F238E27FC236}">
                    <a16:creationId xmlns:a16="http://schemas.microsoft.com/office/drawing/2014/main" id="{329C2586-3C9E-650C-9781-E7351567AFC4}"/>
                  </a:ext>
                </a:extLst>
              </p:cNvPr>
              <p:cNvSpPr/>
              <p:nvPr/>
            </p:nvSpPr>
            <p:spPr>
              <a:xfrm>
                <a:off x="7958912" y="3294392"/>
                <a:ext cx="222410" cy="328166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10240" extrusionOk="0">
                    <a:moveTo>
                      <a:pt x="1703" y="0"/>
                    </a:moveTo>
                    <a:cubicBezTo>
                      <a:pt x="1537" y="0"/>
                      <a:pt x="1379" y="32"/>
                      <a:pt x="1233" y="98"/>
                    </a:cubicBezTo>
                    <a:cubicBezTo>
                      <a:pt x="0" y="623"/>
                      <a:pt x="23" y="3317"/>
                      <a:pt x="1256" y="6101"/>
                    </a:cubicBezTo>
                    <a:cubicBezTo>
                      <a:pt x="2339" y="8550"/>
                      <a:pt x="4023" y="10239"/>
                      <a:pt x="5236" y="10239"/>
                    </a:cubicBezTo>
                    <a:cubicBezTo>
                      <a:pt x="5403" y="10239"/>
                      <a:pt x="5561" y="10207"/>
                      <a:pt x="5707" y="10141"/>
                    </a:cubicBezTo>
                    <a:cubicBezTo>
                      <a:pt x="6939" y="9594"/>
                      <a:pt x="6916" y="6900"/>
                      <a:pt x="5684" y="4138"/>
                    </a:cubicBezTo>
                    <a:cubicBezTo>
                      <a:pt x="4600" y="1690"/>
                      <a:pt x="2916" y="0"/>
                      <a:pt x="17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41">
                <a:extLst>
                  <a:ext uri="{FF2B5EF4-FFF2-40B4-BE49-F238E27FC236}">
                    <a16:creationId xmlns:a16="http://schemas.microsoft.com/office/drawing/2014/main" id="{7BF26F8A-7951-4825-2ACF-44F22D0F5875}"/>
                  </a:ext>
                </a:extLst>
              </p:cNvPr>
              <p:cNvSpPr/>
              <p:nvPr/>
            </p:nvSpPr>
            <p:spPr>
              <a:xfrm>
                <a:off x="7958912" y="3294392"/>
                <a:ext cx="222410" cy="328166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10240" extrusionOk="0">
                    <a:moveTo>
                      <a:pt x="1703" y="0"/>
                    </a:moveTo>
                    <a:cubicBezTo>
                      <a:pt x="1537" y="0"/>
                      <a:pt x="1379" y="32"/>
                      <a:pt x="1233" y="98"/>
                    </a:cubicBezTo>
                    <a:cubicBezTo>
                      <a:pt x="0" y="623"/>
                      <a:pt x="23" y="3317"/>
                      <a:pt x="1256" y="6101"/>
                    </a:cubicBezTo>
                    <a:cubicBezTo>
                      <a:pt x="2339" y="8550"/>
                      <a:pt x="4023" y="10239"/>
                      <a:pt x="5236" y="10239"/>
                    </a:cubicBezTo>
                    <a:cubicBezTo>
                      <a:pt x="5403" y="10239"/>
                      <a:pt x="5561" y="10207"/>
                      <a:pt x="5707" y="10141"/>
                    </a:cubicBezTo>
                    <a:cubicBezTo>
                      <a:pt x="6939" y="9594"/>
                      <a:pt x="6916" y="6900"/>
                      <a:pt x="5684" y="4138"/>
                    </a:cubicBezTo>
                    <a:cubicBezTo>
                      <a:pt x="4600" y="1690"/>
                      <a:pt x="2916" y="0"/>
                      <a:pt x="1703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41">
                <a:extLst>
                  <a:ext uri="{FF2B5EF4-FFF2-40B4-BE49-F238E27FC236}">
                    <a16:creationId xmlns:a16="http://schemas.microsoft.com/office/drawing/2014/main" id="{2134F820-DB00-0894-5F29-8FAA2190BDFC}"/>
                  </a:ext>
                </a:extLst>
              </p:cNvPr>
              <p:cNvSpPr/>
              <p:nvPr/>
            </p:nvSpPr>
            <p:spPr>
              <a:xfrm>
                <a:off x="8048873" y="3386756"/>
                <a:ext cx="623997" cy="800290"/>
              </a:xfrm>
              <a:custGeom>
                <a:avLst/>
                <a:gdLst/>
                <a:ahLst/>
                <a:cxnLst/>
                <a:rect l="l" t="t" r="r" b="b"/>
                <a:pathLst>
                  <a:path w="19471" h="24972" extrusionOk="0">
                    <a:moveTo>
                      <a:pt x="15910" y="4224"/>
                    </a:moveTo>
                    <a:cubicBezTo>
                      <a:pt x="14632" y="2078"/>
                      <a:pt x="13719" y="1"/>
                      <a:pt x="12053" y="1"/>
                    </a:cubicBezTo>
                    <a:cubicBezTo>
                      <a:pt x="13536" y="8309"/>
                      <a:pt x="1" y="8674"/>
                      <a:pt x="1" y="15476"/>
                    </a:cubicBezTo>
                    <a:cubicBezTo>
                      <a:pt x="1" y="16093"/>
                      <a:pt x="46" y="16732"/>
                      <a:pt x="138" y="17348"/>
                    </a:cubicBezTo>
                    <a:cubicBezTo>
                      <a:pt x="3653" y="20201"/>
                      <a:pt x="9017" y="24059"/>
                      <a:pt x="12966" y="24401"/>
                    </a:cubicBezTo>
                    <a:cubicBezTo>
                      <a:pt x="19334" y="24972"/>
                      <a:pt x="19471" y="13422"/>
                      <a:pt x="19471" y="13422"/>
                    </a:cubicBezTo>
                    <a:cubicBezTo>
                      <a:pt x="18855" y="9907"/>
                      <a:pt x="17485" y="6826"/>
                      <a:pt x="15910" y="42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41">
                <a:extLst>
                  <a:ext uri="{FF2B5EF4-FFF2-40B4-BE49-F238E27FC236}">
                    <a16:creationId xmlns:a16="http://schemas.microsoft.com/office/drawing/2014/main" id="{DAB16821-BF6C-C1E3-65B5-BC34FFCE4562}"/>
                  </a:ext>
                </a:extLst>
              </p:cNvPr>
              <p:cNvSpPr/>
              <p:nvPr/>
            </p:nvSpPr>
            <p:spPr>
              <a:xfrm>
                <a:off x="7659739" y="3239750"/>
                <a:ext cx="263334" cy="597686"/>
              </a:xfrm>
              <a:custGeom>
                <a:avLst/>
                <a:gdLst/>
                <a:ahLst/>
                <a:cxnLst/>
                <a:rect l="l" t="t" r="r" b="b"/>
                <a:pathLst>
                  <a:path w="8217" h="18650" extrusionOk="0">
                    <a:moveTo>
                      <a:pt x="5752" y="0"/>
                    </a:moveTo>
                    <a:cubicBezTo>
                      <a:pt x="2784" y="1484"/>
                      <a:pt x="1598" y="5250"/>
                      <a:pt x="1301" y="9587"/>
                    </a:cubicBezTo>
                    <a:cubicBezTo>
                      <a:pt x="662" y="11413"/>
                      <a:pt x="114" y="13855"/>
                      <a:pt x="68" y="15612"/>
                    </a:cubicBezTo>
                    <a:cubicBezTo>
                      <a:pt x="1" y="17253"/>
                      <a:pt x="1371" y="18649"/>
                      <a:pt x="3003" y="18649"/>
                    </a:cubicBezTo>
                    <a:cubicBezTo>
                      <a:pt x="3029" y="18649"/>
                      <a:pt x="3055" y="18649"/>
                      <a:pt x="3081" y="18648"/>
                    </a:cubicBezTo>
                    <a:lnTo>
                      <a:pt x="4953" y="18603"/>
                    </a:lnTo>
                    <a:cubicBezTo>
                      <a:pt x="6391" y="18580"/>
                      <a:pt x="7601" y="17484"/>
                      <a:pt x="7806" y="16069"/>
                    </a:cubicBezTo>
                    <a:cubicBezTo>
                      <a:pt x="8217" y="13056"/>
                      <a:pt x="6619" y="11618"/>
                      <a:pt x="6825" y="10591"/>
                    </a:cubicBezTo>
                    <a:cubicBezTo>
                      <a:pt x="7144" y="9130"/>
                      <a:pt x="5021" y="4542"/>
                      <a:pt x="57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41">
                <a:extLst>
                  <a:ext uri="{FF2B5EF4-FFF2-40B4-BE49-F238E27FC236}">
                    <a16:creationId xmlns:a16="http://schemas.microsoft.com/office/drawing/2014/main" id="{D1C589DF-01BB-D990-CAD4-5B7D91562F9F}"/>
                  </a:ext>
                </a:extLst>
              </p:cNvPr>
              <p:cNvSpPr/>
              <p:nvPr/>
            </p:nvSpPr>
            <p:spPr>
              <a:xfrm>
                <a:off x="7768704" y="3271926"/>
                <a:ext cx="154373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4817" h="16983" extrusionOk="0">
                    <a:moveTo>
                      <a:pt x="2238" y="0"/>
                    </a:moveTo>
                    <a:lnTo>
                      <a:pt x="2238" y="0"/>
                    </a:lnTo>
                    <a:cubicBezTo>
                      <a:pt x="1576" y="1849"/>
                      <a:pt x="1" y="8400"/>
                      <a:pt x="1" y="11367"/>
                    </a:cubicBezTo>
                    <a:cubicBezTo>
                      <a:pt x="1" y="15750"/>
                      <a:pt x="2055" y="15567"/>
                      <a:pt x="3310" y="16982"/>
                    </a:cubicBezTo>
                    <a:cubicBezTo>
                      <a:pt x="3904" y="16526"/>
                      <a:pt x="4315" y="15841"/>
                      <a:pt x="4429" y="15088"/>
                    </a:cubicBezTo>
                    <a:cubicBezTo>
                      <a:pt x="4817" y="12098"/>
                      <a:pt x="3265" y="10660"/>
                      <a:pt x="3447" y="9610"/>
                    </a:cubicBezTo>
                    <a:cubicBezTo>
                      <a:pt x="3721" y="8240"/>
                      <a:pt x="1941" y="4177"/>
                      <a:pt x="2238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41">
                <a:extLst>
                  <a:ext uri="{FF2B5EF4-FFF2-40B4-BE49-F238E27FC236}">
                    <a16:creationId xmlns:a16="http://schemas.microsoft.com/office/drawing/2014/main" id="{8CF4A9B7-67A1-E3DF-9BF6-19CAB608D228}"/>
                  </a:ext>
                </a:extLst>
              </p:cNvPr>
              <p:cNvSpPr/>
              <p:nvPr/>
            </p:nvSpPr>
            <p:spPr>
              <a:xfrm>
                <a:off x="7666309" y="3626095"/>
                <a:ext cx="400882" cy="209847"/>
              </a:xfrm>
              <a:custGeom>
                <a:avLst/>
                <a:gdLst/>
                <a:ahLst/>
                <a:cxnLst/>
                <a:rect l="l" t="t" r="r" b="b"/>
                <a:pathLst>
                  <a:path w="12509" h="6548" extrusionOk="0">
                    <a:moveTo>
                      <a:pt x="5746" y="1"/>
                    </a:moveTo>
                    <a:cubicBezTo>
                      <a:pt x="3087" y="1"/>
                      <a:pt x="875" y="509"/>
                      <a:pt x="411" y="1617"/>
                    </a:cubicBezTo>
                    <a:cubicBezTo>
                      <a:pt x="0" y="2576"/>
                      <a:pt x="92" y="3672"/>
                      <a:pt x="320" y="4585"/>
                    </a:cubicBezTo>
                    <a:cubicBezTo>
                      <a:pt x="594" y="5726"/>
                      <a:pt x="1803" y="6548"/>
                      <a:pt x="3082" y="6548"/>
                    </a:cubicBezTo>
                    <a:lnTo>
                      <a:pt x="9244" y="6548"/>
                    </a:lnTo>
                    <a:cubicBezTo>
                      <a:pt x="10637" y="6548"/>
                      <a:pt x="11847" y="5680"/>
                      <a:pt x="12120" y="4516"/>
                    </a:cubicBezTo>
                    <a:cubicBezTo>
                      <a:pt x="12508" y="3010"/>
                      <a:pt x="11847" y="750"/>
                      <a:pt x="10112" y="408"/>
                    </a:cubicBezTo>
                    <a:cubicBezTo>
                      <a:pt x="8659" y="141"/>
                      <a:pt x="7141" y="1"/>
                      <a:pt x="57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41">
                <a:extLst>
                  <a:ext uri="{FF2B5EF4-FFF2-40B4-BE49-F238E27FC236}">
                    <a16:creationId xmlns:a16="http://schemas.microsoft.com/office/drawing/2014/main" id="{C5B3C45A-347D-1C11-D895-D713829258D4}"/>
                  </a:ext>
                </a:extLst>
              </p:cNvPr>
              <p:cNvSpPr/>
              <p:nvPr/>
            </p:nvSpPr>
            <p:spPr>
              <a:xfrm>
                <a:off x="7691179" y="3625999"/>
                <a:ext cx="376013" cy="209943"/>
              </a:xfrm>
              <a:custGeom>
                <a:avLst/>
                <a:gdLst/>
                <a:ahLst/>
                <a:cxnLst/>
                <a:rect l="l" t="t" r="r" b="b"/>
                <a:pathLst>
                  <a:path w="11733" h="6551" extrusionOk="0">
                    <a:moveTo>
                      <a:pt x="4909" y="1"/>
                    </a:moveTo>
                    <a:cubicBezTo>
                      <a:pt x="2728" y="1"/>
                      <a:pt x="848" y="345"/>
                      <a:pt x="0" y="1095"/>
                    </a:cubicBezTo>
                    <a:cubicBezTo>
                      <a:pt x="685" y="1141"/>
                      <a:pt x="1393" y="1301"/>
                      <a:pt x="2146" y="1529"/>
                    </a:cubicBezTo>
                    <a:cubicBezTo>
                      <a:pt x="5273" y="2442"/>
                      <a:pt x="7464" y="4382"/>
                      <a:pt x="7053" y="5843"/>
                    </a:cubicBezTo>
                    <a:cubicBezTo>
                      <a:pt x="6962" y="6117"/>
                      <a:pt x="6779" y="6345"/>
                      <a:pt x="6551" y="6551"/>
                    </a:cubicBezTo>
                    <a:lnTo>
                      <a:pt x="8446" y="6551"/>
                    </a:lnTo>
                    <a:cubicBezTo>
                      <a:pt x="9838" y="6551"/>
                      <a:pt x="11048" y="5683"/>
                      <a:pt x="11322" y="4519"/>
                    </a:cubicBezTo>
                    <a:cubicBezTo>
                      <a:pt x="11732" y="3013"/>
                      <a:pt x="11071" y="753"/>
                      <a:pt x="9290" y="411"/>
                    </a:cubicBezTo>
                    <a:cubicBezTo>
                      <a:pt x="7835" y="143"/>
                      <a:pt x="6310" y="1"/>
                      <a:pt x="4909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41">
                <a:extLst>
                  <a:ext uri="{FF2B5EF4-FFF2-40B4-BE49-F238E27FC236}">
                    <a16:creationId xmlns:a16="http://schemas.microsoft.com/office/drawing/2014/main" id="{E71C5429-821C-A53F-FA94-DE554D02DAC8}"/>
                  </a:ext>
                </a:extLst>
              </p:cNvPr>
              <p:cNvSpPr/>
              <p:nvPr/>
            </p:nvSpPr>
            <p:spPr>
              <a:xfrm>
                <a:off x="7941542" y="3688782"/>
                <a:ext cx="158283" cy="161103"/>
              </a:xfrm>
              <a:custGeom>
                <a:avLst/>
                <a:gdLst/>
                <a:ahLst/>
                <a:cxnLst/>
                <a:rect l="l" t="t" r="r" b="b"/>
                <a:pathLst>
                  <a:path w="4939" h="5027" extrusionOk="0">
                    <a:moveTo>
                      <a:pt x="2936" y="1"/>
                    </a:moveTo>
                    <a:cubicBezTo>
                      <a:pt x="2885" y="1"/>
                      <a:pt x="2833" y="2"/>
                      <a:pt x="2779" y="4"/>
                    </a:cubicBezTo>
                    <a:cubicBezTo>
                      <a:pt x="953" y="72"/>
                      <a:pt x="565" y="1191"/>
                      <a:pt x="291" y="2583"/>
                    </a:cubicBezTo>
                    <a:cubicBezTo>
                      <a:pt x="1" y="3969"/>
                      <a:pt x="323" y="5027"/>
                      <a:pt x="2052" y="5027"/>
                    </a:cubicBezTo>
                    <a:cubicBezTo>
                      <a:pt x="2088" y="5027"/>
                      <a:pt x="2125" y="5026"/>
                      <a:pt x="2163" y="5025"/>
                    </a:cubicBezTo>
                    <a:cubicBezTo>
                      <a:pt x="3989" y="4934"/>
                      <a:pt x="4377" y="3816"/>
                      <a:pt x="4651" y="2423"/>
                    </a:cubicBezTo>
                    <a:cubicBezTo>
                      <a:pt x="4939" y="1072"/>
                      <a:pt x="4604" y="1"/>
                      <a:pt x="29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41">
                <a:extLst>
                  <a:ext uri="{FF2B5EF4-FFF2-40B4-BE49-F238E27FC236}">
                    <a16:creationId xmlns:a16="http://schemas.microsoft.com/office/drawing/2014/main" id="{7185E49D-BB8F-EDEE-BA1B-E6E80E76C712}"/>
                  </a:ext>
                </a:extLst>
              </p:cNvPr>
              <p:cNvSpPr/>
              <p:nvPr/>
            </p:nvSpPr>
            <p:spPr>
              <a:xfrm>
                <a:off x="7953784" y="3688782"/>
                <a:ext cx="146073" cy="161103"/>
              </a:xfrm>
              <a:custGeom>
                <a:avLst/>
                <a:gdLst/>
                <a:ahLst/>
                <a:cxnLst/>
                <a:rect l="l" t="t" r="r" b="b"/>
                <a:pathLst>
                  <a:path w="4558" h="5027" extrusionOk="0">
                    <a:moveTo>
                      <a:pt x="2579" y="1"/>
                    </a:moveTo>
                    <a:cubicBezTo>
                      <a:pt x="2527" y="1"/>
                      <a:pt x="2474" y="2"/>
                      <a:pt x="2420" y="4"/>
                    </a:cubicBezTo>
                    <a:cubicBezTo>
                      <a:pt x="822" y="49"/>
                      <a:pt x="343" y="962"/>
                      <a:pt x="46" y="2104"/>
                    </a:cubicBezTo>
                    <a:cubicBezTo>
                      <a:pt x="274" y="2081"/>
                      <a:pt x="526" y="2058"/>
                      <a:pt x="822" y="2058"/>
                    </a:cubicBezTo>
                    <a:cubicBezTo>
                      <a:pt x="2169" y="2058"/>
                      <a:pt x="3242" y="2537"/>
                      <a:pt x="3242" y="3131"/>
                    </a:cubicBezTo>
                    <a:cubicBezTo>
                      <a:pt x="3242" y="3724"/>
                      <a:pt x="2169" y="4226"/>
                      <a:pt x="822" y="4226"/>
                    </a:cubicBezTo>
                    <a:cubicBezTo>
                      <a:pt x="526" y="4226"/>
                      <a:pt x="252" y="4181"/>
                      <a:pt x="1" y="4158"/>
                    </a:cubicBezTo>
                    <a:lnTo>
                      <a:pt x="1" y="4158"/>
                    </a:lnTo>
                    <a:cubicBezTo>
                      <a:pt x="221" y="4709"/>
                      <a:pt x="762" y="5026"/>
                      <a:pt x="1725" y="5026"/>
                    </a:cubicBezTo>
                    <a:cubicBezTo>
                      <a:pt x="1758" y="5026"/>
                      <a:pt x="1792" y="5026"/>
                      <a:pt x="1827" y="5025"/>
                    </a:cubicBezTo>
                    <a:cubicBezTo>
                      <a:pt x="3653" y="4934"/>
                      <a:pt x="4018" y="3816"/>
                      <a:pt x="4292" y="2423"/>
                    </a:cubicBezTo>
                    <a:cubicBezTo>
                      <a:pt x="4557" y="1072"/>
                      <a:pt x="4265" y="1"/>
                      <a:pt x="2579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41">
                <a:extLst>
                  <a:ext uri="{FF2B5EF4-FFF2-40B4-BE49-F238E27FC236}">
                    <a16:creationId xmlns:a16="http://schemas.microsoft.com/office/drawing/2014/main" id="{C44EDD8C-3408-0E6B-56B8-392DF33E8874}"/>
                  </a:ext>
                </a:extLst>
              </p:cNvPr>
              <p:cNvSpPr/>
              <p:nvPr/>
            </p:nvSpPr>
            <p:spPr>
              <a:xfrm>
                <a:off x="7991089" y="3707178"/>
                <a:ext cx="238497" cy="133157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4155" extrusionOk="0">
                    <a:moveTo>
                      <a:pt x="1370" y="0"/>
                    </a:moveTo>
                    <a:cubicBezTo>
                      <a:pt x="92" y="1050"/>
                      <a:pt x="1" y="2511"/>
                      <a:pt x="617" y="4155"/>
                    </a:cubicBezTo>
                    <a:lnTo>
                      <a:pt x="7442" y="4155"/>
                    </a:lnTo>
                    <a:cubicBezTo>
                      <a:pt x="6848" y="1187"/>
                      <a:pt x="3402" y="274"/>
                      <a:pt x="3402" y="274"/>
                    </a:cubicBezTo>
                    <a:lnTo>
                      <a:pt x="1370" y="0"/>
                    </a:ln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41">
                <a:extLst>
                  <a:ext uri="{FF2B5EF4-FFF2-40B4-BE49-F238E27FC236}">
                    <a16:creationId xmlns:a16="http://schemas.microsoft.com/office/drawing/2014/main" id="{E57198E1-3F64-B4A9-B50E-C675FF35E983}"/>
                  </a:ext>
                </a:extLst>
              </p:cNvPr>
              <p:cNvSpPr/>
              <p:nvPr/>
            </p:nvSpPr>
            <p:spPr>
              <a:xfrm>
                <a:off x="8003524" y="3707915"/>
                <a:ext cx="226063" cy="133157"/>
              </a:xfrm>
              <a:custGeom>
                <a:avLst/>
                <a:gdLst/>
                <a:ahLst/>
                <a:cxnLst/>
                <a:rect l="l" t="t" r="r" b="b"/>
                <a:pathLst>
                  <a:path w="7054" h="4155" extrusionOk="0">
                    <a:moveTo>
                      <a:pt x="982" y="0"/>
                    </a:moveTo>
                    <a:cubicBezTo>
                      <a:pt x="480" y="388"/>
                      <a:pt x="160" y="890"/>
                      <a:pt x="1" y="1393"/>
                    </a:cubicBezTo>
                    <a:cubicBezTo>
                      <a:pt x="617" y="1461"/>
                      <a:pt x="1325" y="1689"/>
                      <a:pt x="2032" y="2054"/>
                    </a:cubicBezTo>
                    <a:cubicBezTo>
                      <a:pt x="3242" y="2648"/>
                      <a:pt x="4155" y="3447"/>
                      <a:pt x="4520" y="4154"/>
                    </a:cubicBezTo>
                    <a:lnTo>
                      <a:pt x="7054" y="4154"/>
                    </a:lnTo>
                    <a:cubicBezTo>
                      <a:pt x="6460" y="1187"/>
                      <a:pt x="3014" y="274"/>
                      <a:pt x="3014" y="274"/>
                    </a:cubicBez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41">
                <a:extLst>
                  <a:ext uri="{FF2B5EF4-FFF2-40B4-BE49-F238E27FC236}">
                    <a16:creationId xmlns:a16="http://schemas.microsoft.com/office/drawing/2014/main" id="{DFF86D4B-1BC3-63EA-EB88-6D27B8FFAEA2}"/>
                  </a:ext>
                </a:extLst>
              </p:cNvPr>
              <p:cNvSpPr/>
              <p:nvPr/>
            </p:nvSpPr>
            <p:spPr>
              <a:xfrm>
                <a:off x="8191745" y="3245967"/>
                <a:ext cx="410176" cy="591437"/>
              </a:xfrm>
              <a:custGeom>
                <a:avLst/>
                <a:gdLst/>
                <a:ahLst/>
                <a:cxnLst/>
                <a:rect l="l" t="t" r="r" b="b"/>
                <a:pathLst>
                  <a:path w="12799" h="18455" extrusionOk="0">
                    <a:moveTo>
                      <a:pt x="3195" y="1"/>
                    </a:moveTo>
                    <a:cubicBezTo>
                      <a:pt x="2267" y="1"/>
                      <a:pt x="0" y="2073"/>
                      <a:pt x="154" y="3915"/>
                    </a:cubicBezTo>
                    <a:cubicBezTo>
                      <a:pt x="336" y="6243"/>
                      <a:pt x="4353" y="10899"/>
                      <a:pt x="4582" y="11698"/>
                    </a:cubicBezTo>
                    <a:cubicBezTo>
                      <a:pt x="5335" y="14574"/>
                      <a:pt x="6567" y="16263"/>
                      <a:pt x="7937" y="16286"/>
                    </a:cubicBezTo>
                    <a:lnTo>
                      <a:pt x="9010" y="18454"/>
                    </a:lnTo>
                    <a:cubicBezTo>
                      <a:pt x="9018" y="18454"/>
                      <a:pt x="9026" y="18454"/>
                      <a:pt x="9034" y="18454"/>
                    </a:cubicBezTo>
                    <a:cubicBezTo>
                      <a:pt x="10652" y="18454"/>
                      <a:pt x="12798" y="16232"/>
                      <a:pt x="12707" y="14574"/>
                    </a:cubicBezTo>
                    <a:cubicBezTo>
                      <a:pt x="12593" y="12908"/>
                      <a:pt x="11201" y="10374"/>
                      <a:pt x="10562" y="8617"/>
                    </a:cubicBezTo>
                    <a:cubicBezTo>
                      <a:pt x="9078" y="2591"/>
                      <a:pt x="5061" y="400"/>
                      <a:pt x="3303" y="11"/>
                    </a:cubicBezTo>
                    <a:cubicBezTo>
                      <a:pt x="3270" y="4"/>
                      <a:pt x="3234" y="1"/>
                      <a:pt x="31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41">
                <a:extLst>
                  <a:ext uri="{FF2B5EF4-FFF2-40B4-BE49-F238E27FC236}">
                    <a16:creationId xmlns:a16="http://schemas.microsoft.com/office/drawing/2014/main" id="{499EDD89-8DBF-2624-180C-9206769F5D86}"/>
                  </a:ext>
                </a:extLst>
              </p:cNvPr>
              <p:cNvSpPr/>
              <p:nvPr/>
            </p:nvSpPr>
            <p:spPr>
              <a:xfrm>
                <a:off x="8369294" y="3279971"/>
                <a:ext cx="230422" cy="558908"/>
              </a:xfrm>
              <a:custGeom>
                <a:avLst/>
                <a:gdLst/>
                <a:ahLst/>
                <a:cxnLst/>
                <a:rect l="l" t="t" r="r" b="b"/>
                <a:pathLst>
                  <a:path w="7190" h="1744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73" y="1370"/>
                      <a:pt x="1986" y="3219"/>
                      <a:pt x="2443" y="5661"/>
                    </a:cubicBezTo>
                    <a:cubicBezTo>
                      <a:pt x="2968" y="7487"/>
                      <a:pt x="4269" y="10044"/>
                      <a:pt x="4269" y="11755"/>
                    </a:cubicBezTo>
                    <a:cubicBezTo>
                      <a:pt x="4269" y="12988"/>
                      <a:pt x="3036" y="14449"/>
                      <a:pt x="1712" y="15111"/>
                    </a:cubicBezTo>
                    <a:cubicBezTo>
                      <a:pt x="1918" y="15202"/>
                      <a:pt x="2146" y="15270"/>
                      <a:pt x="2351" y="15270"/>
                    </a:cubicBezTo>
                    <a:lnTo>
                      <a:pt x="3401" y="17439"/>
                    </a:lnTo>
                    <a:cubicBezTo>
                      <a:pt x="3409" y="17439"/>
                      <a:pt x="3418" y="17439"/>
                      <a:pt x="3426" y="17439"/>
                    </a:cubicBezTo>
                    <a:cubicBezTo>
                      <a:pt x="5044" y="17439"/>
                      <a:pt x="7190" y="15194"/>
                      <a:pt x="7122" y="13559"/>
                    </a:cubicBezTo>
                    <a:cubicBezTo>
                      <a:pt x="7053" y="11847"/>
                      <a:pt x="5661" y="9359"/>
                      <a:pt x="4999" y="7578"/>
                    </a:cubicBezTo>
                    <a:cubicBezTo>
                      <a:pt x="3995" y="3538"/>
                      <a:pt x="1872" y="1233"/>
                      <a:pt x="0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41">
                <a:extLst>
                  <a:ext uri="{FF2B5EF4-FFF2-40B4-BE49-F238E27FC236}">
                    <a16:creationId xmlns:a16="http://schemas.microsoft.com/office/drawing/2014/main" id="{A4FF08FC-C387-E1EA-9100-2C2355E9DC27}"/>
                  </a:ext>
                </a:extLst>
              </p:cNvPr>
              <p:cNvSpPr/>
              <p:nvPr/>
            </p:nvSpPr>
            <p:spPr>
              <a:xfrm>
                <a:off x="7908436" y="3302661"/>
                <a:ext cx="103898" cy="131683"/>
              </a:xfrm>
              <a:custGeom>
                <a:avLst/>
                <a:gdLst/>
                <a:ahLst/>
                <a:cxnLst/>
                <a:rect l="l" t="t" r="r" b="b"/>
                <a:pathLst>
                  <a:path w="3242" h="4109" extrusionOk="0">
                    <a:moveTo>
                      <a:pt x="1804" y="0"/>
                    </a:moveTo>
                    <a:cubicBezTo>
                      <a:pt x="982" y="23"/>
                      <a:pt x="206" y="936"/>
                      <a:pt x="115" y="2077"/>
                    </a:cubicBezTo>
                    <a:cubicBezTo>
                      <a:pt x="0" y="3218"/>
                      <a:pt x="617" y="4109"/>
                      <a:pt x="1438" y="4109"/>
                    </a:cubicBezTo>
                    <a:cubicBezTo>
                      <a:pt x="2260" y="4086"/>
                      <a:pt x="3013" y="3173"/>
                      <a:pt x="3127" y="2031"/>
                    </a:cubicBezTo>
                    <a:cubicBezTo>
                      <a:pt x="3242" y="890"/>
                      <a:pt x="2625" y="0"/>
                      <a:pt x="1804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41">
                <a:extLst>
                  <a:ext uri="{FF2B5EF4-FFF2-40B4-BE49-F238E27FC236}">
                    <a16:creationId xmlns:a16="http://schemas.microsoft.com/office/drawing/2014/main" id="{C784D246-037C-3AD2-23BD-2FD32C09580F}"/>
                  </a:ext>
                </a:extLst>
              </p:cNvPr>
              <p:cNvSpPr/>
              <p:nvPr/>
            </p:nvSpPr>
            <p:spPr>
              <a:xfrm>
                <a:off x="7903308" y="3309231"/>
                <a:ext cx="174851" cy="185843"/>
              </a:xfrm>
              <a:custGeom>
                <a:avLst/>
                <a:gdLst/>
                <a:ahLst/>
                <a:cxnLst/>
                <a:rect l="l" t="t" r="r" b="b"/>
                <a:pathLst>
                  <a:path w="5456" h="5799" extrusionOk="0">
                    <a:moveTo>
                      <a:pt x="3059" y="0"/>
                    </a:moveTo>
                    <a:cubicBezTo>
                      <a:pt x="2968" y="0"/>
                      <a:pt x="2876" y="8"/>
                      <a:pt x="2785" y="23"/>
                    </a:cubicBezTo>
                    <a:cubicBezTo>
                      <a:pt x="1576" y="229"/>
                      <a:pt x="685" y="1279"/>
                      <a:pt x="1" y="2945"/>
                    </a:cubicBezTo>
                    <a:lnTo>
                      <a:pt x="4634" y="5798"/>
                    </a:lnTo>
                    <a:cubicBezTo>
                      <a:pt x="4817" y="3630"/>
                      <a:pt x="5456" y="3698"/>
                      <a:pt x="5410" y="2488"/>
                    </a:cubicBezTo>
                    <a:cubicBezTo>
                      <a:pt x="5389" y="1137"/>
                      <a:pt x="4196" y="0"/>
                      <a:pt x="3059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41">
                <a:extLst>
                  <a:ext uri="{FF2B5EF4-FFF2-40B4-BE49-F238E27FC236}">
                    <a16:creationId xmlns:a16="http://schemas.microsoft.com/office/drawing/2014/main" id="{785A1E8C-A684-4579-7A67-9AA5E02FD383}"/>
                  </a:ext>
                </a:extLst>
              </p:cNvPr>
              <p:cNvSpPr/>
              <p:nvPr/>
            </p:nvSpPr>
            <p:spPr>
              <a:xfrm>
                <a:off x="7941350" y="3309231"/>
                <a:ext cx="136811" cy="185843"/>
              </a:xfrm>
              <a:custGeom>
                <a:avLst/>
                <a:gdLst/>
                <a:ahLst/>
                <a:cxnLst/>
                <a:rect l="l" t="t" r="r" b="b"/>
                <a:pathLst>
                  <a:path w="4269" h="5799" extrusionOk="0">
                    <a:moveTo>
                      <a:pt x="1909" y="0"/>
                    </a:moveTo>
                    <a:cubicBezTo>
                      <a:pt x="1820" y="0"/>
                      <a:pt x="1731" y="8"/>
                      <a:pt x="1644" y="23"/>
                    </a:cubicBezTo>
                    <a:cubicBezTo>
                      <a:pt x="1005" y="137"/>
                      <a:pt x="457" y="457"/>
                      <a:pt x="1" y="959"/>
                    </a:cubicBezTo>
                    <a:cubicBezTo>
                      <a:pt x="1233" y="959"/>
                      <a:pt x="2237" y="1644"/>
                      <a:pt x="2237" y="2443"/>
                    </a:cubicBezTo>
                    <a:cubicBezTo>
                      <a:pt x="2237" y="3173"/>
                      <a:pt x="1461" y="3767"/>
                      <a:pt x="411" y="3904"/>
                    </a:cubicBezTo>
                    <a:lnTo>
                      <a:pt x="3470" y="5798"/>
                    </a:lnTo>
                    <a:cubicBezTo>
                      <a:pt x="3630" y="3630"/>
                      <a:pt x="4269" y="3698"/>
                      <a:pt x="4223" y="2488"/>
                    </a:cubicBezTo>
                    <a:cubicBezTo>
                      <a:pt x="4202" y="1137"/>
                      <a:pt x="3009" y="0"/>
                      <a:pt x="1909" y="0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41">
                <a:extLst>
                  <a:ext uri="{FF2B5EF4-FFF2-40B4-BE49-F238E27FC236}">
                    <a16:creationId xmlns:a16="http://schemas.microsoft.com/office/drawing/2014/main" id="{8D4D1692-0801-A81B-5061-8EC34D278ECD}"/>
                  </a:ext>
                </a:extLst>
              </p:cNvPr>
              <p:cNvSpPr/>
              <p:nvPr/>
            </p:nvSpPr>
            <p:spPr>
              <a:xfrm>
                <a:off x="7940612" y="3296059"/>
                <a:ext cx="178537" cy="332140"/>
              </a:xfrm>
              <a:custGeom>
                <a:avLst/>
                <a:gdLst/>
                <a:ahLst/>
                <a:cxnLst/>
                <a:rect l="l" t="t" r="r" b="b"/>
                <a:pathLst>
                  <a:path w="5571" h="10364" extrusionOk="0">
                    <a:moveTo>
                      <a:pt x="1827" y="1"/>
                    </a:moveTo>
                    <a:cubicBezTo>
                      <a:pt x="343" y="1"/>
                      <a:pt x="1" y="571"/>
                      <a:pt x="1" y="571"/>
                    </a:cubicBezTo>
                    <a:cubicBezTo>
                      <a:pt x="171" y="542"/>
                      <a:pt x="338" y="528"/>
                      <a:pt x="503" y="528"/>
                    </a:cubicBezTo>
                    <a:cubicBezTo>
                      <a:pt x="3087" y="528"/>
                      <a:pt x="5018" y="4034"/>
                      <a:pt x="4589" y="10363"/>
                    </a:cubicBezTo>
                    <a:lnTo>
                      <a:pt x="4748" y="10203"/>
                    </a:lnTo>
                    <a:cubicBezTo>
                      <a:pt x="4680" y="10203"/>
                      <a:pt x="5570" y="5867"/>
                      <a:pt x="4977" y="3538"/>
                    </a:cubicBezTo>
                    <a:cubicBezTo>
                      <a:pt x="4360" y="1233"/>
                      <a:pt x="3173" y="1"/>
                      <a:pt x="1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41">
                <a:extLst>
                  <a:ext uri="{FF2B5EF4-FFF2-40B4-BE49-F238E27FC236}">
                    <a16:creationId xmlns:a16="http://schemas.microsoft.com/office/drawing/2014/main" id="{4FE063C7-0020-20E4-854C-8E0EB1C339A5}"/>
                  </a:ext>
                </a:extLst>
              </p:cNvPr>
              <p:cNvSpPr/>
              <p:nvPr/>
            </p:nvSpPr>
            <p:spPr>
              <a:xfrm>
                <a:off x="7939875" y="3296059"/>
                <a:ext cx="149277" cy="91464"/>
              </a:xfrm>
              <a:custGeom>
                <a:avLst/>
                <a:gdLst/>
                <a:ahLst/>
                <a:cxnLst/>
                <a:rect l="l" t="t" r="r" b="b"/>
                <a:pathLst>
                  <a:path w="4658" h="2854" extrusionOk="0">
                    <a:moveTo>
                      <a:pt x="1827" y="1"/>
                    </a:moveTo>
                    <a:cubicBezTo>
                      <a:pt x="343" y="1"/>
                      <a:pt x="1" y="571"/>
                      <a:pt x="1" y="571"/>
                    </a:cubicBezTo>
                    <a:cubicBezTo>
                      <a:pt x="171" y="541"/>
                      <a:pt x="340" y="526"/>
                      <a:pt x="506" y="526"/>
                    </a:cubicBezTo>
                    <a:cubicBezTo>
                      <a:pt x="1723" y="526"/>
                      <a:pt x="2819" y="1328"/>
                      <a:pt x="3562" y="2854"/>
                    </a:cubicBezTo>
                    <a:cubicBezTo>
                      <a:pt x="3972" y="2785"/>
                      <a:pt x="4338" y="2671"/>
                      <a:pt x="4657" y="2511"/>
                    </a:cubicBezTo>
                    <a:cubicBezTo>
                      <a:pt x="4018" y="891"/>
                      <a:pt x="2991" y="1"/>
                      <a:pt x="1827" y="1"/>
                    </a:cubicBezTo>
                    <a:close/>
                  </a:path>
                </a:pathLst>
              </a:custGeom>
              <a:solidFill>
                <a:srgbClr val="FFFFFF">
                  <a:alpha val="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41">
                <a:extLst>
                  <a:ext uri="{FF2B5EF4-FFF2-40B4-BE49-F238E27FC236}">
                    <a16:creationId xmlns:a16="http://schemas.microsoft.com/office/drawing/2014/main" id="{2960CEC4-37AE-89B6-19BB-E0E4D1FA2F46}"/>
                  </a:ext>
                </a:extLst>
              </p:cNvPr>
              <p:cNvSpPr/>
              <p:nvPr/>
            </p:nvSpPr>
            <p:spPr>
              <a:xfrm>
                <a:off x="7919396" y="3427009"/>
                <a:ext cx="158763" cy="245548"/>
              </a:xfrm>
              <a:custGeom>
                <a:avLst/>
                <a:gdLst/>
                <a:ahLst/>
                <a:cxnLst/>
                <a:rect l="l" t="t" r="r" b="b"/>
                <a:pathLst>
                  <a:path w="4954" h="7662" extrusionOk="0">
                    <a:moveTo>
                      <a:pt x="3059" y="0"/>
                    </a:moveTo>
                    <a:cubicBezTo>
                      <a:pt x="868" y="936"/>
                      <a:pt x="1" y="4976"/>
                      <a:pt x="229" y="6117"/>
                    </a:cubicBezTo>
                    <a:cubicBezTo>
                      <a:pt x="377" y="6907"/>
                      <a:pt x="1131" y="7662"/>
                      <a:pt x="1916" y="7662"/>
                    </a:cubicBezTo>
                    <a:cubicBezTo>
                      <a:pt x="2220" y="7662"/>
                      <a:pt x="2528" y="7549"/>
                      <a:pt x="2808" y="7282"/>
                    </a:cubicBezTo>
                    <a:cubicBezTo>
                      <a:pt x="4954" y="3105"/>
                      <a:pt x="4680" y="2488"/>
                      <a:pt x="4703" y="2488"/>
                    </a:cubicBezTo>
                    <a:cubicBezTo>
                      <a:pt x="4794" y="1279"/>
                      <a:pt x="3059" y="0"/>
                      <a:pt x="3059" y="0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41">
                <a:extLst>
                  <a:ext uri="{FF2B5EF4-FFF2-40B4-BE49-F238E27FC236}">
                    <a16:creationId xmlns:a16="http://schemas.microsoft.com/office/drawing/2014/main" id="{ADF2A14D-B539-023C-02CB-E7827F45A943}"/>
                  </a:ext>
                </a:extLst>
              </p:cNvPr>
              <p:cNvSpPr/>
              <p:nvPr/>
            </p:nvSpPr>
            <p:spPr>
              <a:xfrm>
                <a:off x="7778222" y="3375283"/>
                <a:ext cx="260450" cy="342235"/>
              </a:xfrm>
              <a:custGeom>
                <a:avLst/>
                <a:gdLst/>
                <a:ahLst/>
                <a:cxnLst/>
                <a:rect l="l" t="t" r="r" b="b"/>
                <a:pathLst>
                  <a:path w="8127" h="10679" extrusionOk="0">
                    <a:moveTo>
                      <a:pt x="4736" y="0"/>
                    </a:moveTo>
                    <a:cubicBezTo>
                      <a:pt x="4490" y="0"/>
                      <a:pt x="4337" y="17"/>
                      <a:pt x="4337" y="17"/>
                    </a:cubicBezTo>
                    <a:cubicBezTo>
                      <a:pt x="936" y="1569"/>
                      <a:pt x="0" y="7389"/>
                      <a:pt x="685" y="8553"/>
                    </a:cubicBezTo>
                    <a:cubicBezTo>
                      <a:pt x="1356" y="9664"/>
                      <a:pt x="3430" y="10678"/>
                      <a:pt x="5338" y="10678"/>
                    </a:cubicBezTo>
                    <a:cubicBezTo>
                      <a:pt x="5508" y="10678"/>
                      <a:pt x="5677" y="10670"/>
                      <a:pt x="5844" y="10653"/>
                    </a:cubicBezTo>
                    <a:cubicBezTo>
                      <a:pt x="6757" y="10585"/>
                      <a:pt x="7305" y="9512"/>
                      <a:pt x="7008" y="9032"/>
                    </a:cubicBezTo>
                    <a:cubicBezTo>
                      <a:pt x="5661" y="7731"/>
                      <a:pt x="7556" y="5335"/>
                      <a:pt x="8126" y="2139"/>
                    </a:cubicBezTo>
                    <a:cubicBezTo>
                      <a:pt x="7698" y="210"/>
                      <a:pt x="5619" y="0"/>
                      <a:pt x="47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41">
                <a:extLst>
                  <a:ext uri="{FF2B5EF4-FFF2-40B4-BE49-F238E27FC236}">
                    <a16:creationId xmlns:a16="http://schemas.microsoft.com/office/drawing/2014/main" id="{448C5F41-AFC2-72F8-DBCD-3733FCFC9C83}"/>
                  </a:ext>
                </a:extLst>
              </p:cNvPr>
              <p:cNvSpPr/>
              <p:nvPr/>
            </p:nvSpPr>
            <p:spPr>
              <a:xfrm>
                <a:off x="7804566" y="3526488"/>
                <a:ext cx="27817" cy="106109"/>
              </a:xfrm>
              <a:custGeom>
                <a:avLst/>
                <a:gdLst/>
                <a:ahLst/>
                <a:cxnLst/>
                <a:rect l="l" t="t" r="r" b="b"/>
                <a:pathLst>
                  <a:path w="868" h="3311" extrusionOk="0">
                    <a:moveTo>
                      <a:pt x="868" y="1"/>
                    </a:moveTo>
                    <a:cubicBezTo>
                      <a:pt x="867" y="1"/>
                      <a:pt x="0" y="982"/>
                      <a:pt x="365" y="3310"/>
                    </a:cubicBezTo>
                    <a:cubicBezTo>
                      <a:pt x="662" y="2237"/>
                      <a:pt x="822" y="1142"/>
                      <a:pt x="868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41">
                <a:extLst>
                  <a:ext uri="{FF2B5EF4-FFF2-40B4-BE49-F238E27FC236}">
                    <a16:creationId xmlns:a16="http://schemas.microsoft.com/office/drawing/2014/main" id="{A40E34D3-45C0-133F-2A81-6FB0B25D1E42}"/>
                  </a:ext>
                </a:extLst>
              </p:cNvPr>
              <p:cNvSpPr/>
              <p:nvPr/>
            </p:nvSpPr>
            <p:spPr>
              <a:xfrm>
                <a:off x="7855748" y="3511874"/>
                <a:ext cx="30766" cy="103898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242" extrusionOk="0">
                    <a:moveTo>
                      <a:pt x="960" y="0"/>
                    </a:moveTo>
                    <a:cubicBezTo>
                      <a:pt x="959" y="0"/>
                      <a:pt x="1" y="868"/>
                      <a:pt x="47" y="3241"/>
                    </a:cubicBezTo>
                    <a:cubicBezTo>
                      <a:pt x="480" y="2214"/>
                      <a:pt x="800" y="1118"/>
                      <a:pt x="960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41">
                <a:extLst>
                  <a:ext uri="{FF2B5EF4-FFF2-40B4-BE49-F238E27FC236}">
                    <a16:creationId xmlns:a16="http://schemas.microsoft.com/office/drawing/2014/main" id="{5D496555-8192-76EF-ABB9-A7B9C5B52080}"/>
                  </a:ext>
                </a:extLst>
              </p:cNvPr>
              <p:cNvSpPr/>
              <p:nvPr/>
            </p:nvSpPr>
            <p:spPr>
              <a:xfrm>
                <a:off x="7893084" y="3560876"/>
                <a:ext cx="40252" cy="9950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105" extrusionOk="0">
                    <a:moveTo>
                      <a:pt x="1255" y="0"/>
                    </a:moveTo>
                    <a:cubicBezTo>
                      <a:pt x="1255" y="0"/>
                      <a:pt x="183" y="731"/>
                      <a:pt x="0" y="3105"/>
                    </a:cubicBezTo>
                    <a:cubicBezTo>
                      <a:pt x="548" y="2123"/>
                      <a:pt x="936" y="1096"/>
                      <a:pt x="1255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41">
                <a:extLst>
                  <a:ext uri="{FF2B5EF4-FFF2-40B4-BE49-F238E27FC236}">
                    <a16:creationId xmlns:a16="http://schemas.microsoft.com/office/drawing/2014/main" id="{EB28A227-AF3A-85F8-886A-8005EE8561CD}"/>
                  </a:ext>
                </a:extLst>
              </p:cNvPr>
              <p:cNvSpPr/>
              <p:nvPr/>
            </p:nvSpPr>
            <p:spPr>
              <a:xfrm>
                <a:off x="7801618" y="3375283"/>
                <a:ext cx="237055" cy="342748"/>
              </a:xfrm>
              <a:custGeom>
                <a:avLst/>
                <a:gdLst/>
                <a:ahLst/>
                <a:cxnLst/>
                <a:rect l="l" t="t" r="r" b="b"/>
                <a:pathLst>
                  <a:path w="7397" h="10695" extrusionOk="0">
                    <a:moveTo>
                      <a:pt x="4006" y="0"/>
                    </a:moveTo>
                    <a:cubicBezTo>
                      <a:pt x="3760" y="0"/>
                      <a:pt x="3607" y="17"/>
                      <a:pt x="3607" y="17"/>
                    </a:cubicBezTo>
                    <a:cubicBezTo>
                      <a:pt x="1621" y="930"/>
                      <a:pt x="480" y="3281"/>
                      <a:pt x="1" y="5289"/>
                    </a:cubicBezTo>
                    <a:cubicBezTo>
                      <a:pt x="686" y="5449"/>
                      <a:pt x="1462" y="5723"/>
                      <a:pt x="2169" y="6202"/>
                    </a:cubicBezTo>
                    <a:cubicBezTo>
                      <a:pt x="3972" y="7412"/>
                      <a:pt x="4886" y="9215"/>
                      <a:pt x="4201" y="10265"/>
                    </a:cubicBezTo>
                    <a:cubicBezTo>
                      <a:pt x="4087" y="10402"/>
                      <a:pt x="3972" y="10539"/>
                      <a:pt x="3790" y="10630"/>
                    </a:cubicBezTo>
                    <a:cubicBezTo>
                      <a:pt x="4042" y="10670"/>
                      <a:pt x="4294" y="10694"/>
                      <a:pt x="4546" y="10694"/>
                    </a:cubicBezTo>
                    <a:cubicBezTo>
                      <a:pt x="4728" y="10694"/>
                      <a:pt x="4909" y="10682"/>
                      <a:pt x="5091" y="10653"/>
                    </a:cubicBezTo>
                    <a:cubicBezTo>
                      <a:pt x="6004" y="10585"/>
                      <a:pt x="6529" y="9489"/>
                      <a:pt x="6255" y="9032"/>
                    </a:cubicBezTo>
                    <a:cubicBezTo>
                      <a:pt x="4908" y="7731"/>
                      <a:pt x="6826" y="5335"/>
                      <a:pt x="7396" y="2139"/>
                    </a:cubicBezTo>
                    <a:cubicBezTo>
                      <a:pt x="6968" y="210"/>
                      <a:pt x="4889" y="0"/>
                      <a:pt x="400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41">
                <a:extLst>
                  <a:ext uri="{FF2B5EF4-FFF2-40B4-BE49-F238E27FC236}">
                    <a16:creationId xmlns:a16="http://schemas.microsoft.com/office/drawing/2014/main" id="{D5A6895A-8D9F-BFB6-098C-259CC03EE4D6}"/>
                  </a:ext>
                </a:extLst>
              </p:cNvPr>
              <p:cNvSpPr/>
              <p:nvPr/>
            </p:nvSpPr>
            <p:spPr>
              <a:xfrm>
                <a:off x="7957598" y="3388487"/>
                <a:ext cx="88387" cy="108929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3399" extrusionOk="0">
                    <a:moveTo>
                      <a:pt x="563" y="0"/>
                    </a:moveTo>
                    <a:cubicBezTo>
                      <a:pt x="311" y="0"/>
                      <a:pt x="0" y="217"/>
                      <a:pt x="19" y="495"/>
                    </a:cubicBezTo>
                    <a:cubicBezTo>
                      <a:pt x="41" y="837"/>
                      <a:pt x="1046" y="2115"/>
                      <a:pt x="1320" y="2983"/>
                    </a:cubicBezTo>
                    <a:cubicBezTo>
                      <a:pt x="1420" y="3322"/>
                      <a:pt x="1847" y="3398"/>
                      <a:pt x="2209" y="3398"/>
                    </a:cubicBezTo>
                    <a:cubicBezTo>
                      <a:pt x="2504" y="3398"/>
                      <a:pt x="2758" y="3348"/>
                      <a:pt x="2758" y="3348"/>
                    </a:cubicBezTo>
                    <a:cubicBezTo>
                      <a:pt x="2506" y="1659"/>
                      <a:pt x="1023" y="175"/>
                      <a:pt x="726" y="38"/>
                    </a:cubicBezTo>
                    <a:cubicBezTo>
                      <a:pt x="678" y="12"/>
                      <a:pt x="622" y="0"/>
                      <a:pt x="563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41">
                <a:extLst>
                  <a:ext uri="{FF2B5EF4-FFF2-40B4-BE49-F238E27FC236}">
                    <a16:creationId xmlns:a16="http://schemas.microsoft.com/office/drawing/2014/main" id="{DE8959A2-C735-4C85-3025-C800D2DBE9CE}"/>
                  </a:ext>
                </a:extLst>
              </p:cNvPr>
              <p:cNvSpPr/>
              <p:nvPr/>
            </p:nvSpPr>
            <p:spPr>
              <a:xfrm>
                <a:off x="7852671" y="3426945"/>
                <a:ext cx="229140" cy="221737"/>
              </a:xfrm>
              <a:custGeom>
                <a:avLst/>
                <a:gdLst/>
                <a:ahLst/>
                <a:cxnLst/>
                <a:rect l="l" t="t" r="r" b="b"/>
                <a:pathLst>
                  <a:path w="7150" h="6919" extrusionOk="0">
                    <a:moveTo>
                      <a:pt x="3314" y="1"/>
                    </a:moveTo>
                    <a:cubicBezTo>
                      <a:pt x="2675" y="1"/>
                      <a:pt x="0" y="3453"/>
                      <a:pt x="1352" y="3746"/>
                    </a:cubicBezTo>
                    <a:cubicBezTo>
                      <a:pt x="2722" y="4020"/>
                      <a:pt x="3293" y="5800"/>
                      <a:pt x="3566" y="6142"/>
                    </a:cubicBezTo>
                    <a:cubicBezTo>
                      <a:pt x="3863" y="6507"/>
                      <a:pt x="5940" y="6873"/>
                      <a:pt x="6123" y="6918"/>
                    </a:cubicBezTo>
                    <a:lnTo>
                      <a:pt x="7150" y="3289"/>
                    </a:lnTo>
                    <a:cubicBezTo>
                      <a:pt x="6374" y="2947"/>
                      <a:pt x="5735" y="1554"/>
                      <a:pt x="5507" y="1235"/>
                    </a:cubicBezTo>
                    <a:cubicBezTo>
                      <a:pt x="5278" y="938"/>
                      <a:pt x="3909" y="94"/>
                      <a:pt x="3338" y="2"/>
                    </a:cubicBezTo>
                    <a:cubicBezTo>
                      <a:pt x="3331" y="1"/>
                      <a:pt x="3323" y="1"/>
                      <a:pt x="3314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41">
                <a:extLst>
                  <a:ext uri="{FF2B5EF4-FFF2-40B4-BE49-F238E27FC236}">
                    <a16:creationId xmlns:a16="http://schemas.microsoft.com/office/drawing/2014/main" id="{8E5738A6-B82E-BCA5-3B80-ECF857C74392}"/>
                  </a:ext>
                </a:extLst>
              </p:cNvPr>
              <p:cNvSpPr/>
              <p:nvPr/>
            </p:nvSpPr>
            <p:spPr>
              <a:xfrm>
                <a:off x="7808220" y="3503349"/>
                <a:ext cx="122197" cy="63390"/>
              </a:xfrm>
              <a:custGeom>
                <a:avLst/>
                <a:gdLst/>
                <a:ahLst/>
                <a:cxnLst/>
                <a:rect l="l" t="t" r="r" b="b"/>
                <a:pathLst>
                  <a:path w="3813" h="1978" extrusionOk="0">
                    <a:moveTo>
                      <a:pt x="1168" y="1"/>
                    </a:moveTo>
                    <a:cubicBezTo>
                      <a:pt x="759" y="1"/>
                      <a:pt x="424" y="37"/>
                      <a:pt x="320" y="106"/>
                    </a:cubicBezTo>
                    <a:cubicBezTo>
                      <a:pt x="0" y="266"/>
                      <a:pt x="0" y="814"/>
                      <a:pt x="251" y="996"/>
                    </a:cubicBezTo>
                    <a:cubicBezTo>
                      <a:pt x="502" y="1156"/>
                      <a:pt x="2557" y="1156"/>
                      <a:pt x="3812" y="1978"/>
                    </a:cubicBezTo>
                    <a:cubicBezTo>
                      <a:pt x="3812" y="1978"/>
                      <a:pt x="3630" y="654"/>
                      <a:pt x="3059" y="312"/>
                    </a:cubicBezTo>
                    <a:cubicBezTo>
                      <a:pt x="2704" y="99"/>
                      <a:pt x="1838" y="1"/>
                      <a:pt x="1168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41">
                <a:extLst>
                  <a:ext uri="{FF2B5EF4-FFF2-40B4-BE49-F238E27FC236}">
                    <a16:creationId xmlns:a16="http://schemas.microsoft.com/office/drawing/2014/main" id="{B912B022-DE7C-0FAD-4E83-C8BE8A605D03}"/>
                  </a:ext>
                </a:extLst>
              </p:cNvPr>
              <p:cNvSpPr/>
              <p:nvPr/>
            </p:nvSpPr>
            <p:spPr>
              <a:xfrm>
                <a:off x="7822834" y="3458257"/>
                <a:ext cx="124408" cy="59480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1856" extrusionOk="0">
                    <a:moveTo>
                      <a:pt x="1467" y="1"/>
                    </a:moveTo>
                    <a:cubicBezTo>
                      <a:pt x="916" y="1"/>
                      <a:pt x="416" y="57"/>
                      <a:pt x="275" y="144"/>
                    </a:cubicBezTo>
                    <a:cubicBezTo>
                      <a:pt x="1" y="304"/>
                      <a:pt x="24" y="851"/>
                      <a:pt x="275" y="1034"/>
                    </a:cubicBezTo>
                    <a:cubicBezTo>
                      <a:pt x="549" y="1194"/>
                      <a:pt x="2603" y="1080"/>
                      <a:pt x="3881" y="1856"/>
                    </a:cubicBezTo>
                    <a:cubicBezTo>
                      <a:pt x="3881" y="1856"/>
                      <a:pt x="3630" y="532"/>
                      <a:pt x="3059" y="235"/>
                    </a:cubicBezTo>
                    <a:cubicBezTo>
                      <a:pt x="2737" y="68"/>
                      <a:pt x="2071" y="1"/>
                      <a:pt x="1467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41">
                <a:extLst>
                  <a:ext uri="{FF2B5EF4-FFF2-40B4-BE49-F238E27FC236}">
                    <a16:creationId xmlns:a16="http://schemas.microsoft.com/office/drawing/2014/main" id="{71335C2C-8E77-80EE-6EA8-C92D05DB0F1E}"/>
                  </a:ext>
                </a:extLst>
              </p:cNvPr>
              <p:cNvSpPr/>
              <p:nvPr/>
            </p:nvSpPr>
            <p:spPr>
              <a:xfrm>
                <a:off x="7866741" y="3417747"/>
                <a:ext cx="121460" cy="63422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1979" extrusionOk="0">
                    <a:moveTo>
                      <a:pt x="959" y="0"/>
                    </a:moveTo>
                    <a:cubicBezTo>
                      <a:pt x="667" y="0"/>
                      <a:pt x="437" y="21"/>
                      <a:pt x="343" y="61"/>
                    </a:cubicBezTo>
                    <a:cubicBezTo>
                      <a:pt x="23" y="198"/>
                      <a:pt x="0" y="723"/>
                      <a:pt x="251" y="883"/>
                    </a:cubicBezTo>
                    <a:cubicBezTo>
                      <a:pt x="503" y="1088"/>
                      <a:pt x="2557" y="1157"/>
                      <a:pt x="3789" y="1978"/>
                    </a:cubicBezTo>
                    <a:cubicBezTo>
                      <a:pt x="3789" y="1978"/>
                      <a:pt x="3630" y="723"/>
                      <a:pt x="3082" y="358"/>
                    </a:cubicBezTo>
                    <a:cubicBezTo>
                      <a:pt x="2696" y="117"/>
                      <a:pt x="1653" y="0"/>
                      <a:pt x="959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41">
                <a:extLst>
                  <a:ext uri="{FF2B5EF4-FFF2-40B4-BE49-F238E27FC236}">
                    <a16:creationId xmlns:a16="http://schemas.microsoft.com/office/drawing/2014/main" id="{ECA208C0-E505-46D2-7529-203FD8DC6D66}"/>
                  </a:ext>
                </a:extLst>
              </p:cNvPr>
              <p:cNvSpPr/>
              <p:nvPr/>
            </p:nvSpPr>
            <p:spPr>
              <a:xfrm>
                <a:off x="7953784" y="3448963"/>
                <a:ext cx="126588" cy="200457"/>
              </a:xfrm>
              <a:custGeom>
                <a:avLst/>
                <a:gdLst/>
                <a:ahLst/>
                <a:cxnLst/>
                <a:rect l="l" t="t" r="r" b="b"/>
                <a:pathLst>
                  <a:path w="3950" h="6255" extrusionOk="0">
                    <a:moveTo>
                      <a:pt x="1621" y="0"/>
                    </a:moveTo>
                    <a:lnTo>
                      <a:pt x="1621" y="0"/>
                    </a:lnTo>
                    <a:cubicBezTo>
                      <a:pt x="1644" y="251"/>
                      <a:pt x="1667" y="548"/>
                      <a:pt x="1667" y="822"/>
                    </a:cubicBezTo>
                    <a:cubicBezTo>
                      <a:pt x="1667" y="2693"/>
                      <a:pt x="959" y="4246"/>
                      <a:pt x="1" y="4771"/>
                    </a:cubicBezTo>
                    <a:cubicBezTo>
                      <a:pt x="160" y="5090"/>
                      <a:pt x="297" y="5364"/>
                      <a:pt x="389" y="5478"/>
                    </a:cubicBezTo>
                    <a:cubicBezTo>
                      <a:pt x="685" y="5843"/>
                      <a:pt x="2762" y="6231"/>
                      <a:pt x="2922" y="6254"/>
                    </a:cubicBezTo>
                    <a:lnTo>
                      <a:pt x="3949" y="2625"/>
                    </a:lnTo>
                    <a:cubicBezTo>
                      <a:pt x="3219" y="2260"/>
                      <a:pt x="2580" y="867"/>
                      <a:pt x="2352" y="548"/>
                    </a:cubicBezTo>
                    <a:cubicBezTo>
                      <a:pt x="2283" y="434"/>
                      <a:pt x="1986" y="205"/>
                      <a:pt x="1621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41">
                <a:extLst>
                  <a:ext uri="{FF2B5EF4-FFF2-40B4-BE49-F238E27FC236}">
                    <a16:creationId xmlns:a16="http://schemas.microsoft.com/office/drawing/2014/main" id="{9C1EE9DD-14C9-A83E-8D3F-EBDEC1764976}"/>
                  </a:ext>
                </a:extLst>
              </p:cNvPr>
              <p:cNvSpPr/>
              <p:nvPr/>
            </p:nvSpPr>
            <p:spPr>
              <a:xfrm>
                <a:off x="8313690" y="3583919"/>
                <a:ext cx="150719" cy="61852"/>
              </a:xfrm>
              <a:custGeom>
                <a:avLst/>
                <a:gdLst/>
                <a:ahLst/>
                <a:cxnLst/>
                <a:rect l="l" t="t" r="r" b="b"/>
                <a:pathLst>
                  <a:path w="4703" h="1930" extrusionOk="0">
                    <a:moveTo>
                      <a:pt x="1887" y="0"/>
                    </a:moveTo>
                    <a:cubicBezTo>
                      <a:pt x="1320" y="0"/>
                      <a:pt x="685" y="35"/>
                      <a:pt x="1" y="126"/>
                    </a:cubicBezTo>
                    <a:lnTo>
                      <a:pt x="206" y="263"/>
                    </a:lnTo>
                    <a:lnTo>
                      <a:pt x="4703" y="1929"/>
                    </a:lnTo>
                    <a:lnTo>
                      <a:pt x="4680" y="308"/>
                    </a:lnTo>
                    <a:cubicBezTo>
                      <a:pt x="4680" y="308"/>
                      <a:pt x="3588" y="0"/>
                      <a:pt x="18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41">
                <a:extLst>
                  <a:ext uri="{FF2B5EF4-FFF2-40B4-BE49-F238E27FC236}">
                    <a16:creationId xmlns:a16="http://schemas.microsoft.com/office/drawing/2014/main" id="{C4636D23-8EB8-A5E3-FB8C-E0C4903B093D}"/>
                  </a:ext>
                </a:extLst>
              </p:cNvPr>
              <p:cNvSpPr/>
              <p:nvPr/>
            </p:nvSpPr>
            <p:spPr>
              <a:xfrm>
                <a:off x="8313690" y="3583919"/>
                <a:ext cx="150719" cy="61852"/>
              </a:xfrm>
              <a:custGeom>
                <a:avLst/>
                <a:gdLst/>
                <a:ahLst/>
                <a:cxnLst/>
                <a:rect l="l" t="t" r="r" b="b"/>
                <a:pathLst>
                  <a:path w="4703" h="1930" extrusionOk="0">
                    <a:moveTo>
                      <a:pt x="1887" y="0"/>
                    </a:moveTo>
                    <a:cubicBezTo>
                      <a:pt x="1320" y="0"/>
                      <a:pt x="685" y="35"/>
                      <a:pt x="1" y="126"/>
                    </a:cubicBezTo>
                    <a:lnTo>
                      <a:pt x="206" y="263"/>
                    </a:lnTo>
                    <a:lnTo>
                      <a:pt x="4703" y="1929"/>
                    </a:lnTo>
                    <a:lnTo>
                      <a:pt x="4680" y="308"/>
                    </a:lnTo>
                    <a:cubicBezTo>
                      <a:pt x="4680" y="308"/>
                      <a:pt x="3588" y="0"/>
                      <a:pt x="1887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41">
                <a:extLst>
                  <a:ext uri="{FF2B5EF4-FFF2-40B4-BE49-F238E27FC236}">
                    <a16:creationId xmlns:a16="http://schemas.microsoft.com/office/drawing/2014/main" id="{6B9BA25A-8C8C-E814-A69A-1A629ECCE3AC}"/>
                  </a:ext>
                </a:extLst>
              </p:cNvPr>
              <p:cNvSpPr/>
              <p:nvPr/>
            </p:nvSpPr>
            <p:spPr>
              <a:xfrm>
                <a:off x="8023266" y="3515528"/>
                <a:ext cx="118544" cy="188760"/>
              </a:xfrm>
              <a:custGeom>
                <a:avLst/>
                <a:gdLst/>
                <a:ahLst/>
                <a:cxnLst/>
                <a:rect l="l" t="t" r="r" b="b"/>
                <a:pathLst>
                  <a:path w="3699" h="5890" extrusionOk="0">
                    <a:moveTo>
                      <a:pt x="1850" y="0"/>
                    </a:moveTo>
                    <a:cubicBezTo>
                      <a:pt x="115" y="1233"/>
                      <a:pt x="1" y="5181"/>
                      <a:pt x="1" y="5181"/>
                    </a:cubicBezTo>
                    <a:lnTo>
                      <a:pt x="1667" y="5889"/>
                    </a:lnTo>
                    <a:lnTo>
                      <a:pt x="3699" y="525"/>
                    </a:lnTo>
                    <a:lnTo>
                      <a:pt x="185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1">
                <a:extLst>
                  <a:ext uri="{FF2B5EF4-FFF2-40B4-BE49-F238E27FC236}">
                    <a16:creationId xmlns:a16="http://schemas.microsoft.com/office/drawing/2014/main" id="{30B0BBA0-B2FD-77A2-C080-2E0A1FC9DE22}"/>
                  </a:ext>
                </a:extLst>
              </p:cNvPr>
              <p:cNvSpPr/>
              <p:nvPr/>
            </p:nvSpPr>
            <p:spPr>
              <a:xfrm>
                <a:off x="8052526" y="3518893"/>
                <a:ext cx="525259" cy="333294"/>
              </a:xfrm>
              <a:custGeom>
                <a:avLst/>
                <a:gdLst/>
                <a:ahLst/>
                <a:cxnLst/>
                <a:rect l="l" t="t" r="r" b="b"/>
                <a:pathLst>
                  <a:path w="16390" h="10400" extrusionOk="0">
                    <a:moveTo>
                      <a:pt x="2264" y="1"/>
                    </a:moveTo>
                    <a:cubicBezTo>
                      <a:pt x="2242" y="1"/>
                      <a:pt x="2225" y="4"/>
                      <a:pt x="2215" y="9"/>
                    </a:cubicBezTo>
                    <a:cubicBezTo>
                      <a:pt x="1895" y="215"/>
                      <a:pt x="24" y="3136"/>
                      <a:pt x="1" y="6400"/>
                    </a:cubicBezTo>
                    <a:cubicBezTo>
                      <a:pt x="1" y="6400"/>
                      <a:pt x="9119" y="10399"/>
                      <a:pt x="12395" y="10399"/>
                    </a:cubicBezTo>
                    <a:cubicBezTo>
                      <a:pt x="12458" y="10399"/>
                      <a:pt x="12519" y="10398"/>
                      <a:pt x="12578" y="10395"/>
                    </a:cubicBezTo>
                    <a:cubicBezTo>
                      <a:pt x="14404" y="10281"/>
                      <a:pt x="16390" y="8660"/>
                      <a:pt x="15796" y="7838"/>
                    </a:cubicBezTo>
                    <a:cubicBezTo>
                      <a:pt x="15317" y="7154"/>
                      <a:pt x="10980" y="3250"/>
                      <a:pt x="10432" y="2954"/>
                    </a:cubicBezTo>
                    <a:cubicBezTo>
                      <a:pt x="9879" y="2688"/>
                      <a:pt x="2982" y="1"/>
                      <a:pt x="22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1">
                <a:extLst>
                  <a:ext uri="{FF2B5EF4-FFF2-40B4-BE49-F238E27FC236}">
                    <a16:creationId xmlns:a16="http://schemas.microsoft.com/office/drawing/2014/main" id="{1825E5AD-1988-C907-E34D-97F05A82EF05}"/>
                  </a:ext>
                </a:extLst>
              </p:cNvPr>
              <p:cNvSpPr/>
              <p:nvPr/>
            </p:nvSpPr>
            <p:spPr>
              <a:xfrm>
                <a:off x="8052526" y="3583535"/>
                <a:ext cx="525259" cy="267276"/>
              </a:xfrm>
              <a:custGeom>
                <a:avLst/>
                <a:gdLst/>
                <a:ahLst/>
                <a:cxnLst/>
                <a:rect l="l" t="t" r="r" b="b"/>
                <a:pathLst>
                  <a:path w="16390" h="8340" extrusionOk="0">
                    <a:moveTo>
                      <a:pt x="8150" y="1"/>
                    </a:moveTo>
                    <a:cubicBezTo>
                      <a:pt x="10067" y="1165"/>
                      <a:pt x="11185" y="2443"/>
                      <a:pt x="10866" y="3356"/>
                    </a:cubicBezTo>
                    <a:cubicBezTo>
                      <a:pt x="10627" y="4072"/>
                      <a:pt x="9550" y="4432"/>
                      <a:pt x="8008" y="4432"/>
                    </a:cubicBezTo>
                    <a:cubicBezTo>
                      <a:pt x="6454" y="4432"/>
                      <a:pt x="4426" y="4067"/>
                      <a:pt x="2306" y="3333"/>
                    </a:cubicBezTo>
                    <a:cubicBezTo>
                      <a:pt x="1553" y="3082"/>
                      <a:pt x="846" y="2786"/>
                      <a:pt x="184" y="2512"/>
                    </a:cubicBezTo>
                    <a:cubicBezTo>
                      <a:pt x="69" y="3105"/>
                      <a:pt x="1" y="3744"/>
                      <a:pt x="1" y="4360"/>
                    </a:cubicBezTo>
                    <a:cubicBezTo>
                      <a:pt x="1" y="4360"/>
                      <a:pt x="9024" y="8339"/>
                      <a:pt x="12322" y="8339"/>
                    </a:cubicBezTo>
                    <a:cubicBezTo>
                      <a:pt x="12403" y="8339"/>
                      <a:pt x="12481" y="8337"/>
                      <a:pt x="12555" y="8332"/>
                    </a:cubicBezTo>
                    <a:cubicBezTo>
                      <a:pt x="14404" y="8241"/>
                      <a:pt x="16390" y="6620"/>
                      <a:pt x="15796" y="5798"/>
                    </a:cubicBezTo>
                    <a:cubicBezTo>
                      <a:pt x="15317" y="5137"/>
                      <a:pt x="11003" y="1188"/>
                      <a:pt x="10432" y="914"/>
                    </a:cubicBezTo>
                    <a:cubicBezTo>
                      <a:pt x="10272" y="823"/>
                      <a:pt x="9314" y="457"/>
                      <a:pt x="815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1">
                <a:extLst>
                  <a:ext uri="{FF2B5EF4-FFF2-40B4-BE49-F238E27FC236}">
                    <a16:creationId xmlns:a16="http://schemas.microsoft.com/office/drawing/2014/main" id="{928DB0F8-3129-F3C2-45FF-F03433355B1A}"/>
                  </a:ext>
                </a:extLst>
              </p:cNvPr>
              <p:cNvSpPr/>
              <p:nvPr/>
            </p:nvSpPr>
            <p:spPr>
              <a:xfrm>
                <a:off x="7892347" y="3778069"/>
                <a:ext cx="22690" cy="30317"/>
              </a:xfrm>
              <a:custGeom>
                <a:avLst/>
                <a:gdLst/>
                <a:ahLst/>
                <a:cxnLst/>
                <a:rect l="l" t="t" r="r" b="b"/>
                <a:pathLst>
                  <a:path w="708" h="946" extrusionOk="0">
                    <a:moveTo>
                      <a:pt x="259" y="0"/>
                    </a:moveTo>
                    <a:cubicBezTo>
                      <a:pt x="249" y="0"/>
                      <a:pt x="239" y="1"/>
                      <a:pt x="228" y="2"/>
                    </a:cubicBezTo>
                    <a:cubicBezTo>
                      <a:pt x="46" y="25"/>
                      <a:pt x="0" y="299"/>
                      <a:pt x="46" y="550"/>
                    </a:cubicBezTo>
                    <a:cubicBezTo>
                      <a:pt x="107" y="775"/>
                      <a:pt x="279" y="945"/>
                      <a:pt x="429" y="945"/>
                    </a:cubicBezTo>
                    <a:cubicBezTo>
                      <a:pt x="446" y="945"/>
                      <a:pt x="463" y="943"/>
                      <a:pt x="480" y="938"/>
                    </a:cubicBezTo>
                    <a:cubicBezTo>
                      <a:pt x="617" y="915"/>
                      <a:pt x="708" y="664"/>
                      <a:pt x="662" y="413"/>
                    </a:cubicBezTo>
                    <a:cubicBezTo>
                      <a:pt x="598" y="157"/>
                      <a:pt x="414" y="0"/>
                      <a:pt x="259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41">
                <a:extLst>
                  <a:ext uri="{FF2B5EF4-FFF2-40B4-BE49-F238E27FC236}">
                    <a16:creationId xmlns:a16="http://schemas.microsoft.com/office/drawing/2014/main" id="{C47C0F8E-5A47-FCD7-EAD0-0471C4B8D4F2}"/>
                  </a:ext>
                </a:extLst>
              </p:cNvPr>
              <p:cNvSpPr/>
              <p:nvPr/>
            </p:nvSpPr>
            <p:spPr>
              <a:xfrm>
                <a:off x="7866003" y="3781691"/>
                <a:ext cx="16120" cy="22177"/>
              </a:xfrm>
              <a:custGeom>
                <a:avLst/>
                <a:gdLst/>
                <a:ahLst/>
                <a:cxnLst/>
                <a:rect l="l" t="t" r="r" b="b"/>
                <a:pathLst>
                  <a:path w="503" h="692" extrusionOk="0">
                    <a:moveTo>
                      <a:pt x="190" y="1"/>
                    </a:moveTo>
                    <a:cubicBezTo>
                      <a:pt x="180" y="1"/>
                      <a:pt x="170" y="2"/>
                      <a:pt x="160" y="4"/>
                    </a:cubicBezTo>
                    <a:cubicBezTo>
                      <a:pt x="46" y="26"/>
                      <a:pt x="1" y="209"/>
                      <a:pt x="46" y="414"/>
                    </a:cubicBezTo>
                    <a:cubicBezTo>
                      <a:pt x="109" y="581"/>
                      <a:pt x="229" y="691"/>
                      <a:pt x="336" y="691"/>
                    </a:cubicBezTo>
                    <a:cubicBezTo>
                      <a:pt x="346" y="691"/>
                      <a:pt x="356" y="690"/>
                      <a:pt x="366" y="688"/>
                    </a:cubicBezTo>
                    <a:cubicBezTo>
                      <a:pt x="457" y="665"/>
                      <a:pt x="503" y="460"/>
                      <a:pt x="480" y="300"/>
                    </a:cubicBezTo>
                    <a:cubicBezTo>
                      <a:pt x="417" y="112"/>
                      <a:pt x="297" y="1"/>
                      <a:pt x="19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41">
                <a:extLst>
                  <a:ext uri="{FF2B5EF4-FFF2-40B4-BE49-F238E27FC236}">
                    <a16:creationId xmlns:a16="http://schemas.microsoft.com/office/drawing/2014/main" id="{3B878BFB-A565-437D-2601-D1179C3E3E9A}"/>
                  </a:ext>
                </a:extLst>
              </p:cNvPr>
              <p:cNvSpPr/>
              <p:nvPr/>
            </p:nvSpPr>
            <p:spPr>
              <a:xfrm>
                <a:off x="8100086" y="3588406"/>
                <a:ext cx="34419" cy="35637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1112" extrusionOk="0">
                    <a:moveTo>
                      <a:pt x="594" y="1"/>
                    </a:moveTo>
                    <a:cubicBezTo>
                      <a:pt x="357" y="1"/>
                      <a:pt x="150" y="159"/>
                      <a:pt x="69" y="442"/>
                    </a:cubicBezTo>
                    <a:cubicBezTo>
                      <a:pt x="1" y="739"/>
                      <a:pt x="138" y="1036"/>
                      <a:pt x="389" y="1104"/>
                    </a:cubicBezTo>
                    <a:cubicBezTo>
                      <a:pt x="417" y="1109"/>
                      <a:pt x="445" y="1112"/>
                      <a:pt x="474" y="1112"/>
                    </a:cubicBezTo>
                    <a:cubicBezTo>
                      <a:pt x="699" y="1112"/>
                      <a:pt x="921" y="954"/>
                      <a:pt x="982" y="671"/>
                    </a:cubicBezTo>
                    <a:cubicBezTo>
                      <a:pt x="1073" y="397"/>
                      <a:pt x="936" y="77"/>
                      <a:pt x="685" y="9"/>
                    </a:cubicBezTo>
                    <a:cubicBezTo>
                      <a:pt x="655" y="4"/>
                      <a:pt x="624" y="1"/>
                      <a:pt x="594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41">
                <a:extLst>
                  <a:ext uri="{FF2B5EF4-FFF2-40B4-BE49-F238E27FC236}">
                    <a16:creationId xmlns:a16="http://schemas.microsoft.com/office/drawing/2014/main" id="{9AAA92F7-A71C-9527-2C88-CFC616452966}"/>
                  </a:ext>
                </a:extLst>
              </p:cNvPr>
              <p:cNvSpPr/>
              <p:nvPr/>
            </p:nvSpPr>
            <p:spPr>
              <a:xfrm>
                <a:off x="8144698" y="3613468"/>
                <a:ext cx="25638" cy="26215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18" extrusionOk="0">
                    <a:moveTo>
                      <a:pt x="463" y="0"/>
                    </a:moveTo>
                    <a:cubicBezTo>
                      <a:pt x="294" y="0"/>
                      <a:pt x="131" y="132"/>
                      <a:pt x="47" y="322"/>
                    </a:cubicBezTo>
                    <a:cubicBezTo>
                      <a:pt x="1" y="551"/>
                      <a:pt x="115" y="756"/>
                      <a:pt x="275" y="802"/>
                    </a:cubicBezTo>
                    <a:cubicBezTo>
                      <a:pt x="307" y="812"/>
                      <a:pt x="339" y="818"/>
                      <a:pt x="369" y="818"/>
                    </a:cubicBezTo>
                    <a:cubicBezTo>
                      <a:pt x="529" y="818"/>
                      <a:pt x="655" y="674"/>
                      <a:pt x="731" y="482"/>
                    </a:cubicBezTo>
                    <a:cubicBezTo>
                      <a:pt x="800" y="254"/>
                      <a:pt x="686" y="48"/>
                      <a:pt x="503" y="3"/>
                    </a:cubicBezTo>
                    <a:cubicBezTo>
                      <a:pt x="490" y="1"/>
                      <a:pt x="476" y="0"/>
                      <a:pt x="463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41">
                <a:extLst>
                  <a:ext uri="{FF2B5EF4-FFF2-40B4-BE49-F238E27FC236}">
                    <a16:creationId xmlns:a16="http://schemas.microsoft.com/office/drawing/2014/main" id="{9B71E93E-393E-7961-46ED-48ECEB159870}"/>
                  </a:ext>
                </a:extLst>
              </p:cNvPr>
              <p:cNvSpPr/>
              <p:nvPr/>
            </p:nvSpPr>
            <p:spPr>
              <a:xfrm>
                <a:off x="7714360" y="3583206"/>
                <a:ext cx="70176" cy="6428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009" extrusionOk="0">
                    <a:moveTo>
                      <a:pt x="1" y="0"/>
                    </a:moveTo>
                    <a:cubicBezTo>
                      <a:pt x="1" y="0"/>
                      <a:pt x="343" y="639"/>
                      <a:pt x="2032" y="2009"/>
                    </a:cubicBezTo>
                    <a:lnTo>
                      <a:pt x="2192" y="7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41">
                <a:extLst>
                  <a:ext uri="{FF2B5EF4-FFF2-40B4-BE49-F238E27FC236}">
                    <a16:creationId xmlns:a16="http://schemas.microsoft.com/office/drawing/2014/main" id="{42E9ADA6-EB5B-66C3-CC03-4601A9ED7FEA}"/>
                  </a:ext>
                </a:extLst>
              </p:cNvPr>
              <p:cNvSpPr/>
              <p:nvPr/>
            </p:nvSpPr>
            <p:spPr>
              <a:xfrm>
                <a:off x="7714360" y="3583206"/>
                <a:ext cx="70176" cy="6428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009" extrusionOk="0">
                    <a:moveTo>
                      <a:pt x="1" y="0"/>
                    </a:moveTo>
                    <a:cubicBezTo>
                      <a:pt x="1" y="0"/>
                      <a:pt x="343" y="639"/>
                      <a:pt x="2032" y="2009"/>
                    </a:cubicBezTo>
                    <a:lnTo>
                      <a:pt x="2192" y="7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3" name="Google Shape;1583;p41">
              <a:extLst>
                <a:ext uri="{FF2B5EF4-FFF2-40B4-BE49-F238E27FC236}">
                  <a16:creationId xmlns:a16="http://schemas.microsoft.com/office/drawing/2014/main" id="{26D05E07-EBF2-B107-7969-688678E96EDC}"/>
                </a:ext>
              </a:extLst>
            </p:cNvPr>
            <p:cNvGrpSpPr/>
            <p:nvPr/>
          </p:nvGrpSpPr>
          <p:grpSpPr>
            <a:xfrm>
              <a:off x="6157911" y="3807235"/>
              <a:ext cx="2390612" cy="1242874"/>
              <a:chOff x="6157911" y="3807235"/>
              <a:chExt cx="2390612" cy="1242874"/>
            </a:xfrm>
          </p:grpSpPr>
          <p:sp>
            <p:nvSpPr>
              <p:cNvPr id="1584" name="Google Shape;1584;p41">
                <a:extLst>
                  <a:ext uri="{FF2B5EF4-FFF2-40B4-BE49-F238E27FC236}">
                    <a16:creationId xmlns:a16="http://schemas.microsoft.com/office/drawing/2014/main" id="{85918E6E-6DD8-6B8B-C017-7836F45FC4A1}"/>
                  </a:ext>
                </a:extLst>
              </p:cNvPr>
              <p:cNvSpPr/>
              <p:nvPr/>
            </p:nvSpPr>
            <p:spPr>
              <a:xfrm>
                <a:off x="7958912" y="3862839"/>
                <a:ext cx="552307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17234" h="36384" extrusionOk="0">
                    <a:moveTo>
                      <a:pt x="0" y="0"/>
                    </a:moveTo>
                    <a:lnTo>
                      <a:pt x="0" y="36383"/>
                    </a:lnTo>
                    <a:lnTo>
                      <a:pt x="17233" y="36383"/>
                    </a:lnTo>
                    <a:lnTo>
                      <a:pt x="164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41">
                <a:extLst>
                  <a:ext uri="{FF2B5EF4-FFF2-40B4-BE49-F238E27FC236}">
                    <a16:creationId xmlns:a16="http://schemas.microsoft.com/office/drawing/2014/main" id="{E237CD77-77B9-0DBA-F186-B56D676C64AA}"/>
                  </a:ext>
                </a:extLst>
              </p:cNvPr>
              <p:cNvSpPr/>
              <p:nvPr/>
            </p:nvSpPr>
            <p:spPr>
              <a:xfrm>
                <a:off x="6202523" y="3862839"/>
                <a:ext cx="1770240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55238" h="36384" extrusionOk="0">
                    <a:moveTo>
                      <a:pt x="1" y="0"/>
                    </a:moveTo>
                    <a:lnTo>
                      <a:pt x="1758" y="36383"/>
                    </a:lnTo>
                    <a:lnTo>
                      <a:pt x="55238" y="36383"/>
                    </a:lnTo>
                    <a:lnTo>
                      <a:pt x="552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41">
                <a:extLst>
                  <a:ext uri="{FF2B5EF4-FFF2-40B4-BE49-F238E27FC236}">
                    <a16:creationId xmlns:a16="http://schemas.microsoft.com/office/drawing/2014/main" id="{C971092A-634D-A3C3-5727-ACDA2E0B43CC}"/>
                  </a:ext>
                </a:extLst>
              </p:cNvPr>
              <p:cNvSpPr/>
              <p:nvPr/>
            </p:nvSpPr>
            <p:spPr>
              <a:xfrm>
                <a:off x="6546340" y="3862839"/>
                <a:ext cx="1082661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33783" h="36384" extrusionOk="0">
                    <a:moveTo>
                      <a:pt x="1" y="0"/>
                    </a:moveTo>
                    <a:lnTo>
                      <a:pt x="4269" y="36383"/>
                    </a:lnTo>
                    <a:lnTo>
                      <a:pt x="33782" y="36383"/>
                    </a:lnTo>
                    <a:lnTo>
                      <a:pt x="30495" y="0"/>
                    </a:ln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41">
                <a:extLst>
                  <a:ext uri="{FF2B5EF4-FFF2-40B4-BE49-F238E27FC236}">
                    <a16:creationId xmlns:a16="http://schemas.microsoft.com/office/drawing/2014/main" id="{D2A761A6-5ED1-88F6-ECC0-C7AF80E5E3BA}"/>
                  </a:ext>
                </a:extLst>
              </p:cNvPr>
              <p:cNvSpPr/>
              <p:nvPr/>
            </p:nvSpPr>
            <p:spPr>
              <a:xfrm>
                <a:off x="6202523" y="3862839"/>
                <a:ext cx="1770240" cy="64383"/>
              </a:xfrm>
              <a:custGeom>
                <a:avLst/>
                <a:gdLst/>
                <a:ahLst/>
                <a:cxnLst/>
                <a:rect l="l" t="t" r="r" b="b"/>
                <a:pathLst>
                  <a:path w="55238" h="2009" extrusionOk="0">
                    <a:moveTo>
                      <a:pt x="1" y="0"/>
                    </a:moveTo>
                    <a:lnTo>
                      <a:pt x="115" y="2009"/>
                    </a:lnTo>
                    <a:lnTo>
                      <a:pt x="55238" y="2009"/>
                    </a:lnTo>
                    <a:lnTo>
                      <a:pt x="55238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1">
                <a:extLst>
                  <a:ext uri="{FF2B5EF4-FFF2-40B4-BE49-F238E27FC236}">
                    <a16:creationId xmlns:a16="http://schemas.microsoft.com/office/drawing/2014/main" id="{4D0D0883-47B8-28F3-C8A4-71E3E8BE8CAF}"/>
                  </a:ext>
                </a:extLst>
              </p:cNvPr>
              <p:cNvSpPr/>
              <p:nvPr/>
            </p:nvSpPr>
            <p:spPr>
              <a:xfrm>
                <a:off x="7964745" y="3862839"/>
                <a:ext cx="27849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36384" extrusionOk="0">
                    <a:moveTo>
                      <a:pt x="1" y="0"/>
                    </a:moveTo>
                    <a:lnTo>
                      <a:pt x="1" y="36383"/>
                    </a:lnTo>
                    <a:lnTo>
                      <a:pt x="868" y="36383"/>
                    </a:lnTo>
                    <a:lnTo>
                      <a:pt x="86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41">
                <a:extLst>
                  <a:ext uri="{FF2B5EF4-FFF2-40B4-BE49-F238E27FC236}">
                    <a16:creationId xmlns:a16="http://schemas.microsoft.com/office/drawing/2014/main" id="{B08F10AA-517C-6E32-C6F3-FC343B9B1424}"/>
                  </a:ext>
                </a:extLst>
              </p:cNvPr>
              <p:cNvSpPr/>
              <p:nvPr/>
            </p:nvSpPr>
            <p:spPr>
              <a:xfrm>
                <a:off x="7983045" y="3807235"/>
                <a:ext cx="521573" cy="67332"/>
              </a:xfrm>
              <a:custGeom>
                <a:avLst/>
                <a:gdLst/>
                <a:ahLst/>
                <a:cxnLst/>
                <a:rect l="l" t="t" r="r" b="b"/>
                <a:pathLst>
                  <a:path w="16275" h="2101" extrusionOk="0">
                    <a:moveTo>
                      <a:pt x="1" y="0"/>
                    </a:moveTo>
                    <a:lnTo>
                      <a:pt x="1" y="2100"/>
                    </a:lnTo>
                    <a:lnTo>
                      <a:pt x="16275" y="2100"/>
                    </a:lnTo>
                    <a:lnTo>
                      <a:pt x="1627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41">
                <a:extLst>
                  <a:ext uri="{FF2B5EF4-FFF2-40B4-BE49-F238E27FC236}">
                    <a16:creationId xmlns:a16="http://schemas.microsoft.com/office/drawing/2014/main" id="{C8195A2C-8BE8-8AB2-2B48-0423235BCE63}"/>
                  </a:ext>
                </a:extLst>
              </p:cNvPr>
              <p:cNvSpPr/>
              <p:nvPr/>
            </p:nvSpPr>
            <p:spPr>
              <a:xfrm>
                <a:off x="6157911" y="3807235"/>
                <a:ext cx="1825105" cy="67332"/>
              </a:xfrm>
              <a:custGeom>
                <a:avLst/>
                <a:gdLst/>
                <a:ahLst/>
                <a:cxnLst/>
                <a:rect l="l" t="t" r="r" b="b"/>
                <a:pathLst>
                  <a:path w="56950" h="2101" extrusionOk="0">
                    <a:moveTo>
                      <a:pt x="0" y="0"/>
                    </a:moveTo>
                    <a:lnTo>
                      <a:pt x="0" y="2100"/>
                    </a:lnTo>
                    <a:lnTo>
                      <a:pt x="56950" y="2100"/>
                    </a:lnTo>
                    <a:lnTo>
                      <a:pt x="5695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41">
                <a:extLst>
                  <a:ext uri="{FF2B5EF4-FFF2-40B4-BE49-F238E27FC236}">
                    <a16:creationId xmlns:a16="http://schemas.microsoft.com/office/drawing/2014/main" id="{580F4D62-3809-D706-CCF9-D1E3EDECCE5C}"/>
                  </a:ext>
                </a:extLst>
              </p:cNvPr>
              <p:cNvSpPr/>
              <p:nvPr/>
            </p:nvSpPr>
            <p:spPr>
              <a:xfrm>
                <a:off x="7964745" y="3862839"/>
                <a:ext cx="27849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36384" extrusionOk="0">
                    <a:moveTo>
                      <a:pt x="1" y="0"/>
                    </a:moveTo>
                    <a:lnTo>
                      <a:pt x="1" y="36383"/>
                    </a:lnTo>
                    <a:lnTo>
                      <a:pt x="868" y="36383"/>
                    </a:lnTo>
                    <a:lnTo>
                      <a:pt x="868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41">
                <a:extLst>
                  <a:ext uri="{FF2B5EF4-FFF2-40B4-BE49-F238E27FC236}">
                    <a16:creationId xmlns:a16="http://schemas.microsoft.com/office/drawing/2014/main" id="{9C7A4FC4-E1EA-4B48-D0E8-4B4F6BA25D9F}"/>
                  </a:ext>
                </a:extLst>
              </p:cNvPr>
              <p:cNvSpPr/>
              <p:nvPr/>
            </p:nvSpPr>
            <p:spPr>
              <a:xfrm>
                <a:off x="6235437" y="5017164"/>
                <a:ext cx="1913620" cy="32945"/>
              </a:xfrm>
              <a:custGeom>
                <a:avLst/>
                <a:gdLst/>
                <a:ahLst/>
                <a:cxnLst/>
                <a:rect l="l" t="t" r="r" b="b"/>
                <a:pathLst>
                  <a:path w="59712" h="1028" extrusionOk="0">
                    <a:moveTo>
                      <a:pt x="1" y="0"/>
                    </a:moveTo>
                    <a:lnTo>
                      <a:pt x="1" y="1027"/>
                    </a:lnTo>
                    <a:lnTo>
                      <a:pt x="59712" y="1027"/>
                    </a:lnTo>
                    <a:lnTo>
                      <a:pt x="597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41">
                <a:extLst>
                  <a:ext uri="{FF2B5EF4-FFF2-40B4-BE49-F238E27FC236}">
                    <a16:creationId xmlns:a16="http://schemas.microsoft.com/office/drawing/2014/main" id="{53E6D892-F5E0-C166-2AE8-9F962A9BA68B}"/>
                  </a:ext>
                </a:extLst>
              </p:cNvPr>
              <p:cNvSpPr/>
              <p:nvPr/>
            </p:nvSpPr>
            <p:spPr>
              <a:xfrm>
                <a:off x="7980865" y="5017164"/>
                <a:ext cx="567657" cy="32945"/>
              </a:xfrm>
              <a:custGeom>
                <a:avLst/>
                <a:gdLst/>
                <a:ahLst/>
                <a:cxnLst/>
                <a:rect l="l" t="t" r="r" b="b"/>
                <a:pathLst>
                  <a:path w="17713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7713" y="1027"/>
                    </a:lnTo>
                    <a:lnTo>
                      <a:pt x="17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41">
                <a:extLst>
                  <a:ext uri="{FF2B5EF4-FFF2-40B4-BE49-F238E27FC236}">
                    <a16:creationId xmlns:a16="http://schemas.microsoft.com/office/drawing/2014/main" id="{E6B17BAC-3FA3-5DCA-BFAD-86AC75C9F9B1}"/>
                  </a:ext>
                </a:extLst>
              </p:cNvPr>
              <p:cNvSpPr/>
              <p:nvPr/>
            </p:nvSpPr>
            <p:spPr>
              <a:xfrm>
                <a:off x="7951605" y="3807235"/>
                <a:ext cx="67300" cy="67332"/>
              </a:xfrm>
              <a:custGeom>
                <a:avLst/>
                <a:gdLst/>
                <a:ahLst/>
                <a:cxnLst/>
                <a:rect l="l" t="t" r="r" b="b"/>
                <a:pathLst>
                  <a:path w="2100" h="2101" extrusionOk="0">
                    <a:moveTo>
                      <a:pt x="0" y="0"/>
                    </a:moveTo>
                    <a:lnTo>
                      <a:pt x="0" y="2100"/>
                    </a:lnTo>
                    <a:lnTo>
                      <a:pt x="2100" y="2100"/>
                    </a:lnTo>
                    <a:lnTo>
                      <a:pt x="21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41">
                <a:extLst>
                  <a:ext uri="{FF2B5EF4-FFF2-40B4-BE49-F238E27FC236}">
                    <a16:creationId xmlns:a16="http://schemas.microsoft.com/office/drawing/2014/main" id="{1B1889DB-09CA-380A-4547-E9EEB0762D8C}"/>
                  </a:ext>
                </a:extLst>
              </p:cNvPr>
              <p:cNvSpPr/>
              <p:nvPr/>
            </p:nvSpPr>
            <p:spPr>
              <a:xfrm>
                <a:off x="7951605" y="3807235"/>
                <a:ext cx="67300" cy="67332"/>
              </a:xfrm>
              <a:custGeom>
                <a:avLst/>
                <a:gdLst/>
                <a:ahLst/>
                <a:cxnLst/>
                <a:rect l="l" t="t" r="r" b="b"/>
                <a:pathLst>
                  <a:path w="2100" h="2101" extrusionOk="0">
                    <a:moveTo>
                      <a:pt x="0" y="0"/>
                    </a:moveTo>
                    <a:lnTo>
                      <a:pt x="0" y="2100"/>
                    </a:lnTo>
                    <a:lnTo>
                      <a:pt x="2100" y="2100"/>
                    </a:lnTo>
                    <a:lnTo>
                      <a:pt x="2100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96" name="Google Shape;1596;p41">
            <a:extLst>
              <a:ext uri="{FF2B5EF4-FFF2-40B4-BE49-F238E27FC236}">
                <a16:creationId xmlns:a16="http://schemas.microsoft.com/office/drawing/2014/main" id="{F6F928E1-DDB7-F6A5-09D2-5F568B000E5C}"/>
              </a:ext>
            </a:extLst>
          </p:cNvPr>
          <p:cNvGrpSpPr/>
          <p:nvPr/>
        </p:nvGrpSpPr>
        <p:grpSpPr>
          <a:xfrm>
            <a:off x="-3736788" y="2725083"/>
            <a:ext cx="2880020" cy="2345446"/>
            <a:chOff x="295951" y="2725083"/>
            <a:chExt cx="2880020" cy="2345446"/>
          </a:xfrm>
        </p:grpSpPr>
        <p:grpSp>
          <p:nvGrpSpPr>
            <p:cNvPr id="1597" name="Google Shape;1597;p41">
              <a:extLst>
                <a:ext uri="{FF2B5EF4-FFF2-40B4-BE49-F238E27FC236}">
                  <a16:creationId xmlns:a16="http://schemas.microsoft.com/office/drawing/2014/main" id="{B516ADC1-34D3-3974-BBC5-06DB2F2F3E5C}"/>
                </a:ext>
              </a:extLst>
            </p:cNvPr>
            <p:cNvGrpSpPr/>
            <p:nvPr/>
          </p:nvGrpSpPr>
          <p:grpSpPr>
            <a:xfrm>
              <a:off x="452786" y="3372144"/>
              <a:ext cx="1169736" cy="1678681"/>
              <a:chOff x="452782" y="3488743"/>
              <a:chExt cx="1169736" cy="1678681"/>
            </a:xfrm>
          </p:grpSpPr>
          <p:sp>
            <p:nvSpPr>
              <p:cNvPr id="1598" name="Google Shape;1598;p41">
                <a:extLst>
                  <a:ext uri="{FF2B5EF4-FFF2-40B4-BE49-F238E27FC236}">
                    <a16:creationId xmlns:a16="http://schemas.microsoft.com/office/drawing/2014/main" id="{B3AE964A-65FE-0230-9CF1-2CC20B8835D9}"/>
                  </a:ext>
                </a:extLst>
              </p:cNvPr>
              <p:cNvSpPr/>
              <p:nvPr/>
            </p:nvSpPr>
            <p:spPr>
              <a:xfrm>
                <a:off x="1034335" y="4461481"/>
                <a:ext cx="48328" cy="681779"/>
              </a:xfrm>
              <a:custGeom>
                <a:avLst/>
                <a:gdLst/>
                <a:ahLst/>
                <a:cxnLst/>
                <a:rect l="l" t="t" r="r" b="b"/>
                <a:pathLst>
                  <a:path w="1508" h="21274" extrusionOk="0">
                    <a:moveTo>
                      <a:pt x="1462" y="1"/>
                    </a:moveTo>
                    <a:lnTo>
                      <a:pt x="1" y="115"/>
                    </a:lnTo>
                    <a:lnTo>
                      <a:pt x="686" y="21274"/>
                    </a:lnTo>
                    <a:lnTo>
                      <a:pt x="1507" y="21228"/>
                    </a:lnTo>
                    <a:lnTo>
                      <a:pt x="146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41">
                <a:extLst>
                  <a:ext uri="{FF2B5EF4-FFF2-40B4-BE49-F238E27FC236}">
                    <a16:creationId xmlns:a16="http://schemas.microsoft.com/office/drawing/2014/main" id="{0728B506-1AD4-59FD-34B8-E709416B1D33}"/>
                  </a:ext>
                </a:extLst>
              </p:cNvPr>
              <p:cNvSpPr/>
              <p:nvPr/>
            </p:nvSpPr>
            <p:spPr>
              <a:xfrm>
                <a:off x="795157" y="4552915"/>
                <a:ext cx="738086" cy="80503"/>
              </a:xfrm>
              <a:custGeom>
                <a:avLst/>
                <a:gdLst/>
                <a:ahLst/>
                <a:cxnLst/>
                <a:rect l="l" t="t" r="r" b="b"/>
                <a:pathLst>
                  <a:path w="23031" h="2512" extrusionOk="0">
                    <a:moveTo>
                      <a:pt x="22985" y="1"/>
                    </a:moveTo>
                    <a:lnTo>
                      <a:pt x="0" y="2032"/>
                    </a:lnTo>
                    <a:lnTo>
                      <a:pt x="46" y="2512"/>
                    </a:lnTo>
                    <a:lnTo>
                      <a:pt x="23031" y="480"/>
                    </a:lnTo>
                    <a:lnTo>
                      <a:pt x="2298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41">
                <a:extLst>
                  <a:ext uri="{FF2B5EF4-FFF2-40B4-BE49-F238E27FC236}">
                    <a16:creationId xmlns:a16="http://schemas.microsoft.com/office/drawing/2014/main" id="{0D8FC494-8984-82EA-055F-8DC7C416FB22}"/>
                  </a:ext>
                </a:extLst>
              </p:cNvPr>
              <p:cNvSpPr/>
              <p:nvPr/>
            </p:nvSpPr>
            <p:spPr>
              <a:xfrm>
                <a:off x="1206244" y="4446129"/>
                <a:ext cx="132452" cy="675209"/>
              </a:xfrm>
              <a:custGeom>
                <a:avLst/>
                <a:gdLst/>
                <a:ahLst/>
                <a:cxnLst/>
                <a:rect l="l" t="t" r="r" b="b"/>
                <a:pathLst>
                  <a:path w="4133" h="21069" extrusionOk="0">
                    <a:moveTo>
                      <a:pt x="1462" y="1"/>
                    </a:moveTo>
                    <a:lnTo>
                      <a:pt x="1" y="137"/>
                    </a:lnTo>
                    <a:lnTo>
                      <a:pt x="3311" y="21068"/>
                    </a:lnTo>
                    <a:lnTo>
                      <a:pt x="4132" y="20977"/>
                    </a:lnTo>
                    <a:lnTo>
                      <a:pt x="146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1">
                <a:extLst>
                  <a:ext uri="{FF2B5EF4-FFF2-40B4-BE49-F238E27FC236}">
                    <a16:creationId xmlns:a16="http://schemas.microsoft.com/office/drawing/2014/main" id="{8C144251-53B8-E1A1-A125-EADD1AA837FA}"/>
                  </a:ext>
                </a:extLst>
              </p:cNvPr>
              <p:cNvSpPr/>
              <p:nvPr/>
            </p:nvSpPr>
            <p:spPr>
              <a:xfrm>
                <a:off x="452782" y="3488743"/>
                <a:ext cx="879287" cy="987383"/>
              </a:xfrm>
              <a:custGeom>
                <a:avLst/>
                <a:gdLst/>
                <a:ahLst/>
                <a:cxnLst/>
                <a:rect l="l" t="t" r="r" b="b"/>
                <a:pathLst>
                  <a:path w="27437" h="30810" extrusionOk="0">
                    <a:moveTo>
                      <a:pt x="27437" y="29371"/>
                    </a:moveTo>
                    <a:lnTo>
                      <a:pt x="27437" y="29371"/>
                    </a:lnTo>
                    <a:lnTo>
                      <a:pt x="27437" y="29371"/>
                    </a:lnTo>
                    <a:cubicBezTo>
                      <a:pt x="27437" y="29371"/>
                      <a:pt x="27437" y="29371"/>
                      <a:pt x="27437" y="29371"/>
                    </a:cubicBezTo>
                    <a:cubicBezTo>
                      <a:pt x="27437" y="29371"/>
                      <a:pt x="27437" y="29371"/>
                      <a:pt x="27437" y="29371"/>
                    </a:cubicBezTo>
                    <a:close/>
                    <a:moveTo>
                      <a:pt x="12411" y="0"/>
                    </a:moveTo>
                    <a:cubicBezTo>
                      <a:pt x="7806" y="0"/>
                      <a:pt x="642" y="655"/>
                      <a:pt x="275" y="1981"/>
                    </a:cubicBezTo>
                    <a:cubicBezTo>
                      <a:pt x="1" y="3054"/>
                      <a:pt x="7807" y="24692"/>
                      <a:pt x="10044" y="30809"/>
                    </a:cubicBezTo>
                    <a:lnTo>
                      <a:pt x="27437" y="29371"/>
                    </a:lnTo>
                    <a:lnTo>
                      <a:pt x="27437" y="29371"/>
                    </a:lnTo>
                    <a:cubicBezTo>
                      <a:pt x="27410" y="29329"/>
                      <a:pt x="19169" y="2822"/>
                      <a:pt x="16184" y="361"/>
                    </a:cubicBezTo>
                    <a:cubicBezTo>
                      <a:pt x="15889" y="121"/>
                      <a:pt x="14385" y="0"/>
                      <a:pt x="124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41">
                <a:extLst>
                  <a:ext uri="{FF2B5EF4-FFF2-40B4-BE49-F238E27FC236}">
                    <a16:creationId xmlns:a16="http://schemas.microsoft.com/office/drawing/2014/main" id="{3B884180-229D-4B82-D2DE-EBFDC68FCDC0}"/>
                  </a:ext>
                </a:extLst>
              </p:cNvPr>
              <p:cNvSpPr/>
              <p:nvPr/>
            </p:nvSpPr>
            <p:spPr>
              <a:xfrm>
                <a:off x="456436" y="3492236"/>
                <a:ext cx="305092" cy="56621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17668" extrusionOk="0">
                    <a:moveTo>
                      <a:pt x="8903" y="0"/>
                    </a:moveTo>
                    <a:cubicBezTo>
                      <a:pt x="4817" y="229"/>
                      <a:pt x="457" y="845"/>
                      <a:pt x="161" y="1872"/>
                    </a:cubicBezTo>
                    <a:cubicBezTo>
                      <a:pt x="1" y="2488"/>
                      <a:pt x="2626" y="10158"/>
                      <a:pt x="5251" y="17667"/>
                    </a:cubicBezTo>
                    <a:cubicBezTo>
                      <a:pt x="7739" y="15910"/>
                      <a:pt x="9519" y="11162"/>
                      <a:pt x="9519" y="5524"/>
                    </a:cubicBezTo>
                    <a:cubicBezTo>
                      <a:pt x="9519" y="3538"/>
                      <a:pt x="9291" y="1644"/>
                      <a:pt x="8903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41">
                <a:extLst>
                  <a:ext uri="{FF2B5EF4-FFF2-40B4-BE49-F238E27FC236}">
                    <a16:creationId xmlns:a16="http://schemas.microsoft.com/office/drawing/2014/main" id="{16AED067-B211-482F-174A-FD9AC9D49666}"/>
                  </a:ext>
                </a:extLst>
              </p:cNvPr>
              <p:cNvSpPr/>
              <p:nvPr/>
            </p:nvSpPr>
            <p:spPr>
              <a:xfrm>
                <a:off x="770287" y="4394916"/>
                <a:ext cx="770999" cy="114890"/>
              </a:xfrm>
              <a:custGeom>
                <a:avLst/>
                <a:gdLst/>
                <a:ahLst/>
                <a:cxnLst/>
                <a:rect l="l" t="t" r="r" b="b"/>
                <a:pathLst>
                  <a:path w="24058" h="3585" extrusionOk="0">
                    <a:moveTo>
                      <a:pt x="23921" y="1"/>
                    </a:moveTo>
                    <a:lnTo>
                      <a:pt x="0" y="2123"/>
                    </a:lnTo>
                    <a:lnTo>
                      <a:pt x="137" y="3584"/>
                    </a:lnTo>
                    <a:lnTo>
                      <a:pt x="24058" y="1484"/>
                    </a:lnTo>
                    <a:lnTo>
                      <a:pt x="239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41">
                <a:extLst>
                  <a:ext uri="{FF2B5EF4-FFF2-40B4-BE49-F238E27FC236}">
                    <a16:creationId xmlns:a16="http://schemas.microsoft.com/office/drawing/2014/main" id="{BA372237-585E-3D69-9DC3-412DD88DD5ED}"/>
                  </a:ext>
                </a:extLst>
              </p:cNvPr>
              <p:cNvSpPr/>
              <p:nvPr/>
            </p:nvSpPr>
            <p:spPr>
              <a:xfrm>
                <a:off x="770992" y="4423439"/>
                <a:ext cx="441871" cy="86368"/>
              </a:xfrm>
              <a:custGeom>
                <a:avLst/>
                <a:gdLst/>
                <a:ahLst/>
                <a:cxnLst/>
                <a:rect l="l" t="t" r="r" b="b"/>
                <a:pathLst>
                  <a:path w="13788" h="2695" extrusionOk="0">
                    <a:moveTo>
                      <a:pt x="13673" y="1"/>
                    </a:moveTo>
                    <a:lnTo>
                      <a:pt x="1" y="1211"/>
                    </a:lnTo>
                    <a:lnTo>
                      <a:pt x="138" y="2694"/>
                    </a:lnTo>
                    <a:lnTo>
                      <a:pt x="13787" y="1485"/>
                    </a:lnTo>
                    <a:lnTo>
                      <a:pt x="1367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41">
                <a:extLst>
                  <a:ext uri="{FF2B5EF4-FFF2-40B4-BE49-F238E27FC236}">
                    <a16:creationId xmlns:a16="http://schemas.microsoft.com/office/drawing/2014/main" id="{DF05847B-1960-FD9F-7DF6-176F9197DFD1}"/>
                  </a:ext>
                </a:extLst>
              </p:cNvPr>
              <p:cNvSpPr/>
              <p:nvPr/>
            </p:nvSpPr>
            <p:spPr>
              <a:xfrm>
                <a:off x="772467" y="4484171"/>
                <a:ext cx="49033" cy="683253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21320" extrusionOk="0">
                    <a:moveTo>
                      <a:pt x="1461" y="0"/>
                    </a:moveTo>
                    <a:lnTo>
                      <a:pt x="1" y="137"/>
                    </a:lnTo>
                    <a:lnTo>
                      <a:pt x="662" y="21319"/>
                    </a:lnTo>
                    <a:lnTo>
                      <a:pt x="1530" y="21228"/>
                    </a:lnTo>
                    <a:lnTo>
                      <a:pt x="14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1">
                <a:extLst>
                  <a:ext uri="{FF2B5EF4-FFF2-40B4-BE49-F238E27FC236}">
                    <a16:creationId xmlns:a16="http://schemas.microsoft.com/office/drawing/2014/main" id="{B17B0FBD-1AC2-42D3-0B34-1BF0B694ED4F}"/>
                  </a:ext>
                </a:extLst>
              </p:cNvPr>
              <p:cNvSpPr/>
              <p:nvPr/>
            </p:nvSpPr>
            <p:spPr>
              <a:xfrm>
                <a:off x="1489361" y="4421260"/>
                <a:ext cx="133157" cy="674472"/>
              </a:xfrm>
              <a:custGeom>
                <a:avLst/>
                <a:gdLst/>
                <a:ahLst/>
                <a:cxnLst/>
                <a:rect l="l" t="t" r="r" b="b"/>
                <a:pathLst>
                  <a:path w="4155" h="21046" extrusionOk="0">
                    <a:moveTo>
                      <a:pt x="1461" y="0"/>
                    </a:moveTo>
                    <a:lnTo>
                      <a:pt x="0" y="115"/>
                    </a:lnTo>
                    <a:lnTo>
                      <a:pt x="3310" y="21045"/>
                    </a:lnTo>
                    <a:lnTo>
                      <a:pt x="4155" y="21000"/>
                    </a:lnTo>
                    <a:lnTo>
                      <a:pt x="14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1">
                <a:extLst>
                  <a:ext uri="{FF2B5EF4-FFF2-40B4-BE49-F238E27FC236}">
                    <a16:creationId xmlns:a16="http://schemas.microsoft.com/office/drawing/2014/main" id="{9C9DCFCF-215F-9580-082A-D7F5A27178E0}"/>
                  </a:ext>
                </a:extLst>
              </p:cNvPr>
              <p:cNvSpPr/>
              <p:nvPr/>
            </p:nvSpPr>
            <p:spPr>
              <a:xfrm>
                <a:off x="452782" y="3488743"/>
                <a:ext cx="537693" cy="988121"/>
              </a:xfrm>
              <a:custGeom>
                <a:avLst/>
                <a:gdLst/>
                <a:ahLst/>
                <a:cxnLst/>
                <a:rect l="l" t="t" r="r" b="b"/>
                <a:pathLst>
                  <a:path w="16778" h="30833" extrusionOk="0">
                    <a:moveTo>
                      <a:pt x="12411" y="0"/>
                    </a:moveTo>
                    <a:cubicBezTo>
                      <a:pt x="7806" y="0"/>
                      <a:pt x="642" y="655"/>
                      <a:pt x="275" y="1981"/>
                    </a:cubicBezTo>
                    <a:cubicBezTo>
                      <a:pt x="1" y="3054"/>
                      <a:pt x="7807" y="24692"/>
                      <a:pt x="10044" y="30832"/>
                    </a:cubicBezTo>
                    <a:lnTo>
                      <a:pt x="11414" y="30718"/>
                    </a:lnTo>
                    <a:cubicBezTo>
                      <a:pt x="8811" y="23460"/>
                      <a:pt x="1804" y="3967"/>
                      <a:pt x="2055" y="2963"/>
                    </a:cubicBezTo>
                    <a:cubicBezTo>
                      <a:pt x="2409" y="1604"/>
                      <a:pt x="9542" y="944"/>
                      <a:pt x="14145" y="944"/>
                    </a:cubicBezTo>
                    <a:cubicBezTo>
                      <a:pt x="15189" y="944"/>
                      <a:pt x="16102" y="978"/>
                      <a:pt x="16777" y="1045"/>
                    </a:cubicBezTo>
                    <a:cubicBezTo>
                      <a:pt x="16549" y="726"/>
                      <a:pt x="16344" y="497"/>
                      <a:pt x="16184" y="361"/>
                    </a:cubicBezTo>
                    <a:cubicBezTo>
                      <a:pt x="15889" y="121"/>
                      <a:pt x="14385" y="0"/>
                      <a:pt x="124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8" name="Google Shape;1608;p41">
              <a:extLst>
                <a:ext uri="{FF2B5EF4-FFF2-40B4-BE49-F238E27FC236}">
                  <a16:creationId xmlns:a16="http://schemas.microsoft.com/office/drawing/2014/main" id="{0E53ABC1-BCAF-1EAD-DA87-63DE81342E61}"/>
                </a:ext>
              </a:extLst>
            </p:cNvPr>
            <p:cNvSpPr/>
            <p:nvPr/>
          </p:nvSpPr>
          <p:spPr>
            <a:xfrm>
              <a:off x="295951" y="5028104"/>
              <a:ext cx="2880020" cy="42425"/>
            </a:xfrm>
            <a:custGeom>
              <a:avLst/>
              <a:gdLst/>
              <a:ahLst/>
              <a:cxnLst/>
              <a:rect l="l" t="t" r="r" b="b"/>
              <a:pathLst>
                <a:path w="90389" h="1326" extrusionOk="0">
                  <a:moveTo>
                    <a:pt x="45195" y="1"/>
                  </a:moveTo>
                  <a:cubicBezTo>
                    <a:pt x="20247" y="1"/>
                    <a:pt x="1" y="298"/>
                    <a:pt x="1" y="663"/>
                  </a:cubicBezTo>
                  <a:cubicBezTo>
                    <a:pt x="1" y="1028"/>
                    <a:pt x="20247" y="1325"/>
                    <a:pt x="45195" y="1325"/>
                  </a:cubicBezTo>
                  <a:cubicBezTo>
                    <a:pt x="46040" y="1326"/>
                    <a:pt x="46879" y="1326"/>
                    <a:pt x="47712" y="1326"/>
                  </a:cubicBezTo>
                  <a:cubicBezTo>
                    <a:pt x="71511" y="1326"/>
                    <a:pt x="90389" y="1016"/>
                    <a:pt x="90389" y="663"/>
                  </a:cubicBezTo>
                  <a:cubicBezTo>
                    <a:pt x="90389" y="298"/>
                    <a:pt x="70166" y="1"/>
                    <a:pt x="4519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9" name="Google Shape;1609;p41">
              <a:extLst>
                <a:ext uri="{FF2B5EF4-FFF2-40B4-BE49-F238E27FC236}">
                  <a16:creationId xmlns:a16="http://schemas.microsoft.com/office/drawing/2014/main" id="{622E802A-A8B9-C9E3-0127-CEDCAFF020B6}"/>
                </a:ext>
              </a:extLst>
            </p:cNvPr>
            <p:cNvGrpSpPr/>
            <p:nvPr/>
          </p:nvGrpSpPr>
          <p:grpSpPr>
            <a:xfrm>
              <a:off x="785642" y="2725083"/>
              <a:ext cx="1914413" cy="1594213"/>
              <a:chOff x="785642" y="2746458"/>
              <a:chExt cx="1914413" cy="1594213"/>
            </a:xfrm>
          </p:grpSpPr>
          <p:sp>
            <p:nvSpPr>
              <p:cNvPr id="1610" name="Google Shape;1610;p41">
                <a:extLst>
                  <a:ext uri="{FF2B5EF4-FFF2-40B4-BE49-F238E27FC236}">
                    <a16:creationId xmlns:a16="http://schemas.microsoft.com/office/drawing/2014/main" id="{B60C3FC4-BA85-901C-97B8-536ED327DB34}"/>
                  </a:ext>
                </a:extLst>
              </p:cNvPr>
              <p:cNvSpPr/>
              <p:nvPr/>
            </p:nvSpPr>
            <p:spPr>
              <a:xfrm>
                <a:off x="2345959" y="3167448"/>
                <a:ext cx="245099" cy="140336"/>
              </a:xfrm>
              <a:custGeom>
                <a:avLst/>
                <a:gdLst/>
                <a:ahLst/>
                <a:cxnLst/>
                <a:rect l="l" t="t" r="r" b="b"/>
                <a:pathLst>
                  <a:path w="7648" h="4379" extrusionOk="0">
                    <a:moveTo>
                      <a:pt x="2759" y="0"/>
                    </a:moveTo>
                    <a:cubicBezTo>
                      <a:pt x="1722" y="0"/>
                      <a:pt x="891" y="88"/>
                      <a:pt x="891" y="88"/>
                    </a:cubicBezTo>
                    <a:lnTo>
                      <a:pt x="1" y="3945"/>
                    </a:lnTo>
                    <a:cubicBezTo>
                      <a:pt x="86" y="3927"/>
                      <a:pt x="188" y="3919"/>
                      <a:pt x="306" y="3919"/>
                    </a:cubicBezTo>
                    <a:cubicBezTo>
                      <a:pt x="1206" y="3919"/>
                      <a:pt x="2984" y="4378"/>
                      <a:pt x="4411" y="4378"/>
                    </a:cubicBezTo>
                    <a:cubicBezTo>
                      <a:pt x="4954" y="4378"/>
                      <a:pt x="5447" y="4312"/>
                      <a:pt x="5821" y="4128"/>
                    </a:cubicBezTo>
                    <a:cubicBezTo>
                      <a:pt x="7328" y="3420"/>
                      <a:pt x="7647" y="1571"/>
                      <a:pt x="6232" y="635"/>
                    </a:cubicBezTo>
                    <a:cubicBezTo>
                      <a:pt x="5458" y="119"/>
                      <a:pt x="3969" y="0"/>
                      <a:pt x="2759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41">
                <a:extLst>
                  <a:ext uri="{FF2B5EF4-FFF2-40B4-BE49-F238E27FC236}">
                    <a16:creationId xmlns:a16="http://schemas.microsoft.com/office/drawing/2014/main" id="{1CECA843-8E89-7F50-7E83-A467ECB10B65}"/>
                  </a:ext>
                </a:extLst>
              </p:cNvPr>
              <p:cNvSpPr/>
              <p:nvPr/>
            </p:nvSpPr>
            <p:spPr>
              <a:xfrm>
                <a:off x="2281605" y="3154885"/>
                <a:ext cx="109731" cy="196067"/>
              </a:xfrm>
              <a:custGeom>
                <a:avLst/>
                <a:gdLst/>
                <a:ahLst/>
                <a:cxnLst/>
                <a:rect l="l" t="t" r="r" b="b"/>
                <a:pathLst>
                  <a:path w="3424" h="6118" extrusionOk="0">
                    <a:moveTo>
                      <a:pt x="0" y="0"/>
                    </a:moveTo>
                    <a:lnTo>
                      <a:pt x="0" y="6117"/>
                    </a:lnTo>
                    <a:lnTo>
                      <a:pt x="3310" y="5410"/>
                    </a:lnTo>
                    <a:lnTo>
                      <a:pt x="3424" y="1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41">
                <a:extLst>
                  <a:ext uri="{FF2B5EF4-FFF2-40B4-BE49-F238E27FC236}">
                    <a16:creationId xmlns:a16="http://schemas.microsoft.com/office/drawing/2014/main" id="{881C03DE-7519-35CF-A5C7-6C05DE7329EA}"/>
                  </a:ext>
                </a:extLst>
              </p:cNvPr>
              <p:cNvSpPr/>
              <p:nvPr/>
            </p:nvSpPr>
            <p:spPr>
              <a:xfrm>
                <a:off x="1506927" y="3108062"/>
                <a:ext cx="830255" cy="350407"/>
              </a:xfrm>
              <a:custGeom>
                <a:avLst/>
                <a:gdLst/>
                <a:ahLst/>
                <a:cxnLst/>
                <a:rect l="l" t="t" r="r" b="b"/>
                <a:pathLst>
                  <a:path w="25907" h="10934" extrusionOk="0">
                    <a:moveTo>
                      <a:pt x="0" y="1"/>
                    </a:moveTo>
                    <a:lnTo>
                      <a:pt x="1392" y="10934"/>
                    </a:lnTo>
                    <a:lnTo>
                      <a:pt x="11892" y="10500"/>
                    </a:lnTo>
                    <a:lnTo>
                      <a:pt x="24971" y="9176"/>
                    </a:lnTo>
                    <a:lnTo>
                      <a:pt x="25907" y="959"/>
                    </a:lnTo>
                    <a:lnTo>
                      <a:pt x="25907" y="959"/>
                    </a:lnTo>
                    <a:lnTo>
                      <a:pt x="12417" y="1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41">
                <a:extLst>
                  <a:ext uri="{FF2B5EF4-FFF2-40B4-BE49-F238E27FC236}">
                    <a16:creationId xmlns:a16="http://schemas.microsoft.com/office/drawing/2014/main" id="{6438A8E2-C97F-55C8-DE3B-03B1B724BF18}"/>
                  </a:ext>
                </a:extLst>
              </p:cNvPr>
              <p:cNvSpPr/>
              <p:nvPr/>
            </p:nvSpPr>
            <p:spPr>
              <a:xfrm>
                <a:off x="1506927" y="3108062"/>
                <a:ext cx="830255" cy="350407"/>
              </a:xfrm>
              <a:custGeom>
                <a:avLst/>
                <a:gdLst/>
                <a:ahLst/>
                <a:cxnLst/>
                <a:rect l="l" t="t" r="r" b="b"/>
                <a:pathLst>
                  <a:path w="25907" h="10934" extrusionOk="0">
                    <a:moveTo>
                      <a:pt x="0" y="1"/>
                    </a:moveTo>
                    <a:lnTo>
                      <a:pt x="1392" y="10934"/>
                    </a:lnTo>
                    <a:lnTo>
                      <a:pt x="11892" y="10500"/>
                    </a:lnTo>
                    <a:lnTo>
                      <a:pt x="24971" y="9176"/>
                    </a:lnTo>
                    <a:lnTo>
                      <a:pt x="25907" y="959"/>
                    </a:lnTo>
                    <a:lnTo>
                      <a:pt x="25907" y="959"/>
                    </a:lnTo>
                    <a:lnTo>
                      <a:pt x="12417" y="1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41">
                <a:extLst>
                  <a:ext uri="{FF2B5EF4-FFF2-40B4-BE49-F238E27FC236}">
                    <a16:creationId xmlns:a16="http://schemas.microsoft.com/office/drawing/2014/main" id="{15F45401-7DA2-3529-77CE-D681F328CE76}"/>
                  </a:ext>
                </a:extLst>
              </p:cNvPr>
              <p:cNvSpPr/>
              <p:nvPr/>
            </p:nvSpPr>
            <p:spPr>
              <a:xfrm>
                <a:off x="1506927" y="3108062"/>
                <a:ext cx="830255" cy="198983"/>
              </a:xfrm>
              <a:custGeom>
                <a:avLst/>
                <a:gdLst/>
                <a:ahLst/>
                <a:cxnLst/>
                <a:rect l="l" t="t" r="r" b="b"/>
                <a:pathLst>
                  <a:path w="25907" h="6209" extrusionOk="0">
                    <a:moveTo>
                      <a:pt x="0" y="1"/>
                    </a:moveTo>
                    <a:lnTo>
                      <a:pt x="799" y="6209"/>
                    </a:lnTo>
                    <a:lnTo>
                      <a:pt x="11253" y="4839"/>
                    </a:lnTo>
                    <a:lnTo>
                      <a:pt x="25519" y="4588"/>
                    </a:lnTo>
                    <a:lnTo>
                      <a:pt x="25907" y="959"/>
                    </a:lnTo>
                    <a:lnTo>
                      <a:pt x="12417" y="1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41">
                <a:extLst>
                  <a:ext uri="{FF2B5EF4-FFF2-40B4-BE49-F238E27FC236}">
                    <a16:creationId xmlns:a16="http://schemas.microsoft.com/office/drawing/2014/main" id="{E59B7B0D-7D8C-F754-1828-3D79D8C636BF}"/>
                  </a:ext>
                </a:extLst>
              </p:cNvPr>
              <p:cNvSpPr/>
              <p:nvPr/>
            </p:nvSpPr>
            <p:spPr>
              <a:xfrm>
                <a:off x="1842668" y="3149757"/>
                <a:ext cx="51981" cy="160975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5023" extrusionOk="0">
                    <a:moveTo>
                      <a:pt x="1622" y="1"/>
                    </a:moveTo>
                    <a:cubicBezTo>
                      <a:pt x="252" y="3310"/>
                      <a:pt x="1" y="5022"/>
                      <a:pt x="1" y="5022"/>
                    </a:cubicBezTo>
                    <a:lnTo>
                      <a:pt x="1622" y="4794"/>
                    </a:lnTo>
                    <a:lnTo>
                      <a:pt x="16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41">
                <a:extLst>
                  <a:ext uri="{FF2B5EF4-FFF2-40B4-BE49-F238E27FC236}">
                    <a16:creationId xmlns:a16="http://schemas.microsoft.com/office/drawing/2014/main" id="{CC8025E2-CC26-AEEB-16ED-D3F2634C86CA}"/>
                  </a:ext>
                </a:extLst>
              </p:cNvPr>
              <p:cNvSpPr/>
              <p:nvPr/>
            </p:nvSpPr>
            <p:spPr>
              <a:xfrm>
                <a:off x="1909265" y="3162192"/>
                <a:ext cx="53423" cy="143413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4475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91" y="3036"/>
                      <a:pt x="457" y="4474"/>
                      <a:pt x="457" y="4474"/>
                    </a:cubicBezTo>
                    <a:lnTo>
                      <a:pt x="1666" y="372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41">
                <a:extLst>
                  <a:ext uri="{FF2B5EF4-FFF2-40B4-BE49-F238E27FC236}">
                    <a16:creationId xmlns:a16="http://schemas.microsoft.com/office/drawing/2014/main" id="{56F3E909-BFDD-9B68-5C84-43E489D2958C}"/>
                  </a:ext>
                </a:extLst>
              </p:cNvPr>
              <p:cNvSpPr/>
              <p:nvPr/>
            </p:nvSpPr>
            <p:spPr>
              <a:xfrm>
                <a:off x="2266222" y="3310705"/>
                <a:ext cx="27112" cy="31471"/>
              </a:xfrm>
              <a:custGeom>
                <a:avLst/>
                <a:gdLst/>
                <a:ahLst/>
                <a:cxnLst/>
                <a:rect l="l" t="t" r="r" b="b"/>
                <a:pathLst>
                  <a:path w="846" h="982" extrusionOk="0">
                    <a:moveTo>
                      <a:pt x="412" y="0"/>
                    </a:moveTo>
                    <a:cubicBezTo>
                      <a:pt x="183" y="0"/>
                      <a:pt x="1" y="228"/>
                      <a:pt x="1" y="502"/>
                    </a:cubicBezTo>
                    <a:cubicBezTo>
                      <a:pt x="1" y="753"/>
                      <a:pt x="183" y="982"/>
                      <a:pt x="412" y="982"/>
                    </a:cubicBezTo>
                    <a:cubicBezTo>
                      <a:pt x="663" y="982"/>
                      <a:pt x="845" y="753"/>
                      <a:pt x="845" y="502"/>
                    </a:cubicBezTo>
                    <a:cubicBezTo>
                      <a:pt x="845" y="228"/>
                      <a:pt x="663" y="0"/>
                      <a:pt x="412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41">
                <a:extLst>
                  <a:ext uri="{FF2B5EF4-FFF2-40B4-BE49-F238E27FC236}">
                    <a16:creationId xmlns:a16="http://schemas.microsoft.com/office/drawing/2014/main" id="{C3C153BD-97EB-242E-08B8-08B4142412BD}"/>
                  </a:ext>
                </a:extLst>
              </p:cNvPr>
              <p:cNvSpPr/>
              <p:nvPr/>
            </p:nvSpPr>
            <p:spPr>
              <a:xfrm>
                <a:off x="2223085" y="3321666"/>
                <a:ext cx="18299" cy="20510"/>
              </a:xfrm>
              <a:custGeom>
                <a:avLst/>
                <a:gdLst/>
                <a:ahLst/>
                <a:cxnLst/>
                <a:rect l="l" t="t" r="r" b="b"/>
                <a:pathLst>
                  <a:path w="571" h="640" extrusionOk="0">
                    <a:moveTo>
                      <a:pt x="274" y="0"/>
                    </a:moveTo>
                    <a:cubicBezTo>
                      <a:pt x="114" y="0"/>
                      <a:pt x="0" y="160"/>
                      <a:pt x="0" y="320"/>
                    </a:cubicBezTo>
                    <a:cubicBezTo>
                      <a:pt x="0" y="503"/>
                      <a:pt x="137" y="640"/>
                      <a:pt x="274" y="640"/>
                    </a:cubicBezTo>
                    <a:cubicBezTo>
                      <a:pt x="457" y="640"/>
                      <a:pt x="571" y="503"/>
                      <a:pt x="571" y="320"/>
                    </a:cubicBezTo>
                    <a:cubicBezTo>
                      <a:pt x="571" y="160"/>
                      <a:pt x="434" y="0"/>
                      <a:pt x="274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41">
                <a:extLst>
                  <a:ext uri="{FF2B5EF4-FFF2-40B4-BE49-F238E27FC236}">
                    <a16:creationId xmlns:a16="http://schemas.microsoft.com/office/drawing/2014/main" id="{8E6D3F22-4BE4-3102-0960-EBA006B6F0FC}"/>
                  </a:ext>
                </a:extLst>
              </p:cNvPr>
              <p:cNvSpPr/>
              <p:nvPr/>
            </p:nvSpPr>
            <p:spPr>
              <a:xfrm>
                <a:off x="2542000" y="3199497"/>
                <a:ext cx="76113" cy="80503"/>
              </a:xfrm>
              <a:custGeom>
                <a:avLst/>
                <a:gdLst/>
                <a:ahLst/>
                <a:cxnLst/>
                <a:rect l="l" t="t" r="r" b="b"/>
                <a:pathLst>
                  <a:path w="2375" h="2512" extrusionOk="0">
                    <a:moveTo>
                      <a:pt x="891" y="1"/>
                    </a:moveTo>
                    <a:lnTo>
                      <a:pt x="1" y="1028"/>
                    </a:lnTo>
                    <a:lnTo>
                      <a:pt x="754" y="2511"/>
                    </a:lnTo>
                    <a:cubicBezTo>
                      <a:pt x="1348" y="2146"/>
                      <a:pt x="2375" y="891"/>
                      <a:pt x="2169" y="457"/>
                    </a:cubicBezTo>
                    <a:cubicBezTo>
                      <a:pt x="1964" y="23"/>
                      <a:pt x="891" y="1"/>
                      <a:pt x="891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41">
                <a:extLst>
                  <a:ext uri="{FF2B5EF4-FFF2-40B4-BE49-F238E27FC236}">
                    <a16:creationId xmlns:a16="http://schemas.microsoft.com/office/drawing/2014/main" id="{0387047D-A77E-0699-9766-154BDB5F82AF}"/>
                  </a:ext>
                </a:extLst>
              </p:cNvPr>
              <p:cNvSpPr/>
              <p:nvPr/>
            </p:nvSpPr>
            <p:spPr>
              <a:xfrm>
                <a:off x="2531776" y="3240455"/>
                <a:ext cx="74639" cy="76850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2398" extrusionOk="0">
                    <a:moveTo>
                      <a:pt x="1119" y="1"/>
                    </a:moveTo>
                    <a:lnTo>
                      <a:pt x="0" y="777"/>
                    </a:lnTo>
                    <a:lnTo>
                      <a:pt x="320" y="2398"/>
                    </a:lnTo>
                    <a:cubicBezTo>
                      <a:pt x="1005" y="2192"/>
                      <a:pt x="2329" y="1233"/>
                      <a:pt x="2237" y="777"/>
                    </a:cubicBezTo>
                    <a:cubicBezTo>
                      <a:pt x="2146" y="320"/>
                      <a:pt x="1119" y="1"/>
                      <a:pt x="1119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41">
                <a:extLst>
                  <a:ext uri="{FF2B5EF4-FFF2-40B4-BE49-F238E27FC236}">
                    <a16:creationId xmlns:a16="http://schemas.microsoft.com/office/drawing/2014/main" id="{4E7CB5F0-3F84-E0CA-8533-29BFC06B39FE}"/>
                  </a:ext>
                </a:extLst>
              </p:cNvPr>
              <p:cNvSpPr/>
              <p:nvPr/>
            </p:nvSpPr>
            <p:spPr>
              <a:xfrm>
                <a:off x="2487165" y="3263145"/>
                <a:ext cx="106077" cy="65217"/>
              </a:xfrm>
              <a:custGeom>
                <a:avLst/>
                <a:gdLst/>
                <a:ahLst/>
                <a:cxnLst/>
                <a:rect l="l" t="t" r="r" b="b"/>
                <a:pathLst>
                  <a:path w="3310" h="2035" extrusionOk="0">
                    <a:moveTo>
                      <a:pt x="2397" y="0"/>
                    </a:moveTo>
                    <a:lnTo>
                      <a:pt x="639" y="69"/>
                    </a:lnTo>
                    <a:lnTo>
                      <a:pt x="160" y="1142"/>
                    </a:lnTo>
                    <a:cubicBezTo>
                      <a:pt x="0" y="1575"/>
                      <a:pt x="342" y="2032"/>
                      <a:pt x="822" y="2032"/>
                    </a:cubicBezTo>
                    <a:cubicBezTo>
                      <a:pt x="883" y="2033"/>
                      <a:pt x="945" y="2034"/>
                      <a:pt x="1007" y="2034"/>
                    </a:cubicBezTo>
                    <a:cubicBezTo>
                      <a:pt x="1942" y="2034"/>
                      <a:pt x="2954" y="1872"/>
                      <a:pt x="3104" y="1530"/>
                    </a:cubicBezTo>
                    <a:cubicBezTo>
                      <a:pt x="3310" y="1005"/>
                      <a:pt x="2397" y="0"/>
                      <a:pt x="2397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41">
                <a:extLst>
                  <a:ext uri="{FF2B5EF4-FFF2-40B4-BE49-F238E27FC236}">
                    <a16:creationId xmlns:a16="http://schemas.microsoft.com/office/drawing/2014/main" id="{2FB0C7B7-3391-58A2-06B8-92AFE5C93E0D}"/>
                  </a:ext>
                </a:extLst>
              </p:cNvPr>
              <p:cNvSpPr/>
              <p:nvPr/>
            </p:nvSpPr>
            <p:spPr>
              <a:xfrm>
                <a:off x="2452777" y="3165429"/>
                <a:ext cx="247279" cy="56051"/>
              </a:xfrm>
              <a:custGeom>
                <a:avLst/>
                <a:gdLst/>
                <a:ahLst/>
                <a:cxnLst/>
                <a:rect l="l" t="t" r="r" b="b"/>
                <a:pathLst>
                  <a:path w="7716" h="1749" extrusionOk="0">
                    <a:moveTo>
                      <a:pt x="2266" y="0"/>
                    </a:moveTo>
                    <a:cubicBezTo>
                      <a:pt x="1593" y="0"/>
                      <a:pt x="827" y="39"/>
                      <a:pt x="0" y="151"/>
                    </a:cubicBezTo>
                    <a:lnTo>
                      <a:pt x="2808" y="1748"/>
                    </a:lnTo>
                    <a:cubicBezTo>
                      <a:pt x="2808" y="1748"/>
                      <a:pt x="4474" y="1566"/>
                      <a:pt x="5022" y="1566"/>
                    </a:cubicBezTo>
                    <a:cubicBezTo>
                      <a:pt x="5547" y="1566"/>
                      <a:pt x="7099" y="1497"/>
                      <a:pt x="7418" y="1452"/>
                    </a:cubicBezTo>
                    <a:cubicBezTo>
                      <a:pt x="7692" y="1429"/>
                      <a:pt x="7715" y="493"/>
                      <a:pt x="7510" y="356"/>
                    </a:cubicBezTo>
                    <a:cubicBezTo>
                      <a:pt x="7327" y="196"/>
                      <a:pt x="5456" y="265"/>
                      <a:pt x="4976" y="196"/>
                    </a:cubicBezTo>
                    <a:cubicBezTo>
                      <a:pt x="4653" y="166"/>
                      <a:pt x="3657" y="0"/>
                      <a:pt x="2266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41">
                <a:extLst>
                  <a:ext uri="{FF2B5EF4-FFF2-40B4-BE49-F238E27FC236}">
                    <a16:creationId xmlns:a16="http://schemas.microsoft.com/office/drawing/2014/main" id="{76345395-A076-CC80-1FC2-16C7D862074D}"/>
                  </a:ext>
                </a:extLst>
              </p:cNvPr>
              <p:cNvSpPr/>
              <p:nvPr/>
            </p:nvSpPr>
            <p:spPr>
              <a:xfrm>
                <a:off x="2384001" y="3167608"/>
                <a:ext cx="189497" cy="151713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4734" extrusionOk="0">
                    <a:moveTo>
                      <a:pt x="1678" y="1"/>
                    </a:moveTo>
                    <a:cubicBezTo>
                      <a:pt x="1583" y="1"/>
                      <a:pt x="1488" y="5"/>
                      <a:pt x="1393" y="14"/>
                    </a:cubicBezTo>
                    <a:cubicBezTo>
                      <a:pt x="1" y="197"/>
                      <a:pt x="138" y="3164"/>
                      <a:pt x="1165" y="3461"/>
                    </a:cubicBezTo>
                    <a:cubicBezTo>
                      <a:pt x="1370" y="3529"/>
                      <a:pt x="1606" y="3557"/>
                      <a:pt x="1851" y="3557"/>
                    </a:cubicBezTo>
                    <a:cubicBezTo>
                      <a:pt x="2833" y="3557"/>
                      <a:pt x="3972" y="3118"/>
                      <a:pt x="3972" y="3118"/>
                    </a:cubicBezTo>
                    <a:cubicBezTo>
                      <a:pt x="3972" y="3118"/>
                      <a:pt x="4452" y="3963"/>
                      <a:pt x="4611" y="4442"/>
                    </a:cubicBezTo>
                    <a:cubicBezTo>
                      <a:pt x="4689" y="4645"/>
                      <a:pt x="4905" y="4733"/>
                      <a:pt x="5135" y="4733"/>
                    </a:cubicBezTo>
                    <a:cubicBezTo>
                      <a:pt x="5450" y="4733"/>
                      <a:pt x="5791" y="4569"/>
                      <a:pt x="5844" y="4305"/>
                    </a:cubicBezTo>
                    <a:cubicBezTo>
                      <a:pt x="5912" y="3826"/>
                      <a:pt x="5639" y="2411"/>
                      <a:pt x="5342" y="1954"/>
                    </a:cubicBezTo>
                    <a:cubicBezTo>
                      <a:pt x="5038" y="1564"/>
                      <a:pt x="3459" y="1"/>
                      <a:pt x="1678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41">
                <a:extLst>
                  <a:ext uri="{FF2B5EF4-FFF2-40B4-BE49-F238E27FC236}">
                    <a16:creationId xmlns:a16="http://schemas.microsoft.com/office/drawing/2014/main" id="{E5CC1C31-3F96-7B31-9145-02F9E12C5078}"/>
                  </a:ext>
                </a:extLst>
              </p:cNvPr>
              <p:cNvSpPr/>
              <p:nvPr/>
            </p:nvSpPr>
            <p:spPr>
              <a:xfrm>
                <a:off x="1842668" y="3149757"/>
                <a:ext cx="51981" cy="160975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5023" extrusionOk="0">
                    <a:moveTo>
                      <a:pt x="1622" y="1"/>
                    </a:moveTo>
                    <a:cubicBezTo>
                      <a:pt x="252" y="3310"/>
                      <a:pt x="1" y="5022"/>
                      <a:pt x="1" y="5022"/>
                    </a:cubicBezTo>
                    <a:lnTo>
                      <a:pt x="1622" y="4794"/>
                    </a:lnTo>
                    <a:lnTo>
                      <a:pt x="1622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41">
                <a:extLst>
                  <a:ext uri="{FF2B5EF4-FFF2-40B4-BE49-F238E27FC236}">
                    <a16:creationId xmlns:a16="http://schemas.microsoft.com/office/drawing/2014/main" id="{618BF4FC-FD85-6991-515D-671DF31AAF56}"/>
                  </a:ext>
                </a:extLst>
              </p:cNvPr>
              <p:cNvSpPr/>
              <p:nvPr/>
            </p:nvSpPr>
            <p:spPr>
              <a:xfrm>
                <a:off x="1909265" y="3162192"/>
                <a:ext cx="53423" cy="143413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4475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91" y="3036"/>
                      <a:pt x="457" y="4474"/>
                      <a:pt x="457" y="4474"/>
                    </a:cubicBezTo>
                    <a:lnTo>
                      <a:pt x="1666" y="372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41">
                <a:extLst>
                  <a:ext uri="{FF2B5EF4-FFF2-40B4-BE49-F238E27FC236}">
                    <a16:creationId xmlns:a16="http://schemas.microsoft.com/office/drawing/2014/main" id="{AFADBD2E-2E0E-BC5B-6673-B533FDBF9FE0}"/>
                  </a:ext>
                </a:extLst>
              </p:cNvPr>
              <p:cNvSpPr/>
              <p:nvPr/>
            </p:nvSpPr>
            <p:spPr>
              <a:xfrm>
                <a:off x="1572018" y="3306955"/>
                <a:ext cx="84157" cy="151521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4728" extrusionOk="0">
                    <a:moveTo>
                      <a:pt x="1945" y="1"/>
                    </a:moveTo>
                    <a:cubicBezTo>
                      <a:pt x="1415" y="1"/>
                      <a:pt x="19" y="1208"/>
                      <a:pt x="1" y="3838"/>
                    </a:cubicBezTo>
                    <a:lnTo>
                      <a:pt x="1" y="4545"/>
                    </a:lnTo>
                    <a:lnTo>
                      <a:pt x="23" y="4728"/>
                    </a:lnTo>
                    <a:lnTo>
                      <a:pt x="2625" y="4568"/>
                    </a:lnTo>
                    <a:cubicBezTo>
                      <a:pt x="2283" y="2925"/>
                      <a:pt x="2146" y="1372"/>
                      <a:pt x="2146" y="208"/>
                    </a:cubicBezTo>
                    <a:cubicBezTo>
                      <a:pt x="2151" y="71"/>
                      <a:pt x="2073" y="1"/>
                      <a:pt x="1945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41">
                <a:extLst>
                  <a:ext uri="{FF2B5EF4-FFF2-40B4-BE49-F238E27FC236}">
                    <a16:creationId xmlns:a16="http://schemas.microsoft.com/office/drawing/2014/main" id="{4F0C860F-A0FC-1C95-D548-E67364AA9E45}"/>
                  </a:ext>
                </a:extLst>
              </p:cNvPr>
              <p:cNvSpPr/>
              <p:nvPr/>
            </p:nvSpPr>
            <p:spPr>
              <a:xfrm>
                <a:off x="785642" y="3109536"/>
                <a:ext cx="884415" cy="1208447"/>
              </a:xfrm>
              <a:custGeom>
                <a:avLst/>
                <a:gdLst/>
                <a:ahLst/>
                <a:cxnLst/>
                <a:rect l="l" t="t" r="r" b="b"/>
                <a:pathLst>
                  <a:path w="27597" h="37708" extrusionOk="0">
                    <a:moveTo>
                      <a:pt x="22689" y="0"/>
                    </a:moveTo>
                    <a:lnTo>
                      <a:pt x="16777" y="228"/>
                    </a:lnTo>
                    <a:lnTo>
                      <a:pt x="12189" y="320"/>
                    </a:lnTo>
                    <a:cubicBezTo>
                      <a:pt x="12189" y="320"/>
                      <a:pt x="6277" y="4314"/>
                      <a:pt x="3127" y="17553"/>
                    </a:cubicBezTo>
                    <a:cubicBezTo>
                      <a:pt x="0" y="30791"/>
                      <a:pt x="7807" y="37707"/>
                      <a:pt x="7807" y="37707"/>
                    </a:cubicBezTo>
                    <a:cubicBezTo>
                      <a:pt x="7807" y="37707"/>
                      <a:pt x="16663" y="35653"/>
                      <a:pt x="23305" y="29673"/>
                    </a:cubicBezTo>
                    <a:lnTo>
                      <a:pt x="25496" y="24834"/>
                    </a:lnTo>
                    <a:cubicBezTo>
                      <a:pt x="23214" y="15019"/>
                      <a:pt x="27596" y="3378"/>
                      <a:pt x="27596" y="3378"/>
                    </a:cubicBezTo>
                    <a:lnTo>
                      <a:pt x="226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41">
                <a:extLst>
                  <a:ext uri="{FF2B5EF4-FFF2-40B4-BE49-F238E27FC236}">
                    <a16:creationId xmlns:a16="http://schemas.microsoft.com/office/drawing/2014/main" id="{9B019778-DFB5-125F-6273-E5C163C2BB44}"/>
                  </a:ext>
                </a:extLst>
              </p:cNvPr>
              <p:cNvSpPr/>
              <p:nvPr/>
            </p:nvSpPr>
            <p:spPr>
              <a:xfrm>
                <a:off x="786380" y="3119760"/>
                <a:ext cx="750520" cy="1198224"/>
              </a:xfrm>
              <a:custGeom>
                <a:avLst/>
                <a:gdLst/>
                <a:ahLst/>
                <a:cxnLst/>
                <a:rect l="l" t="t" r="r" b="b"/>
                <a:pathLst>
                  <a:path w="23419" h="37389" extrusionOk="0">
                    <a:moveTo>
                      <a:pt x="12166" y="1"/>
                    </a:moveTo>
                    <a:cubicBezTo>
                      <a:pt x="12006" y="115"/>
                      <a:pt x="6232" y="4132"/>
                      <a:pt x="3150" y="17234"/>
                    </a:cubicBezTo>
                    <a:cubicBezTo>
                      <a:pt x="0" y="30472"/>
                      <a:pt x="7829" y="37388"/>
                      <a:pt x="7829" y="37388"/>
                    </a:cubicBezTo>
                    <a:cubicBezTo>
                      <a:pt x="7829" y="37388"/>
                      <a:pt x="16800" y="35266"/>
                      <a:pt x="23419" y="29354"/>
                    </a:cubicBezTo>
                    <a:cubicBezTo>
                      <a:pt x="19379" y="26820"/>
                      <a:pt x="15202" y="23807"/>
                      <a:pt x="14220" y="16846"/>
                    </a:cubicBezTo>
                    <a:cubicBezTo>
                      <a:pt x="13353" y="10751"/>
                      <a:pt x="9769" y="3721"/>
                      <a:pt x="12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41">
                <a:extLst>
                  <a:ext uri="{FF2B5EF4-FFF2-40B4-BE49-F238E27FC236}">
                    <a16:creationId xmlns:a16="http://schemas.microsoft.com/office/drawing/2014/main" id="{6F77C624-3551-151B-AE07-3B419E4999F2}"/>
                  </a:ext>
                </a:extLst>
              </p:cNvPr>
              <p:cNvSpPr/>
              <p:nvPr/>
            </p:nvSpPr>
            <p:spPr>
              <a:xfrm>
                <a:off x="1027032" y="4029779"/>
                <a:ext cx="557434" cy="310893"/>
              </a:xfrm>
              <a:custGeom>
                <a:avLst/>
                <a:gdLst/>
                <a:ahLst/>
                <a:cxnLst/>
                <a:rect l="l" t="t" r="r" b="b"/>
                <a:pathLst>
                  <a:path w="17394" h="9701" extrusionOk="0">
                    <a:moveTo>
                      <a:pt x="1" y="0"/>
                    </a:moveTo>
                    <a:lnTo>
                      <a:pt x="1" y="6505"/>
                    </a:lnTo>
                    <a:cubicBezTo>
                      <a:pt x="1" y="8263"/>
                      <a:pt x="1416" y="9701"/>
                      <a:pt x="3196" y="9701"/>
                    </a:cubicBezTo>
                    <a:lnTo>
                      <a:pt x="17394" y="9701"/>
                    </a:lnTo>
                    <a:lnTo>
                      <a:pt x="173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41">
                <a:extLst>
                  <a:ext uri="{FF2B5EF4-FFF2-40B4-BE49-F238E27FC236}">
                    <a16:creationId xmlns:a16="http://schemas.microsoft.com/office/drawing/2014/main" id="{4F3AA892-B0FE-4889-6809-0864EC57EB4A}"/>
                  </a:ext>
                </a:extLst>
              </p:cNvPr>
              <p:cNvSpPr/>
              <p:nvPr/>
            </p:nvSpPr>
            <p:spPr>
              <a:xfrm>
                <a:off x="785642" y="3109536"/>
                <a:ext cx="884415" cy="1208447"/>
              </a:xfrm>
              <a:custGeom>
                <a:avLst/>
                <a:gdLst/>
                <a:ahLst/>
                <a:cxnLst/>
                <a:rect l="l" t="t" r="r" b="b"/>
                <a:pathLst>
                  <a:path w="27597" h="37708" extrusionOk="0">
                    <a:moveTo>
                      <a:pt x="22689" y="0"/>
                    </a:moveTo>
                    <a:lnTo>
                      <a:pt x="16777" y="228"/>
                    </a:lnTo>
                    <a:lnTo>
                      <a:pt x="12189" y="320"/>
                    </a:lnTo>
                    <a:cubicBezTo>
                      <a:pt x="12189" y="320"/>
                      <a:pt x="6277" y="4314"/>
                      <a:pt x="3127" y="17553"/>
                    </a:cubicBezTo>
                    <a:cubicBezTo>
                      <a:pt x="0" y="30791"/>
                      <a:pt x="7807" y="37707"/>
                      <a:pt x="7807" y="37707"/>
                    </a:cubicBezTo>
                    <a:cubicBezTo>
                      <a:pt x="7807" y="37707"/>
                      <a:pt x="16663" y="35653"/>
                      <a:pt x="23305" y="29673"/>
                    </a:cubicBezTo>
                    <a:lnTo>
                      <a:pt x="25496" y="24834"/>
                    </a:lnTo>
                    <a:cubicBezTo>
                      <a:pt x="23214" y="15019"/>
                      <a:pt x="27596" y="3378"/>
                      <a:pt x="27596" y="3378"/>
                    </a:cubicBezTo>
                    <a:lnTo>
                      <a:pt x="22689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41">
                <a:extLst>
                  <a:ext uri="{FF2B5EF4-FFF2-40B4-BE49-F238E27FC236}">
                    <a16:creationId xmlns:a16="http://schemas.microsoft.com/office/drawing/2014/main" id="{3E3C8040-0158-9899-AD73-EE44E1DA0F3F}"/>
                  </a:ext>
                </a:extLst>
              </p:cNvPr>
              <p:cNvSpPr/>
              <p:nvPr/>
            </p:nvSpPr>
            <p:spPr>
              <a:xfrm>
                <a:off x="1214324" y="3109536"/>
                <a:ext cx="456453" cy="516702"/>
              </a:xfrm>
              <a:custGeom>
                <a:avLst/>
                <a:gdLst/>
                <a:ahLst/>
                <a:cxnLst/>
                <a:rect l="l" t="t" r="r" b="b"/>
                <a:pathLst>
                  <a:path w="14243" h="16123" extrusionOk="0">
                    <a:moveTo>
                      <a:pt x="9336" y="0"/>
                    </a:moveTo>
                    <a:lnTo>
                      <a:pt x="3424" y="228"/>
                    </a:lnTo>
                    <a:lnTo>
                      <a:pt x="2260" y="274"/>
                    </a:lnTo>
                    <a:cubicBezTo>
                      <a:pt x="639" y="3355"/>
                      <a:pt x="0" y="6734"/>
                      <a:pt x="867" y="9222"/>
                    </a:cubicBezTo>
                    <a:cubicBezTo>
                      <a:pt x="1805" y="12034"/>
                      <a:pt x="4620" y="16123"/>
                      <a:pt x="6865" y="16123"/>
                    </a:cubicBezTo>
                    <a:cubicBezTo>
                      <a:pt x="7682" y="16123"/>
                      <a:pt x="8423" y="15582"/>
                      <a:pt x="8970" y="14243"/>
                    </a:cubicBezTo>
                    <a:cubicBezTo>
                      <a:pt x="10226" y="11139"/>
                      <a:pt x="12645" y="7144"/>
                      <a:pt x="13467" y="5752"/>
                    </a:cubicBezTo>
                    <a:cubicBezTo>
                      <a:pt x="13901" y="4268"/>
                      <a:pt x="14243" y="3378"/>
                      <a:pt x="14243" y="3378"/>
                    </a:cubicBezTo>
                    <a:lnTo>
                      <a:pt x="9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41">
                <a:extLst>
                  <a:ext uri="{FF2B5EF4-FFF2-40B4-BE49-F238E27FC236}">
                    <a16:creationId xmlns:a16="http://schemas.microsoft.com/office/drawing/2014/main" id="{48D9E587-B08F-0BF7-F250-B75E2D7AC276}"/>
                  </a:ext>
                </a:extLst>
              </p:cNvPr>
              <p:cNvSpPr/>
              <p:nvPr/>
            </p:nvSpPr>
            <p:spPr>
              <a:xfrm>
                <a:off x="1236245" y="3108062"/>
                <a:ext cx="476258" cy="190234"/>
              </a:xfrm>
              <a:custGeom>
                <a:avLst/>
                <a:gdLst/>
                <a:ahLst/>
                <a:cxnLst/>
                <a:rect l="l" t="t" r="r" b="b"/>
                <a:pathLst>
                  <a:path w="14861" h="5936" extrusionOk="0">
                    <a:moveTo>
                      <a:pt x="8469" y="1"/>
                    </a:moveTo>
                    <a:lnTo>
                      <a:pt x="8469" y="46"/>
                    </a:lnTo>
                    <a:lnTo>
                      <a:pt x="2740" y="274"/>
                    </a:lnTo>
                    <a:lnTo>
                      <a:pt x="1576" y="320"/>
                    </a:lnTo>
                    <a:cubicBezTo>
                      <a:pt x="800" y="1758"/>
                      <a:pt x="275" y="3287"/>
                      <a:pt x="1" y="4725"/>
                    </a:cubicBezTo>
                    <a:cubicBezTo>
                      <a:pt x="1576" y="5479"/>
                      <a:pt x="3539" y="5935"/>
                      <a:pt x="5707" y="5935"/>
                    </a:cubicBezTo>
                    <a:cubicBezTo>
                      <a:pt x="10592" y="5935"/>
                      <a:pt x="14563" y="3584"/>
                      <a:pt x="14860" y="617"/>
                    </a:cubicBezTo>
                    <a:lnTo>
                      <a:pt x="8469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41">
                <a:extLst>
                  <a:ext uri="{FF2B5EF4-FFF2-40B4-BE49-F238E27FC236}">
                    <a16:creationId xmlns:a16="http://schemas.microsoft.com/office/drawing/2014/main" id="{814A16BD-CAE6-F1BE-C05F-719E161CEBB5}"/>
                  </a:ext>
                </a:extLst>
              </p:cNvPr>
              <p:cNvSpPr/>
              <p:nvPr/>
            </p:nvSpPr>
            <p:spPr>
              <a:xfrm>
                <a:off x="1290375" y="3109536"/>
                <a:ext cx="278012" cy="844900"/>
              </a:xfrm>
              <a:custGeom>
                <a:avLst/>
                <a:gdLst/>
                <a:ahLst/>
                <a:cxnLst/>
                <a:rect l="l" t="t" r="r" b="b"/>
                <a:pathLst>
                  <a:path w="8675" h="26364" extrusionOk="0">
                    <a:moveTo>
                      <a:pt x="6666" y="0"/>
                    </a:moveTo>
                    <a:lnTo>
                      <a:pt x="549" y="297"/>
                    </a:lnTo>
                    <a:lnTo>
                      <a:pt x="1" y="1096"/>
                    </a:lnTo>
                    <a:cubicBezTo>
                      <a:pt x="1644" y="7350"/>
                      <a:pt x="4680" y="17096"/>
                      <a:pt x="3767" y="26363"/>
                    </a:cubicBezTo>
                    <a:lnTo>
                      <a:pt x="6346" y="25793"/>
                    </a:lnTo>
                    <a:cubicBezTo>
                      <a:pt x="6346" y="25793"/>
                      <a:pt x="5981" y="10431"/>
                      <a:pt x="8378" y="5296"/>
                    </a:cubicBezTo>
                    <a:cubicBezTo>
                      <a:pt x="8355" y="5250"/>
                      <a:pt x="8674" y="731"/>
                      <a:pt x="66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41">
                <a:extLst>
                  <a:ext uri="{FF2B5EF4-FFF2-40B4-BE49-F238E27FC236}">
                    <a16:creationId xmlns:a16="http://schemas.microsoft.com/office/drawing/2014/main" id="{18A8BDB2-FD45-F134-43EE-C420B2367CBE}"/>
                  </a:ext>
                </a:extLst>
              </p:cNvPr>
              <p:cNvSpPr/>
              <p:nvPr/>
            </p:nvSpPr>
            <p:spPr>
              <a:xfrm>
                <a:off x="1290375" y="3109536"/>
                <a:ext cx="272147" cy="192253"/>
              </a:xfrm>
              <a:custGeom>
                <a:avLst/>
                <a:gdLst/>
                <a:ahLst/>
                <a:cxnLst/>
                <a:rect l="l" t="t" r="r" b="b"/>
                <a:pathLst>
                  <a:path w="8492" h="5999" extrusionOk="0">
                    <a:moveTo>
                      <a:pt x="6666" y="0"/>
                    </a:moveTo>
                    <a:lnTo>
                      <a:pt x="549" y="297"/>
                    </a:lnTo>
                    <a:lnTo>
                      <a:pt x="1" y="1096"/>
                    </a:lnTo>
                    <a:cubicBezTo>
                      <a:pt x="366" y="2465"/>
                      <a:pt x="800" y="3995"/>
                      <a:pt x="1233" y="5661"/>
                    </a:cubicBezTo>
                    <a:cubicBezTo>
                      <a:pt x="2329" y="5889"/>
                      <a:pt x="3391" y="5999"/>
                      <a:pt x="4378" y="5999"/>
                    </a:cubicBezTo>
                    <a:cubicBezTo>
                      <a:pt x="5961" y="5999"/>
                      <a:pt x="7351" y="5716"/>
                      <a:pt x="8378" y="5181"/>
                    </a:cubicBezTo>
                    <a:cubicBezTo>
                      <a:pt x="8378" y="4497"/>
                      <a:pt x="8492" y="662"/>
                      <a:pt x="666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41">
                <a:extLst>
                  <a:ext uri="{FF2B5EF4-FFF2-40B4-BE49-F238E27FC236}">
                    <a16:creationId xmlns:a16="http://schemas.microsoft.com/office/drawing/2014/main" id="{363BFC29-A75C-E282-65D4-0DA2DB8E5431}"/>
                  </a:ext>
                </a:extLst>
              </p:cNvPr>
              <p:cNvSpPr/>
              <p:nvPr/>
            </p:nvSpPr>
            <p:spPr>
              <a:xfrm>
                <a:off x="1440363" y="3225103"/>
                <a:ext cx="81208" cy="613742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19151" extrusionOk="0">
                    <a:moveTo>
                      <a:pt x="1187" y="1"/>
                    </a:moveTo>
                    <a:lnTo>
                      <a:pt x="936" y="434"/>
                    </a:lnTo>
                    <a:cubicBezTo>
                      <a:pt x="936" y="434"/>
                      <a:pt x="959" y="6483"/>
                      <a:pt x="479" y="8720"/>
                    </a:cubicBezTo>
                    <a:cubicBezTo>
                      <a:pt x="0" y="10979"/>
                      <a:pt x="274" y="17211"/>
                      <a:pt x="1575" y="19151"/>
                    </a:cubicBezTo>
                    <a:lnTo>
                      <a:pt x="2534" y="16686"/>
                    </a:lnTo>
                    <a:cubicBezTo>
                      <a:pt x="1689" y="14883"/>
                      <a:pt x="1758" y="10957"/>
                      <a:pt x="1803" y="8834"/>
                    </a:cubicBezTo>
                    <a:cubicBezTo>
                      <a:pt x="1826" y="6734"/>
                      <a:pt x="1392" y="343"/>
                      <a:pt x="1392" y="343"/>
                    </a:cubicBez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41">
                <a:extLst>
                  <a:ext uri="{FF2B5EF4-FFF2-40B4-BE49-F238E27FC236}">
                    <a16:creationId xmlns:a16="http://schemas.microsoft.com/office/drawing/2014/main" id="{E40F9D32-7DFC-DAA8-BDA3-2401F2B02F4C}"/>
                  </a:ext>
                </a:extLst>
              </p:cNvPr>
              <p:cNvSpPr/>
              <p:nvPr/>
            </p:nvSpPr>
            <p:spPr>
              <a:xfrm>
                <a:off x="1272108" y="2746458"/>
                <a:ext cx="340889" cy="338934"/>
              </a:xfrm>
              <a:custGeom>
                <a:avLst/>
                <a:gdLst/>
                <a:ahLst/>
                <a:cxnLst/>
                <a:rect l="l" t="t" r="r" b="b"/>
                <a:pathLst>
                  <a:path w="10637" h="10576" extrusionOk="0">
                    <a:moveTo>
                      <a:pt x="6696" y="1"/>
                    </a:moveTo>
                    <a:cubicBezTo>
                      <a:pt x="5528" y="1"/>
                      <a:pt x="4542" y="1218"/>
                      <a:pt x="4542" y="1218"/>
                    </a:cubicBezTo>
                    <a:cubicBezTo>
                      <a:pt x="4542" y="1218"/>
                      <a:pt x="2283" y="1218"/>
                      <a:pt x="1598" y="2382"/>
                    </a:cubicBezTo>
                    <a:cubicBezTo>
                      <a:pt x="913" y="3546"/>
                      <a:pt x="1689" y="4664"/>
                      <a:pt x="1689" y="4664"/>
                    </a:cubicBezTo>
                    <a:cubicBezTo>
                      <a:pt x="1689" y="4664"/>
                      <a:pt x="685" y="4801"/>
                      <a:pt x="343" y="6125"/>
                    </a:cubicBezTo>
                    <a:cubicBezTo>
                      <a:pt x="0" y="7426"/>
                      <a:pt x="1301" y="8316"/>
                      <a:pt x="1301" y="8316"/>
                    </a:cubicBezTo>
                    <a:cubicBezTo>
                      <a:pt x="571" y="9115"/>
                      <a:pt x="1415" y="10142"/>
                      <a:pt x="2831" y="10576"/>
                    </a:cubicBezTo>
                    <a:lnTo>
                      <a:pt x="10157" y="2838"/>
                    </a:lnTo>
                    <a:cubicBezTo>
                      <a:pt x="10180" y="2815"/>
                      <a:pt x="10637" y="1492"/>
                      <a:pt x="9929" y="898"/>
                    </a:cubicBezTo>
                    <a:cubicBezTo>
                      <a:pt x="9721" y="711"/>
                      <a:pt x="9484" y="646"/>
                      <a:pt x="9255" y="646"/>
                    </a:cubicBezTo>
                    <a:cubicBezTo>
                      <a:pt x="8728" y="646"/>
                      <a:pt x="8240" y="989"/>
                      <a:pt x="8240" y="989"/>
                    </a:cubicBezTo>
                    <a:cubicBezTo>
                      <a:pt x="8240" y="989"/>
                      <a:pt x="8080" y="122"/>
                      <a:pt x="6848" y="8"/>
                    </a:cubicBezTo>
                    <a:cubicBezTo>
                      <a:pt x="6797" y="3"/>
                      <a:pt x="6746" y="1"/>
                      <a:pt x="66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41">
                <a:extLst>
                  <a:ext uri="{FF2B5EF4-FFF2-40B4-BE49-F238E27FC236}">
                    <a16:creationId xmlns:a16="http://schemas.microsoft.com/office/drawing/2014/main" id="{E716DA65-8482-04F0-6038-B059E3E081A5}"/>
                  </a:ext>
                </a:extLst>
              </p:cNvPr>
              <p:cNvSpPr/>
              <p:nvPr/>
            </p:nvSpPr>
            <p:spPr>
              <a:xfrm>
                <a:off x="1272108" y="2786936"/>
                <a:ext cx="266283" cy="297016"/>
              </a:xfrm>
              <a:custGeom>
                <a:avLst/>
                <a:gdLst/>
                <a:ahLst/>
                <a:cxnLst/>
                <a:rect l="l" t="t" r="r" b="b"/>
                <a:pathLst>
                  <a:path w="8309" h="9268" extrusionOk="0">
                    <a:moveTo>
                      <a:pt x="3698" y="0"/>
                    </a:moveTo>
                    <a:cubicBezTo>
                      <a:pt x="2990" y="114"/>
                      <a:pt x="2009" y="388"/>
                      <a:pt x="1598" y="1096"/>
                    </a:cubicBezTo>
                    <a:cubicBezTo>
                      <a:pt x="913" y="2260"/>
                      <a:pt x="1689" y="3378"/>
                      <a:pt x="1689" y="3378"/>
                    </a:cubicBezTo>
                    <a:cubicBezTo>
                      <a:pt x="1689" y="3378"/>
                      <a:pt x="685" y="3515"/>
                      <a:pt x="343" y="4816"/>
                    </a:cubicBezTo>
                    <a:cubicBezTo>
                      <a:pt x="0" y="6140"/>
                      <a:pt x="1301" y="7030"/>
                      <a:pt x="1301" y="7030"/>
                    </a:cubicBezTo>
                    <a:cubicBezTo>
                      <a:pt x="571" y="7829"/>
                      <a:pt x="1415" y="8856"/>
                      <a:pt x="2831" y="9267"/>
                    </a:cubicBezTo>
                    <a:lnTo>
                      <a:pt x="8309" y="3470"/>
                    </a:lnTo>
                    <a:cubicBezTo>
                      <a:pt x="7190" y="3173"/>
                      <a:pt x="6209" y="1758"/>
                      <a:pt x="6209" y="1758"/>
                    </a:cubicBezTo>
                    <a:cubicBezTo>
                      <a:pt x="6209" y="1758"/>
                      <a:pt x="4497" y="1621"/>
                      <a:pt x="3926" y="548"/>
                    </a:cubicBezTo>
                    <a:cubicBezTo>
                      <a:pt x="3812" y="343"/>
                      <a:pt x="3766" y="160"/>
                      <a:pt x="36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41">
                <a:extLst>
                  <a:ext uri="{FF2B5EF4-FFF2-40B4-BE49-F238E27FC236}">
                    <a16:creationId xmlns:a16="http://schemas.microsoft.com/office/drawing/2014/main" id="{CFFED195-D38A-074C-D138-8F0475C31650}"/>
                  </a:ext>
                </a:extLst>
              </p:cNvPr>
              <p:cNvSpPr/>
              <p:nvPr/>
            </p:nvSpPr>
            <p:spPr>
              <a:xfrm>
                <a:off x="1272108" y="2786936"/>
                <a:ext cx="266283" cy="297016"/>
              </a:xfrm>
              <a:custGeom>
                <a:avLst/>
                <a:gdLst/>
                <a:ahLst/>
                <a:cxnLst/>
                <a:rect l="l" t="t" r="r" b="b"/>
                <a:pathLst>
                  <a:path w="8309" h="9268" extrusionOk="0">
                    <a:moveTo>
                      <a:pt x="3698" y="0"/>
                    </a:moveTo>
                    <a:cubicBezTo>
                      <a:pt x="2990" y="114"/>
                      <a:pt x="2009" y="388"/>
                      <a:pt x="1598" y="1096"/>
                    </a:cubicBezTo>
                    <a:cubicBezTo>
                      <a:pt x="913" y="2260"/>
                      <a:pt x="1689" y="3378"/>
                      <a:pt x="1689" y="3378"/>
                    </a:cubicBezTo>
                    <a:cubicBezTo>
                      <a:pt x="1689" y="3378"/>
                      <a:pt x="685" y="3515"/>
                      <a:pt x="343" y="4816"/>
                    </a:cubicBezTo>
                    <a:cubicBezTo>
                      <a:pt x="0" y="6140"/>
                      <a:pt x="1301" y="7030"/>
                      <a:pt x="1301" y="7030"/>
                    </a:cubicBezTo>
                    <a:cubicBezTo>
                      <a:pt x="571" y="7829"/>
                      <a:pt x="1415" y="8856"/>
                      <a:pt x="2831" y="9267"/>
                    </a:cubicBezTo>
                    <a:lnTo>
                      <a:pt x="8309" y="3470"/>
                    </a:lnTo>
                    <a:cubicBezTo>
                      <a:pt x="7190" y="3173"/>
                      <a:pt x="6209" y="1758"/>
                      <a:pt x="6209" y="1758"/>
                    </a:cubicBezTo>
                    <a:cubicBezTo>
                      <a:pt x="6209" y="1758"/>
                      <a:pt x="4497" y="1621"/>
                      <a:pt x="3926" y="548"/>
                    </a:cubicBezTo>
                    <a:cubicBezTo>
                      <a:pt x="3812" y="343"/>
                      <a:pt x="3766" y="160"/>
                      <a:pt x="3698" y="0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41">
                <a:extLst>
                  <a:ext uri="{FF2B5EF4-FFF2-40B4-BE49-F238E27FC236}">
                    <a16:creationId xmlns:a16="http://schemas.microsoft.com/office/drawing/2014/main" id="{8C6B6484-ACF2-2857-2551-C43A243B347F}"/>
                  </a:ext>
                </a:extLst>
              </p:cNvPr>
              <p:cNvSpPr/>
              <p:nvPr/>
            </p:nvSpPr>
            <p:spPr>
              <a:xfrm>
                <a:off x="1335019" y="2991021"/>
                <a:ext cx="259713" cy="245804"/>
              </a:xfrm>
              <a:custGeom>
                <a:avLst/>
                <a:gdLst/>
                <a:ahLst/>
                <a:cxnLst/>
                <a:rect l="l" t="t" r="r" b="b"/>
                <a:pathLst>
                  <a:path w="8104" h="7670" extrusionOk="0">
                    <a:moveTo>
                      <a:pt x="2146" y="0"/>
                    </a:moveTo>
                    <a:cubicBezTo>
                      <a:pt x="2054" y="0"/>
                      <a:pt x="0" y="4109"/>
                      <a:pt x="0" y="4109"/>
                    </a:cubicBezTo>
                    <a:lnTo>
                      <a:pt x="4246" y="7670"/>
                    </a:lnTo>
                    <a:lnTo>
                      <a:pt x="6711" y="5935"/>
                    </a:lnTo>
                    <a:lnTo>
                      <a:pt x="8103" y="1644"/>
                    </a:lnTo>
                    <a:cubicBezTo>
                      <a:pt x="8103" y="1644"/>
                      <a:pt x="2237" y="0"/>
                      <a:pt x="2146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41">
                <a:extLst>
                  <a:ext uri="{FF2B5EF4-FFF2-40B4-BE49-F238E27FC236}">
                    <a16:creationId xmlns:a16="http://schemas.microsoft.com/office/drawing/2014/main" id="{18100F68-A24D-2EE6-8677-07736167FFD1}"/>
                  </a:ext>
                </a:extLst>
              </p:cNvPr>
              <p:cNvSpPr/>
              <p:nvPr/>
            </p:nvSpPr>
            <p:spPr>
              <a:xfrm>
                <a:off x="1335756" y="2991021"/>
                <a:ext cx="259681" cy="202668"/>
              </a:xfrm>
              <a:custGeom>
                <a:avLst/>
                <a:gdLst/>
                <a:ahLst/>
                <a:cxnLst/>
                <a:rect l="l" t="t" r="r" b="b"/>
                <a:pathLst>
                  <a:path w="8103" h="6324" extrusionOk="0">
                    <a:moveTo>
                      <a:pt x="2146" y="0"/>
                    </a:moveTo>
                    <a:cubicBezTo>
                      <a:pt x="2077" y="0"/>
                      <a:pt x="0" y="4109"/>
                      <a:pt x="0" y="4109"/>
                    </a:cubicBezTo>
                    <a:lnTo>
                      <a:pt x="2671" y="6323"/>
                    </a:lnTo>
                    <a:cubicBezTo>
                      <a:pt x="3424" y="5730"/>
                      <a:pt x="4770" y="5296"/>
                      <a:pt x="6345" y="5296"/>
                    </a:cubicBezTo>
                    <a:cubicBezTo>
                      <a:pt x="6551" y="5296"/>
                      <a:pt x="6711" y="5296"/>
                      <a:pt x="6916" y="5342"/>
                    </a:cubicBezTo>
                    <a:lnTo>
                      <a:pt x="8103" y="1644"/>
                    </a:lnTo>
                    <a:cubicBezTo>
                      <a:pt x="8103" y="1644"/>
                      <a:pt x="2214" y="0"/>
                      <a:pt x="2146" y="0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41">
                <a:extLst>
                  <a:ext uri="{FF2B5EF4-FFF2-40B4-BE49-F238E27FC236}">
                    <a16:creationId xmlns:a16="http://schemas.microsoft.com/office/drawing/2014/main" id="{0212FED7-84A8-0724-64E4-3240AFB7690E}"/>
                  </a:ext>
                </a:extLst>
              </p:cNvPr>
              <p:cNvSpPr/>
              <p:nvPr/>
            </p:nvSpPr>
            <p:spPr>
              <a:xfrm>
                <a:off x="1305022" y="3086846"/>
                <a:ext cx="179979" cy="190234"/>
              </a:xfrm>
              <a:custGeom>
                <a:avLst/>
                <a:gdLst/>
                <a:ahLst/>
                <a:cxnLst/>
                <a:rect l="l" t="t" r="r" b="b"/>
                <a:pathLst>
                  <a:path w="5616" h="5936" extrusionOk="0">
                    <a:moveTo>
                      <a:pt x="1507" y="1"/>
                    </a:moveTo>
                    <a:cubicBezTo>
                      <a:pt x="1370" y="23"/>
                      <a:pt x="0" y="685"/>
                      <a:pt x="0" y="891"/>
                    </a:cubicBezTo>
                    <a:cubicBezTo>
                      <a:pt x="0" y="1233"/>
                      <a:pt x="3059" y="5935"/>
                      <a:pt x="3059" y="5935"/>
                    </a:cubicBezTo>
                    <a:cubicBezTo>
                      <a:pt x="3059" y="5935"/>
                      <a:pt x="5615" y="4337"/>
                      <a:pt x="5593" y="4223"/>
                    </a:cubicBezTo>
                    <a:cubicBezTo>
                      <a:pt x="5547" y="4109"/>
                      <a:pt x="3401" y="3767"/>
                      <a:pt x="15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41">
                <a:extLst>
                  <a:ext uri="{FF2B5EF4-FFF2-40B4-BE49-F238E27FC236}">
                    <a16:creationId xmlns:a16="http://schemas.microsoft.com/office/drawing/2014/main" id="{58B0592E-AF58-BD23-08B2-F948E8E612FB}"/>
                  </a:ext>
                </a:extLst>
              </p:cNvPr>
              <p:cNvSpPr/>
              <p:nvPr/>
            </p:nvSpPr>
            <p:spPr>
              <a:xfrm>
                <a:off x="1480584" y="3136585"/>
                <a:ext cx="91464" cy="128062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96" extrusionOk="0">
                    <a:moveTo>
                      <a:pt x="2671" y="1"/>
                    </a:moveTo>
                    <a:cubicBezTo>
                      <a:pt x="2671" y="1"/>
                      <a:pt x="1256" y="2055"/>
                      <a:pt x="251" y="2466"/>
                    </a:cubicBezTo>
                    <a:cubicBezTo>
                      <a:pt x="0" y="2580"/>
                      <a:pt x="2306" y="3995"/>
                      <a:pt x="2306" y="3995"/>
                    </a:cubicBezTo>
                    <a:cubicBezTo>
                      <a:pt x="2306" y="3995"/>
                      <a:pt x="2854" y="526"/>
                      <a:pt x="2831" y="389"/>
                    </a:cubicBezTo>
                    <a:cubicBezTo>
                      <a:pt x="2762" y="252"/>
                      <a:pt x="2671" y="1"/>
                      <a:pt x="26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41">
                <a:extLst>
                  <a:ext uri="{FF2B5EF4-FFF2-40B4-BE49-F238E27FC236}">
                    <a16:creationId xmlns:a16="http://schemas.microsoft.com/office/drawing/2014/main" id="{41841F9D-E045-5327-875D-C67EF1C13889}"/>
                  </a:ext>
                </a:extLst>
              </p:cNvPr>
              <p:cNvSpPr/>
              <p:nvPr/>
            </p:nvSpPr>
            <p:spPr>
              <a:xfrm>
                <a:off x="1414756" y="3871779"/>
                <a:ext cx="196804" cy="158763"/>
              </a:xfrm>
              <a:custGeom>
                <a:avLst/>
                <a:gdLst/>
                <a:ahLst/>
                <a:cxnLst/>
                <a:rect l="l" t="t" r="r" b="b"/>
                <a:pathLst>
                  <a:path w="6141" h="4954" extrusionOk="0">
                    <a:moveTo>
                      <a:pt x="3561" y="0"/>
                    </a:moveTo>
                    <a:lnTo>
                      <a:pt x="0" y="2671"/>
                    </a:lnTo>
                    <a:lnTo>
                      <a:pt x="2853" y="4953"/>
                    </a:lnTo>
                    <a:lnTo>
                      <a:pt x="6140" y="2305"/>
                    </a:lnTo>
                    <a:lnTo>
                      <a:pt x="3561" y="0"/>
                    </a:ln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41">
                <a:extLst>
                  <a:ext uri="{FF2B5EF4-FFF2-40B4-BE49-F238E27FC236}">
                    <a16:creationId xmlns:a16="http://schemas.microsoft.com/office/drawing/2014/main" id="{1C8EED88-C921-1AF4-46EF-943B58C3C466}"/>
                  </a:ext>
                </a:extLst>
              </p:cNvPr>
              <p:cNvSpPr/>
              <p:nvPr/>
            </p:nvSpPr>
            <p:spPr>
              <a:xfrm>
                <a:off x="1393540" y="3855659"/>
                <a:ext cx="193855" cy="144887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4521" extrusionOk="0">
                    <a:moveTo>
                      <a:pt x="4451" y="1"/>
                    </a:moveTo>
                    <a:lnTo>
                      <a:pt x="0" y="3516"/>
                    </a:lnTo>
                    <a:lnTo>
                      <a:pt x="1598" y="4520"/>
                    </a:lnTo>
                    <a:lnTo>
                      <a:pt x="6049" y="1827"/>
                    </a:lnTo>
                    <a:lnTo>
                      <a:pt x="445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41">
                <a:extLst>
                  <a:ext uri="{FF2B5EF4-FFF2-40B4-BE49-F238E27FC236}">
                    <a16:creationId xmlns:a16="http://schemas.microsoft.com/office/drawing/2014/main" id="{4ACE9FCD-3D91-E18B-8141-F6E0E06E2D95}"/>
                  </a:ext>
                </a:extLst>
              </p:cNvPr>
              <p:cNvSpPr/>
              <p:nvPr/>
            </p:nvSpPr>
            <p:spPr>
              <a:xfrm>
                <a:off x="1018988" y="3119856"/>
                <a:ext cx="538430" cy="896016"/>
              </a:xfrm>
              <a:custGeom>
                <a:avLst/>
                <a:gdLst/>
                <a:ahLst/>
                <a:cxnLst/>
                <a:rect l="l" t="t" r="r" b="b"/>
                <a:pathLst>
                  <a:path w="16801" h="27959" extrusionOk="0">
                    <a:moveTo>
                      <a:pt x="5756" y="0"/>
                    </a:moveTo>
                    <a:cubicBezTo>
                      <a:pt x="5220" y="0"/>
                      <a:pt x="4741" y="112"/>
                      <a:pt x="4474" y="409"/>
                    </a:cubicBezTo>
                    <a:cubicBezTo>
                      <a:pt x="1758" y="3399"/>
                      <a:pt x="1" y="11821"/>
                      <a:pt x="845" y="12917"/>
                    </a:cubicBezTo>
                    <a:cubicBezTo>
                      <a:pt x="1713" y="14035"/>
                      <a:pt x="3881" y="20860"/>
                      <a:pt x="4064" y="21316"/>
                    </a:cubicBezTo>
                    <a:cubicBezTo>
                      <a:pt x="4269" y="21773"/>
                      <a:pt x="9656" y="26772"/>
                      <a:pt x="11094" y="27959"/>
                    </a:cubicBezTo>
                    <a:lnTo>
                      <a:pt x="16800" y="23394"/>
                    </a:lnTo>
                    <a:lnTo>
                      <a:pt x="12349" y="17345"/>
                    </a:lnTo>
                    <a:cubicBezTo>
                      <a:pt x="11756" y="9698"/>
                      <a:pt x="8834" y="1207"/>
                      <a:pt x="8400" y="751"/>
                    </a:cubicBezTo>
                    <a:cubicBezTo>
                      <a:pt x="8126" y="447"/>
                      <a:pt x="6828" y="0"/>
                      <a:pt x="57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41">
                <a:extLst>
                  <a:ext uri="{FF2B5EF4-FFF2-40B4-BE49-F238E27FC236}">
                    <a16:creationId xmlns:a16="http://schemas.microsoft.com/office/drawing/2014/main" id="{03A7DCBD-6BD8-D231-07DB-058E24D4D74F}"/>
                  </a:ext>
                </a:extLst>
              </p:cNvPr>
              <p:cNvSpPr/>
              <p:nvPr/>
            </p:nvSpPr>
            <p:spPr>
              <a:xfrm>
                <a:off x="1018988" y="3123413"/>
                <a:ext cx="448441" cy="891722"/>
              </a:xfrm>
              <a:custGeom>
                <a:avLst/>
                <a:gdLst/>
                <a:ahLst/>
                <a:cxnLst/>
                <a:rect l="l" t="t" r="r" b="b"/>
                <a:pathLst>
                  <a:path w="13993" h="27825" extrusionOk="0">
                    <a:moveTo>
                      <a:pt x="4908" y="1"/>
                    </a:moveTo>
                    <a:cubicBezTo>
                      <a:pt x="4725" y="69"/>
                      <a:pt x="4589" y="138"/>
                      <a:pt x="4474" y="252"/>
                    </a:cubicBezTo>
                    <a:cubicBezTo>
                      <a:pt x="1758" y="3219"/>
                      <a:pt x="1" y="11665"/>
                      <a:pt x="845" y="12783"/>
                    </a:cubicBezTo>
                    <a:cubicBezTo>
                      <a:pt x="1713" y="13901"/>
                      <a:pt x="3858" y="20726"/>
                      <a:pt x="4064" y="21160"/>
                    </a:cubicBezTo>
                    <a:cubicBezTo>
                      <a:pt x="4269" y="21616"/>
                      <a:pt x="9656" y="26638"/>
                      <a:pt x="11094" y="27825"/>
                    </a:cubicBezTo>
                    <a:lnTo>
                      <a:pt x="13993" y="25497"/>
                    </a:lnTo>
                    <a:cubicBezTo>
                      <a:pt x="11687" y="23602"/>
                      <a:pt x="7807" y="20155"/>
                      <a:pt x="7601" y="19745"/>
                    </a:cubicBezTo>
                    <a:cubicBezTo>
                      <a:pt x="7373" y="19265"/>
                      <a:pt x="4520" y="12235"/>
                      <a:pt x="3561" y="11071"/>
                    </a:cubicBezTo>
                    <a:cubicBezTo>
                      <a:pt x="2763" y="10112"/>
                      <a:pt x="3265" y="3835"/>
                      <a:pt x="4908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41">
                <a:extLst>
                  <a:ext uri="{FF2B5EF4-FFF2-40B4-BE49-F238E27FC236}">
                    <a16:creationId xmlns:a16="http://schemas.microsoft.com/office/drawing/2014/main" id="{8A4BAE66-DFA6-7101-47E7-E82672A207A8}"/>
                  </a:ext>
                </a:extLst>
              </p:cNvPr>
              <p:cNvSpPr/>
              <p:nvPr/>
            </p:nvSpPr>
            <p:spPr>
              <a:xfrm>
                <a:off x="1379631" y="2787352"/>
                <a:ext cx="298490" cy="348677"/>
              </a:xfrm>
              <a:custGeom>
                <a:avLst/>
                <a:gdLst/>
                <a:ahLst/>
                <a:cxnLst/>
                <a:rect l="l" t="t" r="r" b="b"/>
                <a:pathLst>
                  <a:path w="9314" h="10880" extrusionOk="0">
                    <a:moveTo>
                      <a:pt x="4482" y="0"/>
                    </a:moveTo>
                    <a:cubicBezTo>
                      <a:pt x="4433" y="0"/>
                      <a:pt x="4385" y="4"/>
                      <a:pt x="4337" y="10"/>
                    </a:cubicBezTo>
                    <a:cubicBezTo>
                      <a:pt x="3036" y="193"/>
                      <a:pt x="252" y="2064"/>
                      <a:pt x="115" y="3297"/>
                    </a:cubicBezTo>
                    <a:cubicBezTo>
                      <a:pt x="1" y="4529"/>
                      <a:pt x="754" y="6241"/>
                      <a:pt x="754" y="6241"/>
                    </a:cubicBezTo>
                    <a:cubicBezTo>
                      <a:pt x="754" y="6241"/>
                      <a:pt x="3653" y="10578"/>
                      <a:pt x="4223" y="10829"/>
                    </a:cubicBezTo>
                    <a:cubicBezTo>
                      <a:pt x="4303" y="10864"/>
                      <a:pt x="4443" y="10880"/>
                      <a:pt x="4626" y="10880"/>
                    </a:cubicBezTo>
                    <a:cubicBezTo>
                      <a:pt x="5760" y="10880"/>
                      <a:pt x="8542" y="10289"/>
                      <a:pt x="8857" y="10053"/>
                    </a:cubicBezTo>
                    <a:cubicBezTo>
                      <a:pt x="9222" y="9779"/>
                      <a:pt x="9313" y="8204"/>
                      <a:pt x="8743" y="7976"/>
                    </a:cubicBezTo>
                    <a:cubicBezTo>
                      <a:pt x="8743" y="7976"/>
                      <a:pt x="7989" y="7702"/>
                      <a:pt x="8263" y="6561"/>
                    </a:cubicBezTo>
                    <a:cubicBezTo>
                      <a:pt x="8514" y="5534"/>
                      <a:pt x="7967" y="4187"/>
                      <a:pt x="7487" y="3388"/>
                    </a:cubicBezTo>
                    <a:cubicBezTo>
                      <a:pt x="7487" y="3388"/>
                      <a:pt x="7601" y="2840"/>
                      <a:pt x="7510" y="2566"/>
                    </a:cubicBezTo>
                    <a:cubicBezTo>
                      <a:pt x="7400" y="2280"/>
                      <a:pt x="5784" y="0"/>
                      <a:pt x="4482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41">
                <a:extLst>
                  <a:ext uri="{FF2B5EF4-FFF2-40B4-BE49-F238E27FC236}">
                    <a16:creationId xmlns:a16="http://schemas.microsoft.com/office/drawing/2014/main" id="{2A19AF16-D4AD-9B8B-154C-305EF6070212}"/>
                  </a:ext>
                </a:extLst>
              </p:cNvPr>
              <p:cNvSpPr/>
              <p:nvPr/>
            </p:nvSpPr>
            <p:spPr>
              <a:xfrm>
                <a:off x="1567595" y="2864461"/>
                <a:ext cx="114185" cy="92938"/>
              </a:xfrm>
              <a:custGeom>
                <a:avLst/>
                <a:gdLst/>
                <a:ahLst/>
                <a:cxnLst/>
                <a:rect l="l" t="t" r="r" b="b"/>
                <a:pathLst>
                  <a:path w="3563" h="2900" extrusionOk="0">
                    <a:moveTo>
                      <a:pt x="614" y="0"/>
                    </a:moveTo>
                    <a:cubicBezTo>
                      <a:pt x="0" y="0"/>
                      <a:pt x="1508" y="2900"/>
                      <a:pt x="1508" y="2900"/>
                    </a:cubicBezTo>
                    <a:cubicBezTo>
                      <a:pt x="1508" y="2900"/>
                      <a:pt x="3562" y="2808"/>
                      <a:pt x="3562" y="2443"/>
                    </a:cubicBezTo>
                    <a:cubicBezTo>
                      <a:pt x="3562" y="2101"/>
                      <a:pt x="823" y="69"/>
                      <a:pt x="823" y="69"/>
                    </a:cubicBezTo>
                    <a:cubicBezTo>
                      <a:pt x="736" y="22"/>
                      <a:pt x="667" y="0"/>
                      <a:pt x="614" y="0"/>
                    </a:cubicBezTo>
                    <a:close/>
                  </a:path>
                </a:pathLst>
              </a:custGeom>
              <a:solidFill>
                <a:srgbClr val="EA77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41">
                <a:extLst>
                  <a:ext uri="{FF2B5EF4-FFF2-40B4-BE49-F238E27FC236}">
                    <a16:creationId xmlns:a16="http://schemas.microsoft.com/office/drawing/2014/main" id="{A34A67FE-A330-0933-D1F6-4F4F2109A9AC}"/>
                  </a:ext>
                </a:extLst>
              </p:cNvPr>
              <p:cNvSpPr/>
              <p:nvPr/>
            </p:nvSpPr>
            <p:spPr>
              <a:xfrm>
                <a:off x="1316719" y="2854237"/>
                <a:ext cx="178985" cy="151072"/>
              </a:xfrm>
              <a:custGeom>
                <a:avLst/>
                <a:gdLst/>
                <a:ahLst/>
                <a:cxnLst/>
                <a:rect l="l" t="t" r="r" b="b"/>
                <a:pathLst>
                  <a:path w="5585" h="4714" extrusionOk="0">
                    <a:moveTo>
                      <a:pt x="1804" y="1"/>
                    </a:moveTo>
                    <a:cubicBezTo>
                      <a:pt x="1459" y="1"/>
                      <a:pt x="1130" y="249"/>
                      <a:pt x="799" y="845"/>
                    </a:cubicBezTo>
                    <a:cubicBezTo>
                      <a:pt x="1" y="2306"/>
                      <a:pt x="2397" y="3607"/>
                      <a:pt x="2397" y="3607"/>
                    </a:cubicBezTo>
                    <a:cubicBezTo>
                      <a:pt x="2397" y="3607"/>
                      <a:pt x="3082" y="3721"/>
                      <a:pt x="3949" y="4474"/>
                    </a:cubicBezTo>
                    <a:cubicBezTo>
                      <a:pt x="4142" y="4640"/>
                      <a:pt x="4342" y="4713"/>
                      <a:pt x="4527" y="4713"/>
                    </a:cubicBezTo>
                    <a:cubicBezTo>
                      <a:pt x="5151" y="4713"/>
                      <a:pt x="5585" y="3877"/>
                      <a:pt x="4862" y="3013"/>
                    </a:cubicBezTo>
                    <a:cubicBezTo>
                      <a:pt x="3582" y="1490"/>
                      <a:pt x="2647" y="1"/>
                      <a:pt x="18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41">
                <a:extLst>
                  <a:ext uri="{FF2B5EF4-FFF2-40B4-BE49-F238E27FC236}">
                    <a16:creationId xmlns:a16="http://schemas.microsoft.com/office/drawing/2014/main" id="{069A81C6-0646-3B17-584E-22BF1DA0E720}"/>
                  </a:ext>
                </a:extLst>
              </p:cNvPr>
              <p:cNvSpPr/>
              <p:nvPr/>
            </p:nvSpPr>
            <p:spPr>
              <a:xfrm>
                <a:off x="1316719" y="2854237"/>
                <a:ext cx="178985" cy="151072"/>
              </a:xfrm>
              <a:custGeom>
                <a:avLst/>
                <a:gdLst/>
                <a:ahLst/>
                <a:cxnLst/>
                <a:rect l="l" t="t" r="r" b="b"/>
                <a:pathLst>
                  <a:path w="5585" h="4714" extrusionOk="0">
                    <a:moveTo>
                      <a:pt x="1804" y="1"/>
                    </a:moveTo>
                    <a:cubicBezTo>
                      <a:pt x="1459" y="1"/>
                      <a:pt x="1130" y="249"/>
                      <a:pt x="799" y="845"/>
                    </a:cubicBezTo>
                    <a:cubicBezTo>
                      <a:pt x="1" y="2306"/>
                      <a:pt x="2397" y="3607"/>
                      <a:pt x="2397" y="3607"/>
                    </a:cubicBezTo>
                    <a:cubicBezTo>
                      <a:pt x="2397" y="3607"/>
                      <a:pt x="3082" y="3721"/>
                      <a:pt x="3949" y="4474"/>
                    </a:cubicBezTo>
                    <a:cubicBezTo>
                      <a:pt x="4142" y="4640"/>
                      <a:pt x="4342" y="4713"/>
                      <a:pt x="4527" y="4713"/>
                    </a:cubicBezTo>
                    <a:cubicBezTo>
                      <a:pt x="5151" y="4713"/>
                      <a:pt x="5585" y="3877"/>
                      <a:pt x="4862" y="3013"/>
                    </a:cubicBezTo>
                    <a:cubicBezTo>
                      <a:pt x="3582" y="1490"/>
                      <a:pt x="2647" y="1"/>
                      <a:pt x="1804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41">
                <a:extLst>
                  <a:ext uri="{FF2B5EF4-FFF2-40B4-BE49-F238E27FC236}">
                    <a16:creationId xmlns:a16="http://schemas.microsoft.com/office/drawing/2014/main" id="{E35AC4B4-9806-3FC1-4165-97CE67FA385E}"/>
                  </a:ext>
                </a:extLst>
              </p:cNvPr>
              <p:cNvSpPr/>
              <p:nvPr/>
            </p:nvSpPr>
            <p:spPr>
              <a:xfrm>
                <a:off x="1549584" y="2863564"/>
                <a:ext cx="113897" cy="92361"/>
              </a:xfrm>
              <a:custGeom>
                <a:avLst/>
                <a:gdLst/>
                <a:ahLst/>
                <a:cxnLst/>
                <a:rect l="l" t="t" r="r" b="b"/>
                <a:pathLst>
                  <a:path w="3554" h="2882" extrusionOk="0">
                    <a:moveTo>
                      <a:pt x="600" y="0"/>
                    </a:moveTo>
                    <a:cubicBezTo>
                      <a:pt x="1" y="0"/>
                      <a:pt x="1499" y="2882"/>
                      <a:pt x="1499" y="2882"/>
                    </a:cubicBezTo>
                    <a:cubicBezTo>
                      <a:pt x="1499" y="2882"/>
                      <a:pt x="3554" y="2813"/>
                      <a:pt x="3554" y="2425"/>
                    </a:cubicBezTo>
                    <a:cubicBezTo>
                      <a:pt x="3554" y="2083"/>
                      <a:pt x="815" y="74"/>
                      <a:pt x="815" y="74"/>
                    </a:cubicBezTo>
                    <a:cubicBezTo>
                      <a:pt x="724" y="23"/>
                      <a:pt x="653" y="0"/>
                      <a:pt x="600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41">
                <a:extLst>
                  <a:ext uri="{FF2B5EF4-FFF2-40B4-BE49-F238E27FC236}">
                    <a16:creationId xmlns:a16="http://schemas.microsoft.com/office/drawing/2014/main" id="{3CFEDD98-66E7-206C-367C-DE79A0C2EFBD}"/>
                  </a:ext>
                </a:extLst>
              </p:cNvPr>
              <p:cNvSpPr/>
              <p:nvPr/>
            </p:nvSpPr>
            <p:spPr>
              <a:xfrm>
                <a:off x="1340852" y="2936090"/>
                <a:ext cx="96591" cy="88611"/>
              </a:xfrm>
              <a:custGeom>
                <a:avLst/>
                <a:gdLst/>
                <a:ahLst/>
                <a:cxnLst/>
                <a:rect l="l" t="t" r="r" b="b"/>
                <a:pathLst>
                  <a:path w="3014" h="2765" extrusionOk="0">
                    <a:moveTo>
                      <a:pt x="1533" y="1"/>
                    </a:moveTo>
                    <a:cubicBezTo>
                      <a:pt x="1331" y="1"/>
                      <a:pt x="1112" y="89"/>
                      <a:pt x="868" y="276"/>
                    </a:cubicBezTo>
                    <a:cubicBezTo>
                      <a:pt x="1" y="938"/>
                      <a:pt x="503" y="1920"/>
                      <a:pt x="982" y="2308"/>
                    </a:cubicBezTo>
                    <a:cubicBezTo>
                      <a:pt x="1416" y="2650"/>
                      <a:pt x="2808" y="2764"/>
                      <a:pt x="2808" y="2764"/>
                    </a:cubicBezTo>
                    <a:lnTo>
                      <a:pt x="3014" y="1646"/>
                    </a:lnTo>
                    <a:cubicBezTo>
                      <a:pt x="2500" y="619"/>
                      <a:pt x="2071" y="1"/>
                      <a:pt x="1533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41">
                <a:extLst>
                  <a:ext uri="{FF2B5EF4-FFF2-40B4-BE49-F238E27FC236}">
                    <a16:creationId xmlns:a16="http://schemas.microsoft.com/office/drawing/2014/main" id="{2A71E59A-63A8-A230-F94E-1417B08799A8}"/>
                  </a:ext>
                </a:extLst>
              </p:cNvPr>
              <p:cNvSpPr/>
              <p:nvPr/>
            </p:nvSpPr>
            <p:spPr>
              <a:xfrm>
                <a:off x="1356940" y="2949646"/>
                <a:ext cx="68069" cy="61147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908" extrusionOk="0">
                    <a:moveTo>
                      <a:pt x="1102" y="0"/>
                    </a:moveTo>
                    <a:cubicBezTo>
                      <a:pt x="962" y="0"/>
                      <a:pt x="811" y="63"/>
                      <a:pt x="640" y="196"/>
                    </a:cubicBezTo>
                    <a:cubicBezTo>
                      <a:pt x="1" y="652"/>
                      <a:pt x="366" y="1337"/>
                      <a:pt x="709" y="1611"/>
                    </a:cubicBezTo>
                    <a:cubicBezTo>
                      <a:pt x="1005" y="1839"/>
                      <a:pt x="1964" y="1908"/>
                      <a:pt x="1964" y="1908"/>
                    </a:cubicBezTo>
                    <a:lnTo>
                      <a:pt x="2124" y="1155"/>
                    </a:lnTo>
                    <a:cubicBezTo>
                      <a:pt x="1761" y="428"/>
                      <a:pt x="1469" y="0"/>
                      <a:pt x="1102" y="0"/>
                    </a:cubicBezTo>
                    <a:close/>
                  </a:path>
                </a:pathLst>
              </a:custGeom>
              <a:solidFill>
                <a:srgbClr val="CC4F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41">
                <a:extLst>
                  <a:ext uri="{FF2B5EF4-FFF2-40B4-BE49-F238E27FC236}">
                    <a16:creationId xmlns:a16="http://schemas.microsoft.com/office/drawing/2014/main" id="{75F609B4-2BCC-A66A-7CBC-2088B18D5ED6}"/>
                  </a:ext>
                </a:extLst>
              </p:cNvPr>
              <p:cNvSpPr/>
              <p:nvPr/>
            </p:nvSpPr>
            <p:spPr>
              <a:xfrm>
                <a:off x="1386201" y="2970414"/>
                <a:ext cx="47591" cy="43328"/>
              </a:xfrm>
              <a:custGeom>
                <a:avLst/>
                <a:gdLst/>
                <a:ahLst/>
                <a:cxnLst/>
                <a:rect l="l" t="t" r="r" b="b"/>
                <a:pathLst>
                  <a:path w="1485" h="1352" extrusionOk="0">
                    <a:moveTo>
                      <a:pt x="754" y="0"/>
                    </a:moveTo>
                    <a:cubicBezTo>
                      <a:pt x="656" y="0"/>
                      <a:pt x="551" y="39"/>
                      <a:pt x="435" y="118"/>
                    </a:cubicBezTo>
                    <a:cubicBezTo>
                      <a:pt x="1" y="438"/>
                      <a:pt x="252" y="917"/>
                      <a:pt x="480" y="1123"/>
                    </a:cubicBezTo>
                    <a:cubicBezTo>
                      <a:pt x="686" y="1305"/>
                      <a:pt x="1370" y="1351"/>
                      <a:pt x="1370" y="1351"/>
                    </a:cubicBezTo>
                    <a:lnTo>
                      <a:pt x="1485" y="803"/>
                    </a:lnTo>
                    <a:cubicBezTo>
                      <a:pt x="1234" y="286"/>
                      <a:pt x="1020" y="0"/>
                      <a:pt x="754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41">
                <a:extLst>
                  <a:ext uri="{FF2B5EF4-FFF2-40B4-BE49-F238E27FC236}">
                    <a16:creationId xmlns:a16="http://schemas.microsoft.com/office/drawing/2014/main" id="{CDFD1C23-6329-26BD-EAA9-643D899630F4}"/>
                  </a:ext>
                </a:extLst>
              </p:cNvPr>
              <p:cNvSpPr/>
              <p:nvPr/>
            </p:nvSpPr>
            <p:spPr>
              <a:xfrm>
                <a:off x="1456451" y="3210489"/>
                <a:ext cx="54160" cy="70985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2215" extrusionOk="0">
                    <a:moveTo>
                      <a:pt x="1324" y="0"/>
                    </a:moveTo>
                    <a:lnTo>
                      <a:pt x="343" y="137"/>
                    </a:lnTo>
                    <a:lnTo>
                      <a:pt x="0" y="1004"/>
                    </a:lnTo>
                    <a:lnTo>
                      <a:pt x="799" y="2214"/>
                    </a:lnTo>
                    <a:lnTo>
                      <a:pt x="1689" y="1118"/>
                    </a:lnTo>
                    <a:lnTo>
                      <a:pt x="13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41">
                <a:extLst>
                  <a:ext uri="{FF2B5EF4-FFF2-40B4-BE49-F238E27FC236}">
                    <a16:creationId xmlns:a16="http://schemas.microsoft.com/office/drawing/2014/main" id="{AA4E82A1-6867-9351-81C7-EC30D88C6638}"/>
                  </a:ext>
                </a:extLst>
              </p:cNvPr>
              <p:cNvSpPr/>
              <p:nvPr/>
            </p:nvSpPr>
            <p:spPr>
              <a:xfrm>
                <a:off x="1129459" y="3119728"/>
                <a:ext cx="212154" cy="171230"/>
              </a:xfrm>
              <a:custGeom>
                <a:avLst/>
                <a:gdLst/>
                <a:ahLst/>
                <a:cxnLst/>
                <a:rect l="l" t="t" r="r" b="b"/>
                <a:pathLst>
                  <a:path w="6620" h="5343" extrusionOk="0">
                    <a:moveTo>
                      <a:pt x="2361" y="1"/>
                    </a:moveTo>
                    <a:cubicBezTo>
                      <a:pt x="2335" y="1"/>
                      <a:pt x="2309" y="1"/>
                      <a:pt x="2283" y="2"/>
                    </a:cubicBezTo>
                    <a:lnTo>
                      <a:pt x="1872" y="25"/>
                    </a:lnTo>
                    <a:cubicBezTo>
                      <a:pt x="1530" y="93"/>
                      <a:pt x="1256" y="207"/>
                      <a:pt x="1073" y="413"/>
                    </a:cubicBezTo>
                    <a:cubicBezTo>
                      <a:pt x="708" y="823"/>
                      <a:pt x="343" y="1348"/>
                      <a:pt x="0" y="1942"/>
                    </a:cubicBezTo>
                    <a:cubicBezTo>
                      <a:pt x="1119" y="3562"/>
                      <a:pt x="3561" y="4818"/>
                      <a:pt x="6620" y="5343"/>
                    </a:cubicBezTo>
                    <a:cubicBezTo>
                      <a:pt x="5866" y="2741"/>
                      <a:pt x="5182" y="983"/>
                      <a:pt x="5022" y="755"/>
                    </a:cubicBezTo>
                    <a:cubicBezTo>
                      <a:pt x="4732" y="443"/>
                      <a:pt x="3421" y="1"/>
                      <a:pt x="2361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41">
                <a:extLst>
                  <a:ext uri="{FF2B5EF4-FFF2-40B4-BE49-F238E27FC236}">
                    <a16:creationId xmlns:a16="http://schemas.microsoft.com/office/drawing/2014/main" id="{18DFD057-D6B8-C075-09E1-FF02731FFFAE}"/>
                  </a:ext>
                </a:extLst>
              </p:cNvPr>
              <p:cNvSpPr/>
              <p:nvPr/>
            </p:nvSpPr>
            <p:spPr>
              <a:xfrm>
                <a:off x="1284542" y="3422619"/>
                <a:ext cx="133157" cy="259713"/>
              </a:xfrm>
              <a:custGeom>
                <a:avLst/>
                <a:gdLst/>
                <a:ahLst/>
                <a:cxnLst/>
                <a:rect l="l" t="t" r="r" b="b"/>
                <a:pathLst>
                  <a:path w="4155" h="8104" extrusionOk="0">
                    <a:moveTo>
                      <a:pt x="0" y="0"/>
                    </a:moveTo>
                    <a:cubicBezTo>
                      <a:pt x="0" y="1"/>
                      <a:pt x="1438" y="4497"/>
                      <a:pt x="4154" y="8103"/>
                    </a:cubicBezTo>
                    <a:cubicBezTo>
                      <a:pt x="4109" y="7647"/>
                      <a:pt x="3972" y="6506"/>
                      <a:pt x="3903" y="604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41">
                <a:extLst>
                  <a:ext uri="{FF2B5EF4-FFF2-40B4-BE49-F238E27FC236}">
                    <a16:creationId xmlns:a16="http://schemas.microsoft.com/office/drawing/2014/main" id="{DCB83468-09DB-8E52-8516-0E933A77F315}"/>
                  </a:ext>
                </a:extLst>
              </p:cNvPr>
              <p:cNvSpPr/>
              <p:nvPr/>
            </p:nvSpPr>
            <p:spPr>
              <a:xfrm>
                <a:off x="1293324" y="3591579"/>
                <a:ext cx="158763" cy="134632"/>
              </a:xfrm>
              <a:custGeom>
                <a:avLst/>
                <a:gdLst/>
                <a:ahLst/>
                <a:cxnLst/>
                <a:rect l="l" t="t" r="r" b="b"/>
                <a:pathLst>
                  <a:path w="4954" h="4201" extrusionOk="0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lnTo>
                      <a:pt x="7" y="5"/>
                    </a:lnTo>
                    <a:lnTo>
                      <a:pt x="7" y="5"/>
                    </a:lnTo>
                    <a:cubicBezTo>
                      <a:pt x="3" y="2"/>
                      <a:pt x="1" y="1"/>
                      <a:pt x="0" y="1"/>
                    </a:cubicBezTo>
                    <a:close/>
                    <a:moveTo>
                      <a:pt x="7" y="5"/>
                    </a:moveTo>
                    <a:cubicBezTo>
                      <a:pt x="92" y="83"/>
                      <a:pt x="1065" y="1160"/>
                      <a:pt x="4953" y="4201"/>
                    </a:cubicBezTo>
                    <a:lnTo>
                      <a:pt x="3812" y="2649"/>
                    </a:lnTo>
                    <a:lnTo>
                      <a:pt x="3812" y="2512"/>
                    </a:ln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41">
                <a:extLst>
                  <a:ext uri="{FF2B5EF4-FFF2-40B4-BE49-F238E27FC236}">
                    <a16:creationId xmlns:a16="http://schemas.microsoft.com/office/drawing/2014/main" id="{87FECA8B-C774-1889-888A-C10932ADBCC8}"/>
                  </a:ext>
                </a:extLst>
              </p:cNvPr>
              <p:cNvSpPr/>
              <p:nvPr/>
            </p:nvSpPr>
            <p:spPr>
              <a:xfrm>
                <a:off x="1558109" y="2968747"/>
                <a:ext cx="72459" cy="92040"/>
              </a:xfrm>
              <a:custGeom>
                <a:avLst/>
                <a:gdLst/>
                <a:ahLst/>
                <a:cxnLst/>
                <a:rect l="l" t="t" r="r" b="b"/>
                <a:pathLst>
                  <a:path w="2261" h="2872" extrusionOk="0">
                    <a:moveTo>
                      <a:pt x="706" y="0"/>
                    </a:moveTo>
                    <a:cubicBezTo>
                      <a:pt x="682" y="0"/>
                      <a:pt x="660" y="4"/>
                      <a:pt x="640" y="11"/>
                    </a:cubicBezTo>
                    <a:cubicBezTo>
                      <a:pt x="229" y="148"/>
                      <a:pt x="1" y="2385"/>
                      <a:pt x="412" y="2727"/>
                    </a:cubicBezTo>
                    <a:cubicBezTo>
                      <a:pt x="549" y="2832"/>
                      <a:pt x="782" y="2871"/>
                      <a:pt x="1037" y="2871"/>
                    </a:cubicBezTo>
                    <a:cubicBezTo>
                      <a:pt x="1502" y="2871"/>
                      <a:pt x="2036" y="2739"/>
                      <a:pt x="2169" y="2636"/>
                    </a:cubicBezTo>
                    <a:cubicBezTo>
                      <a:pt x="2261" y="2567"/>
                      <a:pt x="2124" y="2293"/>
                      <a:pt x="2124" y="1974"/>
                    </a:cubicBezTo>
                    <a:cubicBezTo>
                      <a:pt x="2124" y="1608"/>
                      <a:pt x="2261" y="1175"/>
                      <a:pt x="2169" y="1129"/>
                    </a:cubicBezTo>
                    <a:cubicBezTo>
                      <a:pt x="2169" y="1129"/>
                      <a:pt x="1143" y="0"/>
                      <a:pt x="7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41">
                <a:extLst>
                  <a:ext uri="{FF2B5EF4-FFF2-40B4-BE49-F238E27FC236}">
                    <a16:creationId xmlns:a16="http://schemas.microsoft.com/office/drawing/2014/main" id="{55216879-2736-942B-3EEE-EB8E6F196BA8}"/>
                  </a:ext>
                </a:extLst>
              </p:cNvPr>
              <p:cNvSpPr/>
              <p:nvPr/>
            </p:nvSpPr>
            <p:spPr>
              <a:xfrm>
                <a:off x="1540578" y="2955190"/>
                <a:ext cx="24901" cy="40252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256" extrusionOk="0">
                    <a:moveTo>
                      <a:pt x="639" y="0"/>
                    </a:moveTo>
                    <a:cubicBezTo>
                      <a:pt x="502" y="0"/>
                      <a:pt x="274" y="137"/>
                      <a:pt x="160" y="365"/>
                    </a:cubicBezTo>
                    <a:cubicBezTo>
                      <a:pt x="0" y="639"/>
                      <a:pt x="0" y="913"/>
                      <a:pt x="160" y="1164"/>
                    </a:cubicBezTo>
                    <a:cubicBezTo>
                      <a:pt x="183" y="1233"/>
                      <a:pt x="228" y="1255"/>
                      <a:pt x="297" y="1255"/>
                    </a:cubicBezTo>
                    <a:cubicBezTo>
                      <a:pt x="320" y="1255"/>
                      <a:pt x="342" y="1255"/>
                      <a:pt x="342" y="1233"/>
                    </a:cubicBezTo>
                    <a:cubicBezTo>
                      <a:pt x="434" y="1210"/>
                      <a:pt x="434" y="1118"/>
                      <a:pt x="411" y="1027"/>
                    </a:cubicBezTo>
                    <a:cubicBezTo>
                      <a:pt x="320" y="890"/>
                      <a:pt x="320" y="708"/>
                      <a:pt x="388" y="571"/>
                    </a:cubicBezTo>
                    <a:cubicBezTo>
                      <a:pt x="457" y="388"/>
                      <a:pt x="616" y="297"/>
                      <a:pt x="639" y="297"/>
                    </a:cubicBezTo>
                    <a:cubicBezTo>
                      <a:pt x="731" y="297"/>
                      <a:pt x="776" y="228"/>
                      <a:pt x="776" y="137"/>
                    </a:cubicBezTo>
                    <a:cubicBezTo>
                      <a:pt x="776" y="46"/>
                      <a:pt x="731" y="0"/>
                      <a:pt x="639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41">
                <a:extLst>
                  <a:ext uri="{FF2B5EF4-FFF2-40B4-BE49-F238E27FC236}">
                    <a16:creationId xmlns:a16="http://schemas.microsoft.com/office/drawing/2014/main" id="{7509CFC1-E676-7AB4-DD08-90E8CB6FF2C7}"/>
                  </a:ext>
                </a:extLst>
              </p:cNvPr>
              <p:cNvSpPr/>
              <p:nvPr/>
            </p:nvSpPr>
            <p:spPr>
              <a:xfrm>
                <a:off x="1602016" y="2842508"/>
                <a:ext cx="39515" cy="31503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983" extrusionOk="0">
                    <a:moveTo>
                      <a:pt x="776" y="1"/>
                    </a:moveTo>
                    <a:lnTo>
                      <a:pt x="0" y="686"/>
                    </a:lnTo>
                    <a:lnTo>
                      <a:pt x="297" y="982"/>
                    </a:lnTo>
                    <a:lnTo>
                      <a:pt x="1233" y="594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41">
                <a:extLst>
                  <a:ext uri="{FF2B5EF4-FFF2-40B4-BE49-F238E27FC236}">
                    <a16:creationId xmlns:a16="http://schemas.microsoft.com/office/drawing/2014/main" id="{64A69FFD-B6B9-8983-F2F5-A0EFC481A4B2}"/>
                  </a:ext>
                </a:extLst>
              </p:cNvPr>
              <p:cNvSpPr/>
              <p:nvPr/>
            </p:nvSpPr>
            <p:spPr>
              <a:xfrm>
                <a:off x="1545674" y="2870326"/>
                <a:ext cx="25638" cy="38072"/>
              </a:xfrm>
              <a:custGeom>
                <a:avLst/>
                <a:gdLst/>
                <a:ahLst/>
                <a:cxnLst/>
                <a:rect l="l" t="t" r="r" b="b"/>
                <a:pathLst>
                  <a:path w="800" h="1188" extrusionOk="0">
                    <a:moveTo>
                      <a:pt x="389" y="0"/>
                    </a:moveTo>
                    <a:cubicBezTo>
                      <a:pt x="161" y="0"/>
                      <a:pt x="1" y="251"/>
                      <a:pt x="1" y="594"/>
                    </a:cubicBezTo>
                    <a:cubicBezTo>
                      <a:pt x="1" y="936"/>
                      <a:pt x="161" y="1187"/>
                      <a:pt x="389" y="1187"/>
                    </a:cubicBezTo>
                    <a:cubicBezTo>
                      <a:pt x="594" y="1187"/>
                      <a:pt x="800" y="936"/>
                      <a:pt x="800" y="594"/>
                    </a:cubicBezTo>
                    <a:cubicBezTo>
                      <a:pt x="800" y="251"/>
                      <a:pt x="617" y="0"/>
                      <a:pt x="3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41">
                <a:extLst>
                  <a:ext uri="{FF2B5EF4-FFF2-40B4-BE49-F238E27FC236}">
                    <a16:creationId xmlns:a16="http://schemas.microsoft.com/office/drawing/2014/main" id="{FCF7E912-99E2-4500-DB14-0D467720E111}"/>
                  </a:ext>
                </a:extLst>
              </p:cNvPr>
              <p:cNvSpPr/>
              <p:nvPr/>
            </p:nvSpPr>
            <p:spPr>
              <a:xfrm>
                <a:off x="1492281" y="2860807"/>
                <a:ext cx="91464" cy="35156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1097" extrusionOk="0">
                    <a:moveTo>
                      <a:pt x="1" y="1"/>
                    </a:moveTo>
                    <a:lnTo>
                      <a:pt x="526" y="1096"/>
                    </a:lnTo>
                    <a:lnTo>
                      <a:pt x="2854" y="754"/>
                    </a:lnTo>
                    <a:lnTo>
                      <a:pt x="2762" y="2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41">
                <a:extLst>
                  <a:ext uri="{FF2B5EF4-FFF2-40B4-BE49-F238E27FC236}">
                    <a16:creationId xmlns:a16="http://schemas.microsoft.com/office/drawing/2014/main" id="{78BC517B-CC10-8BAD-E981-9647ED542507}"/>
                  </a:ext>
                </a:extLst>
              </p:cNvPr>
              <p:cNvSpPr/>
              <p:nvPr/>
            </p:nvSpPr>
            <p:spPr>
              <a:xfrm>
                <a:off x="1572755" y="2975477"/>
                <a:ext cx="54160" cy="47751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490" extrusionOk="0">
                    <a:moveTo>
                      <a:pt x="398" y="1"/>
                    </a:moveTo>
                    <a:cubicBezTo>
                      <a:pt x="386" y="1"/>
                      <a:pt x="375" y="2"/>
                      <a:pt x="366" y="6"/>
                    </a:cubicBezTo>
                    <a:cubicBezTo>
                      <a:pt x="0" y="120"/>
                      <a:pt x="206" y="1398"/>
                      <a:pt x="206" y="1398"/>
                    </a:cubicBezTo>
                    <a:cubicBezTo>
                      <a:pt x="434" y="1444"/>
                      <a:pt x="1530" y="1490"/>
                      <a:pt x="1530" y="1490"/>
                    </a:cubicBezTo>
                    <a:lnTo>
                      <a:pt x="1689" y="988"/>
                    </a:lnTo>
                    <a:cubicBezTo>
                      <a:pt x="1689" y="988"/>
                      <a:pt x="681" y="1"/>
                      <a:pt x="3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41">
                <a:extLst>
                  <a:ext uri="{FF2B5EF4-FFF2-40B4-BE49-F238E27FC236}">
                    <a16:creationId xmlns:a16="http://schemas.microsoft.com/office/drawing/2014/main" id="{7B68CDEB-E5FD-A805-B8EC-C19EE3D9F256}"/>
                  </a:ext>
                </a:extLst>
              </p:cNvPr>
              <p:cNvSpPr/>
              <p:nvPr/>
            </p:nvSpPr>
            <p:spPr>
              <a:xfrm>
                <a:off x="1648839" y="3064893"/>
                <a:ext cx="7339" cy="27849"/>
              </a:xfrm>
              <a:custGeom>
                <a:avLst/>
                <a:gdLst/>
                <a:ahLst/>
                <a:cxnLst/>
                <a:rect l="l" t="t" r="r" b="b"/>
                <a:pathLst>
                  <a:path w="229" h="869" extrusionOk="0">
                    <a:moveTo>
                      <a:pt x="114" y="1"/>
                    </a:moveTo>
                    <a:cubicBezTo>
                      <a:pt x="46" y="1"/>
                      <a:pt x="0" y="206"/>
                      <a:pt x="0" y="435"/>
                    </a:cubicBezTo>
                    <a:cubicBezTo>
                      <a:pt x="0" y="663"/>
                      <a:pt x="46" y="868"/>
                      <a:pt x="114" y="868"/>
                    </a:cubicBezTo>
                    <a:cubicBezTo>
                      <a:pt x="160" y="868"/>
                      <a:pt x="228" y="686"/>
                      <a:pt x="228" y="435"/>
                    </a:cubicBezTo>
                    <a:cubicBezTo>
                      <a:pt x="228" y="206"/>
                      <a:pt x="160" y="1"/>
                      <a:pt x="114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41">
                <a:extLst>
                  <a:ext uri="{FF2B5EF4-FFF2-40B4-BE49-F238E27FC236}">
                    <a16:creationId xmlns:a16="http://schemas.microsoft.com/office/drawing/2014/main" id="{2433FD81-6CE6-27C1-ED06-BE138D4F8D43}"/>
                  </a:ext>
                </a:extLst>
              </p:cNvPr>
              <p:cNvSpPr/>
              <p:nvPr/>
            </p:nvSpPr>
            <p:spPr>
              <a:xfrm>
                <a:off x="1574935" y="3041497"/>
                <a:ext cx="44674" cy="15383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480" extrusionOk="0">
                    <a:moveTo>
                      <a:pt x="617" y="0"/>
                    </a:moveTo>
                    <a:cubicBezTo>
                      <a:pt x="229" y="0"/>
                      <a:pt x="1" y="137"/>
                      <a:pt x="1" y="251"/>
                    </a:cubicBezTo>
                    <a:cubicBezTo>
                      <a:pt x="1" y="366"/>
                      <a:pt x="298" y="480"/>
                      <a:pt x="686" y="480"/>
                    </a:cubicBezTo>
                    <a:cubicBezTo>
                      <a:pt x="1074" y="480"/>
                      <a:pt x="1393" y="411"/>
                      <a:pt x="1393" y="297"/>
                    </a:cubicBezTo>
                    <a:cubicBezTo>
                      <a:pt x="1393" y="229"/>
                      <a:pt x="982" y="0"/>
                      <a:pt x="6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7" name="Google Shape;1667;p41">
              <a:extLst>
                <a:ext uri="{FF2B5EF4-FFF2-40B4-BE49-F238E27FC236}">
                  <a16:creationId xmlns:a16="http://schemas.microsoft.com/office/drawing/2014/main" id="{6E1C461D-FAB5-36C2-474A-39FD37797D8D}"/>
                </a:ext>
              </a:extLst>
            </p:cNvPr>
            <p:cNvGrpSpPr/>
            <p:nvPr/>
          </p:nvGrpSpPr>
          <p:grpSpPr>
            <a:xfrm>
              <a:off x="1839015" y="3535816"/>
              <a:ext cx="471106" cy="115630"/>
              <a:chOff x="1839011" y="3652415"/>
              <a:chExt cx="471106" cy="115630"/>
            </a:xfrm>
          </p:grpSpPr>
          <p:sp>
            <p:nvSpPr>
              <p:cNvPr id="1668" name="Google Shape;1668;p41">
                <a:extLst>
                  <a:ext uri="{FF2B5EF4-FFF2-40B4-BE49-F238E27FC236}">
                    <a16:creationId xmlns:a16="http://schemas.microsoft.com/office/drawing/2014/main" id="{65C88E4C-0795-7C53-EE02-94D53E131FC3}"/>
                  </a:ext>
                </a:extLst>
              </p:cNvPr>
              <p:cNvSpPr/>
              <p:nvPr/>
            </p:nvSpPr>
            <p:spPr>
              <a:xfrm>
                <a:off x="1851446" y="3664881"/>
                <a:ext cx="237055" cy="93643"/>
              </a:xfrm>
              <a:custGeom>
                <a:avLst/>
                <a:gdLst/>
                <a:ahLst/>
                <a:cxnLst/>
                <a:rect l="l" t="t" r="r" b="b"/>
                <a:pathLst>
                  <a:path w="7397" h="2922" extrusionOk="0">
                    <a:moveTo>
                      <a:pt x="549" y="0"/>
                    </a:moveTo>
                    <a:cubicBezTo>
                      <a:pt x="640" y="1005"/>
                      <a:pt x="435" y="1963"/>
                      <a:pt x="1" y="2922"/>
                    </a:cubicBezTo>
                    <a:lnTo>
                      <a:pt x="6848" y="2922"/>
                    </a:lnTo>
                    <a:lnTo>
                      <a:pt x="739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41">
                <a:extLst>
                  <a:ext uri="{FF2B5EF4-FFF2-40B4-BE49-F238E27FC236}">
                    <a16:creationId xmlns:a16="http://schemas.microsoft.com/office/drawing/2014/main" id="{768627D7-28F3-853B-938B-EF0742802AF8}"/>
                  </a:ext>
                </a:extLst>
              </p:cNvPr>
              <p:cNvSpPr/>
              <p:nvPr/>
            </p:nvSpPr>
            <p:spPr>
              <a:xfrm>
                <a:off x="1869008" y="3664881"/>
                <a:ext cx="219493" cy="93643"/>
              </a:xfrm>
              <a:custGeom>
                <a:avLst/>
                <a:gdLst/>
                <a:ahLst/>
                <a:cxnLst/>
                <a:rect l="l" t="t" r="r" b="b"/>
                <a:pathLst>
                  <a:path w="6849" h="2922" extrusionOk="0">
                    <a:moveTo>
                      <a:pt x="1" y="0"/>
                    </a:moveTo>
                    <a:cubicBezTo>
                      <a:pt x="23" y="365"/>
                      <a:pt x="23" y="708"/>
                      <a:pt x="1" y="1096"/>
                    </a:cubicBezTo>
                    <a:cubicBezTo>
                      <a:pt x="252" y="1050"/>
                      <a:pt x="548" y="1050"/>
                      <a:pt x="800" y="1050"/>
                    </a:cubicBezTo>
                    <a:cubicBezTo>
                      <a:pt x="2945" y="1050"/>
                      <a:pt x="4680" y="1552"/>
                      <a:pt x="4680" y="2146"/>
                    </a:cubicBezTo>
                    <a:cubicBezTo>
                      <a:pt x="4680" y="2420"/>
                      <a:pt x="4246" y="2716"/>
                      <a:pt x="3607" y="2922"/>
                    </a:cubicBezTo>
                    <a:lnTo>
                      <a:pt x="6300" y="2922"/>
                    </a:lnTo>
                    <a:lnTo>
                      <a:pt x="6848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41">
                <a:extLst>
                  <a:ext uri="{FF2B5EF4-FFF2-40B4-BE49-F238E27FC236}">
                    <a16:creationId xmlns:a16="http://schemas.microsoft.com/office/drawing/2014/main" id="{6A82B9BA-6EB2-760E-67B0-09CDB5A35625}"/>
                  </a:ext>
                </a:extLst>
              </p:cNvPr>
              <p:cNvSpPr/>
              <p:nvPr/>
            </p:nvSpPr>
            <p:spPr>
              <a:xfrm>
                <a:off x="1855099" y="3652447"/>
                <a:ext cx="248753" cy="21247"/>
              </a:xfrm>
              <a:custGeom>
                <a:avLst/>
                <a:gdLst/>
                <a:ahLst/>
                <a:cxnLst/>
                <a:rect l="l" t="t" r="r" b="b"/>
                <a:pathLst>
                  <a:path w="7762" h="663" extrusionOk="0">
                    <a:moveTo>
                      <a:pt x="343" y="0"/>
                    </a:moveTo>
                    <a:cubicBezTo>
                      <a:pt x="1" y="0"/>
                      <a:pt x="1" y="662"/>
                      <a:pt x="343" y="662"/>
                    </a:cubicBezTo>
                    <a:lnTo>
                      <a:pt x="7762" y="662"/>
                    </a:lnTo>
                    <a:lnTo>
                      <a:pt x="77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41">
                <a:extLst>
                  <a:ext uri="{FF2B5EF4-FFF2-40B4-BE49-F238E27FC236}">
                    <a16:creationId xmlns:a16="http://schemas.microsoft.com/office/drawing/2014/main" id="{C708A9E7-57E1-75F6-0AA1-59F61745AECC}"/>
                  </a:ext>
                </a:extLst>
              </p:cNvPr>
              <p:cNvSpPr/>
              <p:nvPr/>
            </p:nvSpPr>
            <p:spPr>
              <a:xfrm>
                <a:off x="1839011" y="3746060"/>
                <a:ext cx="248753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7762" h="686" extrusionOk="0">
                    <a:moveTo>
                      <a:pt x="343" y="1"/>
                    </a:moveTo>
                    <a:cubicBezTo>
                      <a:pt x="1" y="1"/>
                      <a:pt x="1" y="686"/>
                      <a:pt x="343" y="686"/>
                    </a:cubicBezTo>
                    <a:lnTo>
                      <a:pt x="7761" y="686"/>
                    </a:lnTo>
                    <a:lnTo>
                      <a:pt x="77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41">
                <a:extLst>
                  <a:ext uri="{FF2B5EF4-FFF2-40B4-BE49-F238E27FC236}">
                    <a16:creationId xmlns:a16="http://schemas.microsoft.com/office/drawing/2014/main" id="{F25BF42A-4426-71A3-15C6-4459DBE665BA}"/>
                  </a:ext>
                </a:extLst>
              </p:cNvPr>
              <p:cNvSpPr/>
              <p:nvPr/>
            </p:nvSpPr>
            <p:spPr>
              <a:xfrm>
                <a:off x="2062133" y="3652415"/>
                <a:ext cx="247984" cy="115627"/>
              </a:xfrm>
              <a:custGeom>
                <a:avLst/>
                <a:gdLst/>
                <a:ahLst/>
                <a:cxnLst/>
                <a:rect l="l" t="t" r="r" b="b"/>
                <a:pathLst>
                  <a:path w="7738" h="3608" extrusionOk="0">
                    <a:moveTo>
                      <a:pt x="7079" y="1"/>
                    </a:moveTo>
                    <a:cubicBezTo>
                      <a:pt x="7078" y="1"/>
                      <a:pt x="7077" y="1"/>
                      <a:pt x="7076" y="1"/>
                    </a:cubicBezTo>
                    <a:lnTo>
                      <a:pt x="252" y="1"/>
                    </a:lnTo>
                    <a:lnTo>
                      <a:pt x="1" y="3608"/>
                    </a:lnTo>
                    <a:lnTo>
                      <a:pt x="7556" y="3608"/>
                    </a:lnTo>
                    <a:cubicBezTo>
                      <a:pt x="7737" y="3585"/>
                      <a:pt x="7242" y="1"/>
                      <a:pt x="70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41">
                <a:extLst>
                  <a:ext uri="{FF2B5EF4-FFF2-40B4-BE49-F238E27FC236}">
                    <a16:creationId xmlns:a16="http://schemas.microsoft.com/office/drawing/2014/main" id="{5E6DD28C-C9F8-DBA2-B6D9-606696C8963A}"/>
                  </a:ext>
                </a:extLst>
              </p:cNvPr>
              <p:cNvSpPr/>
              <p:nvPr/>
            </p:nvSpPr>
            <p:spPr>
              <a:xfrm>
                <a:off x="2084823" y="3652415"/>
                <a:ext cx="225294" cy="115627"/>
              </a:xfrm>
              <a:custGeom>
                <a:avLst/>
                <a:gdLst/>
                <a:ahLst/>
                <a:cxnLst/>
                <a:rect l="l" t="t" r="r" b="b"/>
                <a:pathLst>
                  <a:path w="7030" h="3608" extrusionOk="0">
                    <a:moveTo>
                      <a:pt x="6371" y="1"/>
                    </a:moveTo>
                    <a:cubicBezTo>
                      <a:pt x="6370" y="1"/>
                      <a:pt x="6369" y="1"/>
                      <a:pt x="6368" y="1"/>
                    </a:cubicBezTo>
                    <a:lnTo>
                      <a:pt x="320" y="1"/>
                    </a:lnTo>
                    <a:cubicBezTo>
                      <a:pt x="297" y="869"/>
                      <a:pt x="137" y="2558"/>
                      <a:pt x="0" y="3608"/>
                    </a:cubicBezTo>
                    <a:lnTo>
                      <a:pt x="6871" y="3608"/>
                    </a:lnTo>
                    <a:cubicBezTo>
                      <a:pt x="7029" y="3585"/>
                      <a:pt x="6534" y="1"/>
                      <a:pt x="63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41">
                <a:extLst>
                  <a:ext uri="{FF2B5EF4-FFF2-40B4-BE49-F238E27FC236}">
                    <a16:creationId xmlns:a16="http://schemas.microsoft.com/office/drawing/2014/main" id="{C3C4C935-3277-EF50-A688-BE9C204C037E}"/>
                  </a:ext>
                </a:extLst>
              </p:cNvPr>
              <p:cNvSpPr/>
              <p:nvPr/>
            </p:nvSpPr>
            <p:spPr>
              <a:xfrm>
                <a:off x="2112609" y="3683886"/>
                <a:ext cx="34419" cy="49033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1530" extrusionOk="0">
                    <a:moveTo>
                      <a:pt x="594" y="252"/>
                    </a:moveTo>
                    <a:cubicBezTo>
                      <a:pt x="662" y="252"/>
                      <a:pt x="754" y="297"/>
                      <a:pt x="754" y="434"/>
                    </a:cubicBezTo>
                    <a:cubicBezTo>
                      <a:pt x="799" y="548"/>
                      <a:pt x="731" y="617"/>
                      <a:pt x="617" y="617"/>
                    </a:cubicBezTo>
                    <a:lnTo>
                      <a:pt x="617" y="594"/>
                    </a:lnTo>
                    <a:lnTo>
                      <a:pt x="274" y="594"/>
                    </a:lnTo>
                    <a:lnTo>
                      <a:pt x="274" y="252"/>
                    </a:lnTo>
                    <a:close/>
                    <a:moveTo>
                      <a:pt x="640" y="868"/>
                    </a:moveTo>
                    <a:cubicBezTo>
                      <a:pt x="754" y="868"/>
                      <a:pt x="822" y="982"/>
                      <a:pt x="822" y="1096"/>
                    </a:cubicBezTo>
                    <a:cubicBezTo>
                      <a:pt x="822" y="1256"/>
                      <a:pt x="731" y="1302"/>
                      <a:pt x="640" y="1302"/>
                    </a:cubicBezTo>
                    <a:lnTo>
                      <a:pt x="343" y="1302"/>
                    </a:lnTo>
                    <a:lnTo>
                      <a:pt x="343" y="868"/>
                    </a:lnTo>
                    <a:close/>
                    <a:moveTo>
                      <a:pt x="0" y="1"/>
                    </a:moveTo>
                    <a:lnTo>
                      <a:pt x="23" y="1530"/>
                    </a:lnTo>
                    <a:lnTo>
                      <a:pt x="640" y="1530"/>
                    </a:lnTo>
                    <a:cubicBezTo>
                      <a:pt x="959" y="1530"/>
                      <a:pt x="1073" y="1347"/>
                      <a:pt x="1073" y="1073"/>
                    </a:cubicBezTo>
                    <a:cubicBezTo>
                      <a:pt x="1073" y="868"/>
                      <a:pt x="959" y="754"/>
                      <a:pt x="845" y="731"/>
                    </a:cubicBezTo>
                    <a:cubicBezTo>
                      <a:pt x="982" y="685"/>
                      <a:pt x="1050" y="548"/>
                      <a:pt x="1050" y="412"/>
                    </a:cubicBezTo>
                    <a:cubicBezTo>
                      <a:pt x="1050" y="206"/>
                      <a:pt x="936" y="1"/>
                      <a:pt x="6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41">
                <a:extLst>
                  <a:ext uri="{FF2B5EF4-FFF2-40B4-BE49-F238E27FC236}">
                    <a16:creationId xmlns:a16="http://schemas.microsoft.com/office/drawing/2014/main" id="{D82857C9-B7B2-9D4A-3AE6-303F7605C143}"/>
                  </a:ext>
                </a:extLst>
              </p:cNvPr>
              <p:cNvSpPr/>
              <p:nvPr/>
            </p:nvSpPr>
            <p:spPr>
              <a:xfrm>
                <a:off x="2152830" y="3683886"/>
                <a:ext cx="9550" cy="4977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53" extrusionOk="0">
                    <a:moveTo>
                      <a:pt x="1" y="1"/>
                    </a:moveTo>
                    <a:lnTo>
                      <a:pt x="24" y="1553"/>
                    </a:lnTo>
                    <a:lnTo>
                      <a:pt x="298" y="1553"/>
                    </a:lnTo>
                    <a:lnTo>
                      <a:pt x="2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41">
                <a:extLst>
                  <a:ext uri="{FF2B5EF4-FFF2-40B4-BE49-F238E27FC236}">
                    <a16:creationId xmlns:a16="http://schemas.microsoft.com/office/drawing/2014/main" id="{9FA6C8B0-B28B-0510-A630-6E9E1C6C4EC3}"/>
                  </a:ext>
                </a:extLst>
              </p:cNvPr>
              <p:cNvSpPr/>
              <p:nvPr/>
            </p:nvSpPr>
            <p:spPr>
              <a:xfrm>
                <a:off x="2168951" y="3683886"/>
                <a:ext cx="35124" cy="49033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530" extrusionOk="0">
                    <a:moveTo>
                      <a:pt x="571" y="252"/>
                    </a:moveTo>
                    <a:cubicBezTo>
                      <a:pt x="662" y="252"/>
                      <a:pt x="753" y="297"/>
                      <a:pt x="753" y="434"/>
                    </a:cubicBezTo>
                    <a:cubicBezTo>
                      <a:pt x="776" y="548"/>
                      <a:pt x="708" y="617"/>
                      <a:pt x="593" y="617"/>
                    </a:cubicBezTo>
                    <a:lnTo>
                      <a:pt x="593" y="594"/>
                    </a:lnTo>
                    <a:lnTo>
                      <a:pt x="251" y="594"/>
                    </a:lnTo>
                    <a:lnTo>
                      <a:pt x="251" y="252"/>
                    </a:lnTo>
                    <a:close/>
                    <a:moveTo>
                      <a:pt x="639" y="868"/>
                    </a:moveTo>
                    <a:cubicBezTo>
                      <a:pt x="753" y="868"/>
                      <a:pt x="799" y="982"/>
                      <a:pt x="799" y="1096"/>
                    </a:cubicBezTo>
                    <a:cubicBezTo>
                      <a:pt x="799" y="1256"/>
                      <a:pt x="708" y="1302"/>
                      <a:pt x="639" y="1302"/>
                    </a:cubicBezTo>
                    <a:lnTo>
                      <a:pt x="320" y="1302"/>
                    </a:lnTo>
                    <a:lnTo>
                      <a:pt x="320" y="868"/>
                    </a:lnTo>
                    <a:close/>
                    <a:moveTo>
                      <a:pt x="0" y="1"/>
                    </a:moveTo>
                    <a:lnTo>
                      <a:pt x="23" y="1530"/>
                    </a:lnTo>
                    <a:lnTo>
                      <a:pt x="662" y="1530"/>
                    </a:lnTo>
                    <a:cubicBezTo>
                      <a:pt x="982" y="1530"/>
                      <a:pt x="1096" y="1347"/>
                      <a:pt x="1096" y="1073"/>
                    </a:cubicBezTo>
                    <a:cubicBezTo>
                      <a:pt x="1096" y="868"/>
                      <a:pt x="982" y="754"/>
                      <a:pt x="867" y="731"/>
                    </a:cubicBezTo>
                    <a:cubicBezTo>
                      <a:pt x="1004" y="685"/>
                      <a:pt x="1050" y="548"/>
                      <a:pt x="1050" y="412"/>
                    </a:cubicBezTo>
                    <a:cubicBezTo>
                      <a:pt x="1050" y="206"/>
                      <a:pt x="936" y="1"/>
                      <a:pt x="6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41">
                <a:extLst>
                  <a:ext uri="{FF2B5EF4-FFF2-40B4-BE49-F238E27FC236}">
                    <a16:creationId xmlns:a16="http://schemas.microsoft.com/office/drawing/2014/main" id="{0B2337EE-7F95-350F-58A4-398910ACC90C}"/>
                  </a:ext>
                </a:extLst>
              </p:cNvPr>
              <p:cNvSpPr/>
              <p:nvPr/>
            </p:nvSpPr>
            <p:spPr>
              <a:xfrm>
                <a:off x="2208434" y="3683886"/>
                <a:ext cx="30766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960" h="1508" extrusionOk="0">
                    <a:moveTo>
                      <a:pt x="1" y="1"/>
                    </a:moveTo>
                    <a:lnTo>
                      <a:pt x="23" y="1233"/>
                    </a:lnTo>
                    <a:cubicBezTo>
                      <a:pt x="23" y="1461"/>
                      <a:pt x="160" y="1507"/>
                      <a:pt x="343" y="1507"/>
                    </a:cubicBezTo>
                    <a:lnTo>
                      <a:pt x="959" y="1507"/>
                    </a:lnTo>
                    <a:lnTo>
                      <a:pt x="959" y="1256"/>
                    </a:lnTo>
                    <a:lnTo>
                      <a:pt x="457" y="1256"/>
                    </a:lnTo>
                    <a:cubicBezTo>
                      <a:pt x="366" y="1256"/>
                      <a:pt x="320" y="1256"/>
                      <a:pt x="320" y="1142"/>
                    </a:cubicBezTo>
                    <a:lnTo>
                      <a:pt x="2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41">
                <a:extLst>
                  <a:ext uri="{FF2B5EF4-FFF2-40B4-BE49-F238E27FC236}">
                    <a16:creationId xmlns:a16="http://schemas.microsoft.com/office/drawing/2014/main" id="{71DC8F90-9912-7C58-46A8-16767581DDA3}"/>
                  </a:ext>
                </a:extLst>
              </p:cNvPr>
              <p:cNvSpPr/>
              <p:nvPr/>
            </p:nvSpPr>
            <p:spPr>
              <a:xfrm>
                <a:off x="2242823" y="3683886"/>
                <a:ext cx="32208" cy="47591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1485" extrusionOk="0">
                    <a:moveTo>
                      <a:pt x="343" y="1"/>
                    </a:moveTo>
                    <a:cubicBezTo>
                      <a:pt x="206" y="1"/>
                      <a:pt x="46" y="69"/>
                      <a:pt x="46" y="320"/>
                    </a:cubicBezTo>
                    <a:lnTo>
                      <a:pt x="0" y="1188"/>
                    </a:lnTo>
                    <a:cubicBezTo>
                      <a:pt x="0" y="1461"/>
                      <a:pt x="206" y="1484"/>
                      <a:pt x="343" y="1484"/>
                    </a:cubicBezTo>
                    <a:cubicBezTo>
                      <a:pt x="343" y="1484"/>
                      <a:pt x="891" y="1484"/>
                      <a:pt x="1005" y="1461"/>
                    </a:cubicBezTo>
                    <a:lnTo>
                      <a:pt x="1005" y="1233"/>
                    </a:lnTo>
                    <a:lnTo>
                      <a:pt x="434" y="1233"/>
                    </a:lnTo>
                    <a:cubicBezTo>
                      <a:pt x="343" y="1233"/>
                      <a:pt x="297" y="1233"/>
                      <a:pt x="297" y="1119"/>
                    </a:cubicBezTo>
                    <a:lnTo>
                      <a:pt x="297" y="891"/>
                    </a:lnTo>
                    <a:lnTo>
                      <a:pt x="891" y="868"/>
                    </a:lnTo>
                    <a:lnTo>
                      <a:pt x="891" y="640"/>
                    </a:lnTo>
                    <a:lnTo>
                      <a:pt x="297" y="617"/>
                    </a:lnTo>
                    <a:lnTo>
                      <a:pt x="297" y="389"/>
                    </a:lnTo>
                    <a:cubicBezTo>
                      <a:pt x="297" y="320"/>
                      <a:pt x="297" y="275"/>
                      <a:pt x="411" y="275"/>
                    </a:cubicBezTo>
                    <a:lnTo>
                      <a:pt x="1005" y="275"/>
                    </a:lnTo>
                    <a:lnTo>
                      <a:pt x="1005" y="46"/>
                    </a:lnTo>
                    <a:cubicBezTo>
                      <a:pt x="891" y="46"/>
                      <a:pt x="343" y="1"/>
                      <a:pt x="3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9" name="Google Shape;1679;p41">
              <a:extLst>
                <a:ext uri="{FF2B5EF4-FFF2-40B4-BE49-F238E27FC236}">
                  <a16:creationId xmlns:a16="http://schemas.microsoft.com/office/drawing/2014/main" id="{348AAB74-A05F-29B2-9085-E5461C011AF1}"/>
                </a:ext>
              </a:extLst>
            </p:cNvPr>
            <p:cNvGrpSpPr/>
            <p:nvPr/>
          </p:nvGrpSpPr>
          <p:grpSpPr>
            <a:xfrm>
              <a:off x="1184327" y="3645550"/>
              <a:ext cx="1834646" cy="1403822"/>
              <a:chOff x="1184327" y="3645550"/>
              <a:chExt cx="1834646" cy="1403822"/>
            </a:xfrm>
          </p:grpSpPr>
          <p:sp>
            <p:nvSpPr>
              <p:cNvPr id="1680" name="Google Shape;1680;p41">
                <a:extLst>
                  <a:ext uri="{FF2B5EF4-FFF2-40B4-BE49-F238E27FC236}">
                    <a16:creationId xmlns:a16="http://schemas.microsoft.com/office/drawing/2014/main" id="{CC4850B5-F351-47C0-2138-315D3AA6063C}"/>
                  </a:ext>
                </a:extLst>
              </p:cNvPr>
              <p:cNvSpPr/>
              <p:nvPr/>
            </p:nvSpPr>
            <p:spPr>
              <a:xfrm>
                <a:off x="1199678" y="3677022"/>
                <a:ext cx="692034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21594" h="42068" extrusionOk="0">
                    <a:moveTo>
                      <a:pt x="13719" y="0"/>
                    </a:moveTo>
                    <a:lnTo>
                      <a:pt x="7967" y="10112"/>
                    </a:lnTo>
                    <a:lnTo>
                      <a:pt x="1" y="10249"/>
                    </a:lnTo>
                    <a:lnTo>
                      <a:pt x="1" y="42067"/>
                    </a:lnTo>
                    <a:lnTo>
                      <a:pt x="21593" y="42067"/>
                    </a:lnTo>
                    <a:lnTo>
                      <a:pt x="2159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41">
                <a:extLst>
                  <a:ext uri="{FF2B5EF4-FFF2-40B4-BE49-F238E27FC236}">
                    <a16:creationId xmlns:a16="http://schemas.microsoft.com/office/drawing/2014/main" id="{75DEE178-FE33-5F2B-7015-6B7C20E04E11}"/>
                  </a:ext>
                </a:extLst>
              </p:cNvPr>
              <p:cNvSpPr/>
              <p:nvPr/>
            </p:nvSpPr>
            <p:spPr>
              <a:xfrm>
                <a:off x="1639320" y="3677022"/>
                <a:ext cx="252406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42068" extrusionOk="0">
                    <a:moveTo>
                      <a:pt x="1" y="0"/>
                    </a:moveTo>
                    <a:cubicBezTo>
                      <a:pt x="1" y="0"/>
                      <a:pt x="2329" y="18420"/>
                      <a:pt x="4429" y="25542"/>
                    </a:cubicBezTo>
                    <a:cubicBezTo>
                      <a:pt x="6209" y="31499"/>
                      <a:pt x="6711" y="37274"/>
                      <a:pt x="6141" y="42067"/>
                    </a:cubicBezTo>
                    <a:lnTo>
                      <a:pt x="7875" y="42067"/>
                    </a:lnTo>
                    <a:lnTo>
                      <a:pt x="7875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41">
                <a:extLst>
                  <a:ext uri="{FF2B5EF4-FFF2-40B4-BE49-F238E27FC236}">
                    <a16:creationId xmlns:a16="http://schemas.microsoft.com/office/drawing/2014/main" id="{F0590DB8-BF4E-868A-600E-7A7E9249B091}"/>
                  </a:ext>
                </a:extLst>
              </p:cNvPr>
              <p:cNvSpPr/>
              <p:nvPr/>
            </p:nvSpPr>
            <p:spPr>
              <a:xfrm>
                <a:off x="1882184" y="3677022"/>
                <a:ext cx="1105318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34490" h="42068" extrusionOk="0">
                    <a:moveTo>
                      <a:pt x="1" y="0"/>
                    </a:moveTo>
                    <a:lnTo>
                      <a:pt x="1" y="42067"/>
                    </a:lnTo>
                    <a:lnTo>
                      <a:pt x="33257" y="42067"/>
                    </a:lnTo>
                    <a:lnTo>
                      <a:pt x="344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41">
                <a:extLst>
                  <a:ext uri="{FF2B5EF4-FFF2-40B4-BE49-F238E27FC236}">
                    <a16:creationId xmlns:a16="http://schemas.microsoft.com/office/drawing/2014/main" id="{A0491D42-B935-F1D5-E76E-500985F0E47A}"/>
                  </a:ext>
                </a:extLst>
              </p:cNvPr>
              <p:cNvSpPr/>
              <p:nvPr/>
            </p:nvSpPr>
            <p:spPr>
              <a:xfrm>
                <a:off x="1882184" y="3674810"/>
                <a:ext cx="1111183" cy="49065"/>
              </a:xfrm>
              <a:custGeom>
                <a:avLst/>
                <a:gdLst/>
                <a:ahLst/>
                <a:cxnLst/>
                <a:rect l="l" t="t" r="r" b="b"/>
                <a:pathLst>
                  <a:path w="34673" h="1531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34467" y="1530"/>
                    </a:lnTo>
                    <a:lnTo>
                      <a:pt x="34672" y="1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41">
                <a:extLst>
                  <a:ext uri="{FF2B5EF4-FFF2-40B4-BE49-F238E27FC236}">
                    <a16:creationId xmlns:a16="http://schemas.microsoft.com/office/drawing/2014/main" id="{D7B06032-DD0F-1A8F-F8EA-FC00D3A6291E}"/>
                  </a:ext>
                </a:extLst>
              </p:cNvPr>
              <p:cNvSpPr/>
              <p:nvPr/>
            </p:nvSpPr>
            <p:spPr>
              <a:xfrm>
                <a:off x="1868275" y="3677022"/>
                <a:ext cx="20510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2068" extrusionOk="0">
                    <a:moveTo>
                      <a:pt x="1" y="0"/>
                    </a:moveTo>
                    <a:lnTo>
                      <a:pt x="1" y="42067"/>
                    </a:lnTo>
                    <a:lnTo>
                      <a:pt x="640" y="42067"/>
                    </a:ln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41">
                <a:extLst>
                  <a:ext uri="{FF2B5EF4-FFF2-40B4-BE49-F238E27FC236}">
                    <a16:creationId xmlns:a16="http://schemas.microsoft.com/office/drawing/2014/main" id="{89B39DEB-9A45-C92B-AFC7-CF6154B83944}"/>
                  </a:ext>
                </a:extLst>
              </p:cNvPr>
              <p:cNvSpPr/>
              <p:nvPr/>
            </p:nvSpPr>
            <p:spPr>
              <a:xfrm>
                <a:off x="1622495" y="3645550"/>
                <a:ext cx="253143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7899" h="1508" extrusionOk="0">
                    <a:moveTo>
                      <a:pt x="1" y="1"/>
                    </a:moveTo>
                    <a:lnTo>
                      <a:pt x="1" y="1507"/>
                    </a:lnTo>
                    <a:lnTo>
                      <a:pt x="7898" y="1507"/>
                    </a:lnTo>
                    <a:lnTo>
                      <a:pt x="789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41">
                <a:extLst>
                  <a:ext uri="{FF2B5EF4-FFF2-40B4-BE49-F238E27FC236}">
                    <a16:creationId xmlns:a16="http://schemas.microsoft.com/office/drawing/2014/main" id="{F024C373-57CF-A14B-485F-BBADB1AE5133}"/>
                  </a:ext>
                </a:extLst>
              </p:cNvPr>
              <p:cNvSpPr/>
              <p:nvPr/>
            </p:nvSpPr>
            <p:spPr>
              <a:xfrm>
                <a:off x="1875614" y="3645550"/>
                <a:ext cx="1143359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35677" h="1508" extrusionOk="0">
                    <a:moveTo>
                      <a:pt x="0" y="1"/>
                    </a:moveTo>
                    <a:lnTo>
                      <a:pt x="0" y="1507"/>
                    </a:lnTo>
                    <a:lnTo>
                      <a:pt x="35676" y="1507"/>
                    </a:lnTo>
                    <a:lnTo>
                      <a:pt x="3567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41">
                <a:extLst>
                  <a:ext uri="{FF2B5EF4-FFF2-40B4-BE49-F238E27FC236}">
                    <a16:creationId xmlns:a16="http://schemas.microsoft.com/office/drawing/2014/main" id="{2788EF0A-3EDD-D37B-0693-F76E5707890F}"/>
                  </a:ext>
                </a:extLst>
              </p:cNvPr>
              <p:cNvSpPr/>
              <p:nvPr/>
            </p:nvSpPr>
            <p:spPr>
              <a:xfrm>
                <a:off x="1868275" y="3677022"/>
                <a:ext cx="20510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2068" extrusionOk="0">
                    <a:moveTo>
                      <a:pt x="1" y="0"/>
                    </a:moveTo>
                    <a:lnTo>
                      <a:pt x="1" y="42067"/>
                    </a:lnTo>
                    <a:lnTo>
                      <a:pt x="640" y="42067"/>
                    </a:lnTo>
                    <a:lnTo>
                      <a:pt x="640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41">
                <a:extLst>
                  <a:ext uri="{FF2B5EF4-FFF2-40B4-BE49-F238E27FC236}">
                    <a16:creationId xmlns:a16="http://schemas.microsoft.com/office/drawing/2014/main" id="{09FC5973-0070-8F7D-1A39-5BC543BA0612}"/>
                  </a:ext>
                </a:extLst>
              </p:cNvPr>
              <p:cNvSpPr/>
              <p:nvPr/>
            </p:nvSpPr>
            <p:spPr>
              <a:xfrm>
                <a:off x="1759278" y="5010562"/>
                <a:ext cx="1205531" cy="38810"/>
              </a:xfrm>
              <a:custGeom>
                <a:avLst/>
                <a:gdLst/>
                <a:ahLst/>
                <a:cxnLst/>
                <a:rect l="l" t="t" r="r" b="b"/>
                <a:pathLst>
                  <a:path w="37617" h="1211" extrusionOk="0">
                    <a:moveTo>
                      <a:pt x="1" y="1"/>
                    </a:moveTo>
                    <a:lnTo>
                      <a:pt x="1" y="1210"/>
                    </a:lnTo>
                    <a:lnTo>
                      <a:pt x="37617" y="1210"/>
                    </a:lnTo>
                    <a:lnTo>
                      <a:pt x="376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41">
                <a:extLst>
                  <a:ext uri="{FF2B5EF4-FFF2-40B4-BE49-F238E27FC236}">
                    <a16:creationId xmlns:a16="http://schemas.microsoft.com/office/drawing/2014/main" id="{DD8E7A32-212E-F8A1-491E-65DDFB3A0031}"/>
                  </a:ext>
                </a:extLst>
              </p:cNvPr>
              <p:cNvSpPr/>
              <p:nvPr/>
            </p:nvSpPr>
            <p:spPr>
              <a:xfrm>
                <a:off x="1184327" y="5010562"/>
                <a:ext cx="692002" cy="38810"/>
              </a:xfrm>
              <a:custGeom>
                <a:avLst/>
                <a:gdLst/>
                <a:ahLst/>
                <a:cxnLst/>
                <a:rect l="l" t="t" r="r" b="b"/>
                <a:pathLst>
                  <a:path w="21593" h="1211" extrusionOk="0">
                    <a:moveTo>
                      <a:pt x="0" y="1"/>
                    </a:moveTo>
                    <a:lnTo>
                      <a:pt x="0" y="1210"/>
                    </a:lnTo>
                    <a:lnTo>
                      <a:pt x="21593" y="1210"/>
                    </a:lnTo>
                    <a:lnTo>
                      <a:pt x="215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41">
                <a:extLst>
                  <a:ext uri="{FF2B5EF4-FFF2-40B4-BE49-F238E27FC236}">
                    <a16:creationId xmlns:a16="http://schemas.microsoft.com/office/drawing/2014/main" id="{33E75BBD-EFAF-1F8F-89F6-E2C934E6331D}"/>
                  </a:ext>
                </a:extLst>
              </p:cNvPr>
              <p:cNvSpPr/>
              <p:nvPr/>
            </p:nvSpPr>
            <p:spPr>
              <a:xfrm>
                <a:off x="2002879" y="3771373"/>
                <a:ext cx="940017" cy="1174092"/>
              </a:xfrm>
              <a:custGeom>
                <a:avLst/>
                <a:gdLst/>
                <a:ahLst/>
                <a:cxnLst/>
                <a:rect l="l" t="t" r="r" b="b"/>
                <a:pathLst>
                  <a:path w="29332" h="36636" extrusionOk="0">
                    <a:moveTo>
                      <a:pt x="1" y="1"/>
                    </a:moveTo>
                    <a:lnTo>
                      <a:pt x="1" y="36635"/>
                    </a:lnTo>
                    <a:lnTo>
                      <a:pt x="28258" y="36635"/>
                    </a:lnTo>
                    <a:lnTo>
                      <a:pt x="293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41">
                <a:extLst>
                  <a:ext uri="{FF2B5EF4-FFF2-40B4-BE49-F238E27FC236}">
                    <a16:creationId xmlns:a16="http://schemas.microsoft.com/office/drawing/2014/main" id="{CBA03B5D-B7A1-3509-2991-FD3AEA0AA102}"/>
                  </a:ext>
                </a:extLst>
              </p:cNvPr>
              <p:cNvSpPr/>
              <p:nvPr/>
            </p:nvSpPr>
            <p:spPr>
              <a:xfrm>
                <a:off x="2048228" y="3790409"/>
                <a:ext cx="894670" cy="1136020"/>
              </a:xfrm>
              <a:custGeom>
                <a:avLst/>
                <a:gdLst/>
                <a:ahLst/>
                <a:cxnLst/>
                <a:rect l="l" t="t" r="r" b="b"/>
                <a:pathLst>
                  <a:path w="27917" h="35448" extrusionOk="0">
                    <a:moveTo>
                      <a:pt x="1" y="0"/>
                    </a:moveTo>
                    <a:lnTo>
                      <a:pt x="1" y="35448"/>
                    </a:lnTo>
                    <a:lnTo>
                      <a:pt x="26912" y="35448"/>
                    </a:lnTo>
                    <a:lnTo>
                      <a:pt x="279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41">
                <a:extLst>
                  <a:ext uri="{FF2B5EF4-FFF2-40B4-BE49-F238E27FC236}">
                    <a16:creationId xmlns:a16="http://schemas.microsoft.com/office/drawing/2014/main" id="{23D1B5BA-029E-A112-99E1-E311D3FC86CB}"/>
                  </a:ext>
                </a:extLst>
              </p:cNvPr>
              <p:cNvSpPr/>
              <p:nvPr/>
            </p:nvSpPr>
            <p:spPr>
              <a:xfrm>
                <a:off x="2182095" y="3790409"/>
                <a:ext cx="626945" cy="1136020"/>
              </a:xfrm>
              <a:custGeom>
                <a:avLst/>
                <a:gdLst/>
                <a:ahLst/>
                <a:cxnLst/>
                <a:rect l="l" t="t" r="r" b="b"/>
                <a:pathLst>
                  <a:path w="19563" h="35448" extrusionOk="0">
                    <a:moveTo>
                      <a:pt x="6917" y="0"/>
                    </a:moveTo>
                    <a:lnTo>
                      <a:pt x="1" y="35448"/>
                    </a:lnTo>
                    <a:lnTo>
                      <a:pt x="12167" y="35448"/>
                    </a:lnTo>
                    <a:lnTo>
                      <a:pt x="19562" y="0"/>
                    </a:ln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41">
                <a:extLst>
                  <a:ext uri="{FF2B5EF4-FFF2-40B4-BE49-F238E27FC236}">
                    <a16:creationId xmlns:a16="http://schemas.microsoft.com/office/drawing/2014/main" id="{BABC5069-90BA-5757-F697-0D9A6C959E2F}"/>
                  </a:ext>
                </a:extLst>
              </p:cNvPr>
              <p:cNvSpPr/>
              <p:nvPr/>
            </p:nvSpPr>
            <p:spPr>
              <a:xfrm>
                <a:off x="1850007" y="3645550"/>
                <a:ext cx="47558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08" extrusionOk="0">
                    <a:moveTo>
                      <a:pt x="0" y="1"/>
                    </a:moveTo>
                    <a:lnTo>
                      <a:pt x="0" y="1507"/>
                    </a:lnTo>
                    <a:lnTo>
                      <a:pt x="1484" y="1507"/>
                    </a:lnTo>
                    <a:lnTo>
                      <a:pt x="14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41">
                <a:extLst>
                  <a:ext uri="{FF2B5EF4-FFF2-40B4-BE49-F238E27FC236}">
                    <a16:creationId xmlns:a16="http://schemas.microsoft.com/office/drawing/2014/main" id="{A93F3728-4134-78D9-BDAB-609CE64F3FBE}"/>
                  </a:ext>
                </a:extLst>
              </p:cNvPr>
              <p:cNvSpPr/>
              <p:nvPr/>
            </p:nvSpPr>
            <p:spPr>
              <a:xfrm>
                <a:off x="1850007" y="3645550"/>
                <a:ext cx="47558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08" extrusionOk="0">
                    <a:moveTo>
                      <a:pt x="0" y="1"/>
                    </a:moveTo>
                    <a:lnTo>
                      <a:pt x="0" y="1507"/>
                    </a:lnTo>
                    <a:lnTo>
                      <a:pt x="1484" y="1507"/>
                    </a:lnTo>
                    <a:lnTo>
                      <a:pt x="1484" y="1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95" name="Google Shape;1695;p41">
            <a:extLst>
              <a:ext uri="{FF2B5EF4-FFF2-40B4-BE49-F238E27FC236}">
                <a16:creationId xmlns:a16="http://schemas.microsoft.com/office/drawing/2014/main" id="{B9CAE1D6-2402-2C0E-D417-5E0DF8F7E0DC}"/>
              </a:ext>
            </a:extLst>
          </p:cNvPr>
          <p:cNvGrpSpPr/>
          <p:nvPr/>
        </p:nvGrpSpPr>
        <p:grpSpPr>
          <a:xfrm>
            <a:off x="5040000" y="5546769"/>
            <a:ext cx="984654" cy="2835463"/>
            <a:chOff x="5038679" y="2311250"/>
            <a:chExt cx="984654" cy="2835463"/>
          </a:xfrm>
        </p:grpSpPr>
        <p:sp>
          <p:nvSpPr>
            <p:cNvPr id="1696" name="Google Shape;1696;p41">
              <a:extLst>
                <a:ext uri="{FF2B5EF4-FFF2-40B4-BE49-F238E27FC236}">
                  <a16:creationId xmlns:a16="http://schemas.microsoft.com/office/drawing/2014/main" id="{E0E22E9B-47C2-509A-689C-8089D50B1286}"/>
                </a:ext>
              </a:extLst>
            </p:cNvPr>
            <p:cNvSpPr/>
            <p:nvPr/>
          </p:nvSpPr>
          <p:spPr>
            <a:xfrm>
              <a:off x="5443324" y="2311250"/>
              <a:ext cx="373706" cy="325603"/>
            </a:xfrm>
            <a:custGeom>
              <a:avLst/>
              <a:gdLst/>
              <a:ahLst/>
              <a:cxnLst/>
              <a:rect l="l" t="t" r="r" b="b"/>
              <a:pathLst>
                <a:path w="11661" h="10160" extrusionOk="0">
                  <a:moveTo>
                    <a:pt x="4949" y="1"/>
                  </a:moveTo>
                  <a:cubicBezTo>
                    <a:pt x="0" y="1"/>
                    <a:pt x="124" y="4552"/>
                    <a:pt x="1138" y="5161"/>
                  </a:cubicBezTo>
                  <a:cubicBezTo>
                    <a:pt x="1138" y="5161"/>
                    <a:pt x="3352" y="7923"/>
                    <a:pt x="4859" y="8585"/>
                  </a:cubicBezTo>
                  <a:cubicBezTo>
                    <a:pt x="6639" y="9361"/>
                    <a:pt x="9766" y="10160"/>
                    <a:pt x="9766" y="10160"/>
                  </a:cubicBezTo>
                  <a:lnTo>
                    <a:pt x="10908" y="9475"/>
                  </a:lnTo>
                  <a:cubicBezTo>
                    <a:pt x="10908" y="9475"/>
                    <a:pt x="11592" y="7535"/>
                    <a:pt x="11638" y="5047"/>
                  </a:cubicBezTo>
                  <a:cubicBezTo>
                    <a:pt x="11661" y="2559"/>
                    <a:pt x="10246" y="94"/>
                    <a:pt x="5133" y="3"/>
                  </a:cubicBezTo>
                  <a:cubicBezTo>
                    <a:pt x="5071" y="1"/>
                    <a:pt x="5009" y="1"/>
                    <a:pt x="49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1">
              <a:extLst>
                <a:ext uri="{FF2B5EF4-FFF2-40B4-BE49-F238E27FC236}">
                  <a16:creationId xmlns:a16="http://schemas.microsoft.com/office/drawing/2014/main" id="{7CFA8E5F-4942-6FEF-F172-F0F0B09977BD}"/>
                </a:ext>
              </a:extLst>
            </p:cNvPr>
            <p:cNvSpPr/>
            <p:nvPr/>
          </p:nvSpPr>
          <p:spPr>
            <a:xfrm>
              <a:off x="5038679" y="5106430"/>
              <a:ext cx="969277" cy="40284"/>
            </a:xfrm>
            <a:custGeom>
              <a:avLst/>
              <a:gdLst/>
              <a:ahLst/>
              <a:cxnLst/>
              <a:rect l="l" t="t" r="r" b="b"/>
              <a:pathLst>
                <a:path w="30245" h="1257" extrusionOk="0">
                  <a:moveTo>
                    <a:pt x="15111" y="1"/>
                  </a:moveTo>
                  <a:cubicBezTo>
                    <a:pt x="6757" y="1"/>
                    <a:pt x="1" y="275"/>
                    <a:pt x="1" y="640"/>
                  </a:cubicBezTo>
                  <a:cubicBezTo>
                    <a:pt x="1" y="982"/>
                    <a:pt x="6757" y="1256"/>
                    <a:pt x="15111" y="1256"/>
                  </a:cubicBezTo>
                  <a:cubicBezTo>
                    <a:pt x="23465" y="1256"/>
                    <a:pt x="30244" y="982"/>
                    <a:pt x="30244" y="640"/>
                  </a:cubicBezTo>
                  <a:cubicBezTo>
                    <a:pt x="30244" y="275"/>
                    <a:pt x="23465" y="1"/>
                    <a:pt x="15111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1">
              <a:extLst>
                <a:ext uri="{FF2B5EF4-FFF2-40B4-BE49-F238E27FC236}">
                  <a16:creationId xmlns:a16="http://schemas.microsoft.com/office/drawing/2014/main" id="{57D3DDFA-3A82-A72D-8EF7-BD53A7E39C6A}"/>
                </a:ext>
              </a:extLst>
            </p:cNvPr>
            <p:cNvSpPr/>
            <p:nvPr/>
          </p:nvSpPr>
          <p:spPr>
            <a:xfrm>
              <a:off x="5476142" y="2563697"/>
              <a:ext cx="40252" cy="40252"/>
            </a:xfrm>
            <a:custGeom>
              <a:avLst/>
              <a:gdLst/>
              <a:ahLst/>
              <a:cxnLst/>
              <a:rect l="l" t="t" r="r" b="b"/>
              <a:pathLst>
                <a:path w="1256" h="1256" extrusionOk="0">
                  <a:moveTo>
                    <a:pt x="617" y="0"/>
                  </a:moveTo>
                  <a:lnTo>
                    <a:pt x="0" y="320"/>
                  </a:lnTo>
                  <a:lnTo>
                    <a:pt x="890" y="1256"/>
                  </a:lnTo>
                  <a:lnTo>
                    <a:pt x="1256" y="1028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1">
              <a:extLst>
                <a:ext uri="{FF2B5EF4-FFF2-40B4-BE49-F238E27FC236}">
                  <a16:creationId xmlns:a16="http://schemas.microsoft.com/office/drawing/2014/main" id="{BC3B39D0-BEA1-FFD5-F2FA-A0E27131DC86}"/>
                </a:ext>
              </a:extLst>
            </p:cNvPr>
            <p:cNvSpPr/>
            <p:nvPr/>
          </p:nvSpPr>
          <p:spPr>
            <a:xfrm>
              <a:off x="5484186" y="2571741"/>
              <a:ext cx="21247" cy="21247"/>
            </a:xfrm>
            <a:custGeom>
              <a:avLst/>
              <a:gdLst/>
              <a:ahLst/>
              <a:cxnLst/>
              <a:rect l="l" t="t" r="r" b="b"/>
              <a:pathLst>
                <a:path w="663" h="663" extrusionOk="0">
                  <a:moveTo>
                    <a:pt x="320" y="0"/>
                  </a:moveTo>
                  <a:lnTo>
                    <a:pt x="0" y="183"/>
                  </a:lnTo>
                  <a:lnTo>
                    <a:pt x="480" y="662"/>
                  </a:lnTo>
                  <a:lnTo>
                    <a:pt x="662" y="52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1">
              <a:extLst>
                <a:ext uri="{FF2B5EF4-FFF2-40B4-BE49-F238E27FC236}">
                  <a16:creationId xmlns:a16="http://schemas.microsoft.com/office/drawing/2014/main" id="{91C2EAB5-E208-9C5C-2DE1-B77987B43AD9}"/>
                </a:ext>
              </a:extLst>
            </p:cNvPr>
            <p:cNvSpPr/>
            <p:nvPr/>
          </p:nvSpPr>
          <p:spPr>
            <a:xfrm>
              <a:off x="5196679" y="2873702"/>
              <a:ext cx="116364" cy="129664"/>
            </a:xfrm>
            <a:custGeom>
              <a:avLst/>
              <a:gdLst/>
              <a:ahLst/>
              <a:cxnLst/>
              <a:rect l="l" t="t" r="r" b="b"/>
              <a:pathLst>
                <a:path w="3631" h="4046" extrusionOk="0">
                  <a:moveTo>
                    <a:pt x="938" y="0"/>
                  </a:moveTo>
                  <a:cubicBezTo>
                    <a:pt x="921" y="0"/>
                    <a:pt x="906" y="2"/>
                    <a:pt x="891" y="5"/>
                  </a:cubicBezTo>
                  <a:cubicBezTo>
                    <a:pt x="412" y="74"/>
                    <a:pt x="1" y="2060"/>
                    <a:pt x="526" y="2196"/>
                  </a:cubicBezTo>
                  <a:cubicBezTo>
                    <a:pt x="1074" y="2311"/>
                    <a:pt x="2169" y="4045"/>
                    <a:pt x="2169" y="4045"/>
                  </a:cubicBezTo>
                  <a:lnTo>
                    <a:pt x="3630" y="2402"/>
                  </a:lnTo>
                  <a:cubicBezTo>
                    <a:pt x="2793" y="1191"/>
                    <a:pt x="1404" y="0"/>
                    <a:pt x="938" y="0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1">
              <a:extLst>
                <a:ext uri="{FF2B5EF4-FFF2-40B4-BE49-F238E27FC236}">
                  <a16:creationId xmlns:a16="http://schemas.microsoft.com/office/drawing/2014/main" id="{ACAF8883-79F5-9818-739F-7F7FAEB85576}"/>
                </a:ext>
              </a:extLst>
            </p:cNvPr>
            <p:cNvSpPr/>
            <p:nvPr/>
          </p:nvSpPr>
          <p:spPr>
            <a:xfrm>
              <a:off x="5248629" y="2927256"/>
              <a:ext cx="290030" cy="409888"/>
            </a:xfrm>
            <a:custGeom>
              <a:avLst/>
              <a:gdLst/>
              <a:ahLst/>
              <a:cxnLst/>
              <a:rect l="l" t="t" r="r" b="b"/>
              <a:pathLst>
                <a:path w="9050" h="12790" extrusionOk="0">
                  <a:moveTo>
                    <a:pt x="2260" y="1"/>
                  </a:moveTo>
                  <a:lnTo>
                    <a:pt x="1" y="2511"/>
                  </a:lnTo>
                  <a:cubicBezTo>
                    <a:pt x="138" y="2785"/>
                    <a:pt x="5387" y="12052"/>
                    <a:pt x="6118" y="12714"/>
                  </a:cubicBezTo>
                  <a:cubicBezTo>
                    <a:pt x="6177" y="12766"/>
                    <a:pt x="6245" y="12790"/>
                    <a:pt x="6321" y="12790"/>
                  </a:cubicBezTo>
                  <a:cubicBezTo>
                    <a:pt x="7190" y="12790"/>
                    <a:pt x="9049" y="9675"/>
                    <a:pt x="8902" y="8857"/>
                  </a:cubicBezTo>
                  <a:cubicBezTo>
                    <a:pt x="8697" y="7967"/>
                    <a:pt x="3173" y="868"/>
                    <a:pt x="2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1">
              <a:extLst>
                <a:ext uri="{FF2B5EF4-FFF2-40B4-BE49-F238E27FC236}">
                  <a16:creationId xmlns:a16="http://schemas.microsoft.com/office/drawing/2014/main" id="{643270FF-697B-573B-FD28-9E4BA5B66F5B}"/>
                </a:ext>
              </a:extLst>
            </p:cNvPr>
            <p:cNvSpPr/>
            <p:nvPr/>
          </p:nvSpPr>
          <p:spPr>
            <a:xfrm>
              <a:off x="5248629" y="2927256"/>
              <a:ext cx="290030" cy="409888"/>
            </a:xfrm>
            <a:custGeom>
              <a:avLst/>
              <a:gdLst/>
              <a:ahLst/>
              <a:cxnLst/>
              <a:rect l="l" t="t" r="r" b="b"/>
              <a:pathLst>
                <a:path w="9050" h="12790" extrusionOk="0">
                  <a:moveTo>
                    <a:pt x="2260" y="1"/>
                  </a:moveTo>
                  <a:lnTo>
                    <a:pt x="1" y="2511"/>
                  </a:lnTo>
                  <a:cubicBezTo>
                    <a:pt x="138" y="2785"/>
                    <a:pt x="5387" y="12052"/>
                    <a:pt x="6118" y="12714"/>
                  </a:cubicBezTo>
                  <a:cubicBezTo>
                    <a:pt x="6177" y="12766"/>
                    <a:pt x="6245" y="12790"/>
                    <a:pt x="6321" y="12790"/>
                  </a:cubicBezTo>
                  <a:cubicBezTo>
                    <a:pt x="7190" y="12790"/>
                    <a:pt x="9049" y="9675"/>
                    <a:pt x="8902" y="8857"/>
                  </a:cubicBezTo>
                  <a:cubicBezTo>
                    <a:pt x="8697" y="7967"/>
                    <a:pt x="3173" y="868"/>
                    <a:pt x="2260" y="1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1">
              <a:extLst>
                <a:ext uri="{FF2B5EF4-FFF2-40B4-BE49-F238E27FC236}">
                  <a16:creationId xmlns:a16="http://schemas.microsoft.com/office/drawing/2014/main" id="{00AB2EC2-3E52-7624-7C2D-48D0AF039DAE}"/>
                </a:ext>
              </a:extLst>
            </p:cNvPr>
            <p:cNvSpPr/>
            <p:nvPr/>
          </p:nvSpPr>
          <p:spPr>
            <a:xfrm>
              <a:off x="5269845" y="2927256"/>
              <a:ext cx="219493" cy="262693"/>
            </a:xfrm>
            <a:custGeom>
              <a:avLst/>
              <a:gdLst/>
              <a:ahLst/>
              <a:cxnLst/>
              <a:rect l="l" t="t" r="r" b="b"/>
              <a:pathLst>
                <a:path w="6849" h="8197" extrusionOk="0">
                  <a:moveTo>
                    <a:pt x="1553" y="1"/>
                  </a:moveTo>
                  <a:lnTo>
                    <a:pt x="1" y="1758"/>
                  </a:lnTo>
                  <a:cubicBezTo>
                    <a:pt x="2055" y="4314"/>
                    <a:pt x="4885" y="7807"/>
                    <a:pt x="5387" y="8149"/>
                  </a:cubicBezTo>
                  <a:cubicBezTo>
                    <a:pt x="5443" y="8182"/>
                    <a:pt x="5502" y="8197"/>
                    <a:pt x="5562" y="8197"/>
                  </a:cubicBezTo>
                  <a:cubicBezTo>
                    <a:pt x="5967" y="8197"/>
                    <a:pt x="6451" y="7503"/>
                    <a:pt x="6848" y="6688"/>
                  </a:cubicBezTo>
                  <a:cubicBezTo>
                    <a:pt x="5068" y="4223"/>
                    <a:pt x="2215" y="617"/>
                    <a:pt x="1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1">
              <a:extLst>
                <a:ext uri="{FF2B5EF4-FFF2-40B4-BE49-F238E27FC236}">
                  <a16:creationId xmlns:a16="http://schemas.microsoft.com/office/drawing/2014/main" id="{5719954C-5918-B99F-698D-4A688B1BCE9B}"/>
                </a:ext>
              </a:extLst>
            </p:cNvPr>
            <p:cNvSpPr/>
            <p:nvPr/>
          </p:nvSpPr>
          <p:spPr>
            <a:xfrm>
              <a:off x="5364196" y="4872347"/>
              <a:ext cx="64415" cy="208501"/>
            </a:xfrm>
            <a:custGeom>
              <a:avLst/>
              <a:gdLst/>
              <a:ahLst/>
              <a:cxnLst/>
              <a:rect l="l" t="t" r="r" b="b"/>
              <a:pathLst>
                <a:path w="2010" h="6506" extrusionOk="0">
                  <a:moveTo>
                    <a:pt x="2010" y="1"/>
                  </a:moveTo>
                  <a:lnTo>
                    <a:pt x="412" y="92"/>
                  </a:lnTo>
                  <a:lnTo>
                    <a:pt x="1" y="5684"/>
                  </a:lnTo>
                  <a:lnTo>
                    <a:pt x="982" y="6506"/>
                  </a:lnTo>
                  <a:lnTo>
                    <a:pt x="2010" y="1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1">
              <a:extLst>
                <a:ext uri="{FF2B5EF4-FFF2-40B4-BE49-F238E27FC236}">
                  <a16:creationId xmlns:a16="http://schemas.microsoft.com/office/drawing/2014/main" id="{6785AF15-B27A-F794-D062-08585166FCA4}"/>
                </a:ext>
              </a:extLst>
            </p:cNvPr>
            <p:cNvSpPr/>
            <p:nvPr/>
          </p:nvSpPr>
          <p:spPr>
            <a:xfrm>
              <a:off x="5342275" y="3284982"/>
              <a:ext cx="448441" cy="1665605"/>
            </a:xfrm>
            <a:custGeom>
              <a:avLst/>
              <a:gdLst/>
              <a:ahLst/>
              <a:cxnLst/>
              <a:rect l="l" t="t" r="r" b="b"/>
              <a:pathLst>
                <a:path w="13993" h="51973" extrusionOk="0">
                  <a:moveTo>
                    <a:pt x="3447" y="0"/>
                  </a:moveTo>
                  <a:cubicBezTo>
                    <a:pt x="3447" y="0"/>
                    <a:pt x="982" y="17598"/>
                    <a:pt x="982" y="23259"/>
                  </a:cubicBezTo>
                  <a:cubicBezTo>
                    <a:pt x="982" y="28897"/>
                    <a:pt x="0" y="51608"/>
                    <a:pt x="0" y="51608"/>
                  </a:cubicBezTo>
                  <a:lnTo>
                    <a:pt x="3219" y="51973"/>
                  </a:lnTo>
                  <a:cubicBezTo>
                    <a:pt x="3219" y="51973"/>
                    <a:pt x="5159" y="34968"/>
                    <a:pt x="7418" y="29696"/>
                  </a:cubicBezTo>
                  <a:cubicBezTo>
                    <a:pt x="9655" y="24423"/>
                    <a:pt x="13718" y="13284"/>
                    <a:pt x="13855" y="11321"/>
                  </a:cubicBezTo>
                  <a:cubicBezTo>
                    <a:pt x="13992" y="9358"/>
                    <a:pt x="11230" y="2899"/>
                    <a:pt x="11230" y="2899"/>
                  </a:cubicBezTo>
                  <a:lnTo>
                    <a:pt x="34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1">
              <a:extLst>
                <a:ext uri="{FF2B5EF4-FFF2-40B4-BE49-F238E27FC236}">
                  <a16:creationId xmlns:a16="http://schemas.microsoft.com/office/drawing/2014/main" id="{6EFC4491-BA81-3A0B-1B62-AC766910BC91}"/>
                </a:ext>
              </a:extLst>
            </p:cNvPr>
            <p:cNvSpPr/>
            <p:nvPr/>
          </p:nvSpPr>
          <p:spPr>
            <a:xfrm>
              <a:off x="5342275" y="3284982"/>
              <a:ext cx="448441" cy="1665605"/>
            </a:xfrm>
            <a:custGeom>
              <a:avLst/>
              <a:gdLst/>
              <a:ahLst/>
              <a:cxnLst/>
              <a:rect l="l" t="t" r="r" b="b"/>
              <a:pathLst>
                <a:path w="13993" h="51973" extrusionOk="0">
                  <a:moveTo>
                    <a:pt x="3447" y="0"/>
                  </a:moveTo>
                  <a:cubicBezTo>
                    <a:pt x="3447" y="0"/>
                    <a:pt x="982" y="17598"/>
                    <a:pt x="982" y="23259"/>
                  </a:cubicBezTo>
                  <a:cubicBezTo>
                    <a:pt x="982" y="28897"/>
                    <a:pt x="0" y="51608"/>
                    <a:pt x="0" y="51608"/>
                  </a:cubicBezTo>
                  <a:lnTo>
                    <a:pt x="3219" y="51973"/>
                  </a:lnTo>
                  <a:cubicBezTo>
                    <a:pt x="3219" y="51973"/>
                    <a:pt x="5159" y="34968"/>
                    <a:pt x="7418" y="29696"/>
                  </a:cubicBezTo>
                  <a:cubicBezTo>
                    <a:pt x="9655" y="24423"/>
                    <a:pt x="13718" y="13284"/>
                    <a:pt x="13855" y="11321"/>
                  </a:cubicBezTo>
                  <a:cubicBezTo>
                    <a:pt x="13992" y="9358"/>
                    <a:pt x="11230" y="2899"/>
                    <a:pt x="11230" y="2899"/>
                  </a:cubicBezTo>
                  <a:lnTo>
                    <a:pt x="3447" y="0"/>
                  </a:ln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1">
              <a:extLst>
                <a:ext uri="{FF2B5EF4-FFF2-40B4-BE49-F238E27FC236}">
                  <a16:creationId xmlns:a16="http://schemas.microsoft.com/office/drawing/2014/main" id="{8199370A-D33D-7C45-FA02-DAE60DBA4DC4}"/>
                </a:ext>
              </a:extLst>
            </p:cNvPr>
            <p:cNvSpPr/>
            <p:nvPr/>
          </p:nvSpPr>
          <p:spPr>
            <a:xfrm>
              <a:off x="5341538" y="3284982"/>
              <a:ext cx="225326" cy="1659772"/>
            </a:xfrm>
            <a:custGeom>
              <a:avLst/>
              <a:gdLst/>
              <a:ahLst/>
              <a:cxnLst/>
              <a:rect l="l" t="t" r="r" b="b"/>
              <a:pathLst>
                <a:path w="7031" h="51791" extrusionOk="0">
                  <a:moveTo>
                    <a:pt x="3470" y="0"/>
                  </a:moveTo>
                  <a:cubicBezTo>
                    <a:pt x="3470" y="0"/>
                    <a:pt x="1005" y="17598"/>
                    <a:pt x="1005" y="23259"/>
                  </a:cubicBezTo>
                  <a:cubicBezTo>
                    <a:pt x="1005" y="28897"/>
                    <a:pt x="0" y="51608"/>
                    <a:pt x="0" y="51608"/>
                  </a:cubicBezTo>
                  <a:lnTo>
                    <a:pt x="1553" y="51790"/>
                  </a:lnTo>
                  <a:cubicBezTo>
                    <a:pt x="2077" y="46016"/>
                    <a:pt x="2557" y="27938"/>
                    <a:pt x="2785" y="23076"/>
                  </a:cubicBezTo>
                  <a:cubicBezTo>
                    <a:pt x="3013" y="18192"/>
                    <a:pt x="6255" y="5775"/>
                    <a:pt x="7031" y="1347"/>
                  </a:cubicBezTo>
                  <a:lnTo>
                    <a:pt x="34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1">
              <a:extLst>
                <a:ext uri="{FF2B5EF4-FFF2-40B4-BE49-F238E27FC236}">
                  <a16:creationId xmlns:a16="http://schemas.microsoft.com/office/drawing/2014/main" id="{FCC81A39-EC89-2201-7D65-D48E09B7DDBF}"/>
                </a:ext>
              </a:extLst>
            </p:cNvPr>
            <p:cNvSpPr/>
            <p:nvPr/>
          </p:nvSpPr>
          <p:spPr>
            <a:xfrm>
              <a:off x="5648788" y="4837254"/>
              <a:ext cx="105340" cy="218724"/>
            </a:xfrm>
            <a:custGeom>
              <a:avLst/>
              <a:gdLst/>
              <a:ahLst/>
              <a:cxnLst/>
              <a:rect l="l" t="t" r="r" b="b"/>
              <a:pathLst>
                <a:path w="3287" h="6825" extrusionOk="0">
                  <a:moveTo>
                    <a:pt x="1415" y="0"/>
                  </a:moveTo>
                  <a:lnTo>
                    <a:pt x="0" y="845"/>
                  </a:lnTo>
                  <a:lnTo>
                    <a:pt x="2031" y="6482"/>
                  </a:lnTo>
                  <a:lnTo>
                    <a:pt x="3287" y="6825"/>
                  </a:lnTo>
                  <a:lnTo>
                    <a:pt x="3287" y="6825"/>
                  </a:lnTo>
                  <a:lnTo>
                    <a:pt x="1415" y="0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1">
              <a:extLst>
                <a:ext uri="{FF2B5EF4-FFF2-40B4-BE49-F238E27FC236}">
                  <a16:creationId xmlns:a16="http://schemas.microsoft.com/office/drawing/2014/main" id="{9319EE24-A7B5-1253-EDE0-A9A92566D2AD}"/>
                </a:ext>
              </a:extLst>
            </p:cNvPr>
            <p:cNvSpPr/>
            <p:nvPr/>
          </p:nvSpPr>
          <p:spPr>
            <a:xfrm>
              <a:off x="5159374" y="5030923"/>
              <a:ext cx="261187" cy="97488"/>
            </a:xfrm>
            <a:custGeom>
              <a:avLst/>
              <a:gdLst/>
              <a:ahLst/>
              <a:cxnLst/>
              <a:rect l="l" t="t" r="r" b="b"/>
              <a:pathLst>
                <a:path w="8150" h="3042" extrusionOk="0">
                  <a:moveTo>
                    <a:pt x="7048" y="0"/>
                  </a:moveTo>
                  <a:cubicBezTo>
                    <a:pt x="6511" y="0"/>
                    <a:pt x="6072" y="234"/>
                    <a:pt x="6072" y="234"/>
                  </a:cubicBezTo>
                  <a:cubicBezTo>
                    <a:pt x="6072" y="234"/>
                    <a:pt x="4383" y="1877"/>
                    <a:pt x="2192" y="2151"/>
                  </a:cubicBezTo>
                  <a:cubicBezTo>
                    <a:pt x="1" y="2448"/>
                    <a:pt x="252" y="3042"/>
                    <a:pt x="252" y="3042"/>
                  </a:cubicBezTo>
                  <a:lnTo>
                    <a:pt x="7990" y="3042"/>
                  </a:lnTo>
                  <a:cubicBezTo>
                    <a:pt x="7990" y="3042"/>
                    <a:pt x="8150" y="211"/>
                    <a:pt x="7465" y="51"/>
                  </a:cubicBezTo>
                  <a:cubicBezTo>
                    <a:pt x="7323" y="15"/>
                    <a:pt x="7183" y="0"/>
                    <a:pt x="70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1">
              <a:extLst>
                <a:ext uri="{FF2B5EF4-FFF2-40B4-BE49-F238E27FC236}">
                  <a16:creationId xmlns:a16="http://schemas.microsoft.com/office/drawing/2014/main" id="{D0F4CE49-E487-7AF7-D60B-8355BC1BDF41}"/>
                </a:ext>
              </a:extLst>
            </p:cNvPr>
            <p:cNvSpPr/>
            <p:nvPr/>
          </p:nvSpPr>
          <p:spPr>
            <a:xfrm>
              <a:off x="5533926" y="5025123"/>
              <a:ext cx="279454" cy="103289"/>
            </a:xfrm>
            <a:custGeom>
              <a:avLst/>
              <a:gdLst/>
              <a:ahLst/>
              <a:cxnLst/>
              <a:rect l="l" t="t" r="r" b="b"/>
              <a:pathLst>
                <a:path w="8720" h="3223" extrusionOk="0">
                  <a:moveTo>
                    <a:pt x="6205" y="1"/>
                  </a:moveTo>
                  <a:cubicBezTo>
                    <a:pt x="5632" y="1"/>
                    <a:pt x="5273" y="255"/>
                    <a:pt x="5273" y="255"/>
                  </a:cubicBezTo>
                  <a:cubicBezTo>
                    <a:pt x="5273" y="255"/>
                    <a:pt x="4337" y="1990"/>
                    <a:pt x="2169" y="2287"/>
                  </a:cubicBezTo>
                  <a:cubicBezTo>
                    <a:pt x="0" y="2606"/>
                    <a:pt x="594" y="3223"/>
                    <a:pt x="594" y="3223"/>
                  </a:cubicBezTo>
                  <a:lnTo>
                    <a:pt x="8720" y="3223"/>
                  </a:lnTo>
                  <a:cubicBezTo>
                    <a:pt x="8720" y="3223"/>
                    <a:pt x="7510" y="255"/>
                    <a:pt x="6643" y="50"/>
                  </a:cubicBezTo>
                  <a:cubicBezTo>
                    <a:pt x="6486" y="15"/>
                    <a:pt x="6340" y="1"/>
                    <a:pt x="62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1">
              <a:extLst>
                <a:ext uri="{FF2B5EF4-FFF2-40B4-BE49-F238E27FC236}">
                  <a16:creationId xmlns:a16="http://schemas.microsoft.com/office/drawing/2014/main" id="{F0FCDEEB-7DD2-4B99-AC87-609844BA9176}"/>
                </a:ext>
              </a:extLst>
            </p:cNvPr>
            <p:cNvSpPr/>
            <p:nvPr/>
          </p:nvSpPr>
          <p:spPr>
            <a:xfrm>
              <a:off x="5550751" y="5025411"/>
              <a:ext cx="209975" cy="99347"/>
            </a:xfrm>
            <a:custGeom>
              <a:avLst/>
              <a:gdLst/>
              <a:ahLst/>
              <a:cxnLst/>
              <a:rect l="l" t="t" r="r" b="b"/>
              <a:pathLst>
                <a:path w="6552" h="3100" extrusionOk="0">
                  <a:moveTo>
                    <a:pt x="5693" y="0"/>
                  </a:moveTo>
                  <a:cubicBezTo>
                    <a:pt x="5124" y="0"/>
                    <a:pt x="4771" y="246"/>
                    <a:pt x="4771" y="246"/>
                  </a:cubicBezTo>
                  <a:cubicBezTo>
                    <a:pt x="4771" y="246"/>
                    <a:pt x="3835" y="1958"/>
                    <a:pt x="1667" y="2278"/>
                  </a:cubicBezTo>
                  <a:cubicBezTo>
                    <a:pt x="69" y="2506"/>
                    <a:pt x="0" y="2894"/>
                    <a:pt x="46" y="3099"/>
                  </a:cubicBezTo>
                  <a:cubicBezTo>
                    <a:pt x="297" y="3099"/>
                    <a:pt x="594" y="3077"/>
                    <a:pt x="845" y="3054"/>
                  </a:cubicBezTo>
                  <a:cubicBezTo>
                    <a:pt x="4041" y="2734"/>
                    <a:pt x="6551" y="1639"/>
                    <a:pt x="6437" y="611"/>
                  </a:cubicBezTo>
                  <a:cubicBezTo>
                    <a:pt x="6414" y="406"/>
                    <a:pt x="6300" y="223"/>
                    <a:pt x="6095" y="41"/>
                  </a:cubicBezTo>
                  <a:cubicBezTo>
                    <a:pt x="5951" y="12"/>
                    <a:pt x="5817" y="0"/>
                    <a:pt x="5693" y="0"/>
                  </a:cubicBezTo>
                  <a:close/>
                </a:path>
              </a:pathLst>
            </a:custGeom>
            <a:solidFill>
              <a:srgbClr val="FFFFFF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1">
              <a:extLst>
                <a:ext uri="{FF2B5EF4-FFF2-40B4-BE49-F238E27FC236}">
                  <a16:creationId xmlns:a16="http://schemas.microsoft.com/office/drawing/2014/main" id="{94B6CA82-144A-CDEE-3639-84C952465170}"/>
                </a:ext>
              </a:extLst>
            </p:cNvPr>
            <p:cNvSpPr/>
            <p:nvPr/>
          </p:nvSpPr>
          <p:spPr>
            <a:xfrm>
              <a:off x="5312278" y="3274726"/>
              <a:ext cx="438185" cy="1700024"/>
            </a:xfrm>
            <a:custGeom>
              <a:avLst/>
              <a:gdLst/>
              <a:ahLst/>
              <a:cxnLst/>
              <a:rect l="l" t="t" r="r" b="b"/>
              <a:pathLst>
                <a:path w="13673" h="53047" extrusionOk="0">
                  <a:moveTo>
                    <a:pt x="4314" y="0"/>
                  </a:moveTo>
                  <a:cubicBezTo>
                    <a:pt x="4314" y="0"/>
                    <a:pt x="0" y="10158"/>
                    <a:pt x="1895" y="20749"/>
                  </a:cubicBezTo>
                  <a:cubicBezTo>
                    <a:pt x="3630" y="30769"/>
                    <a:pt x="10409" y="53046"/>
                    <a:pt x="10409" y="53046"/>
                  </a:cubicBezTo>
                  <a:lnTo>
                    <a:pt x="13193" y="50832"/>
                  </a:lnTo>
                  <a:cubicBezTo>
                    <a:pt x="13193" y="50832"/>
                    <a:pt x="9404" y="30312"/>
                    <a:pt x="10888" y="21342"/>
                  </a:cubicBezTo>
                  <a:cubicBezTo>
                    <a:pt x="11641" y="16617"/>
                    <a:pt x="13171" y="13353"/>
                    <a:pt x="13444" y="10432"/>
                  </a:cubicBezTo>
                  <a:cubicBezTo>
                    <a:pt x="13673" y="7807"/>
                    <a:pt x="12280" y="4086"/>
                    <a:pt x="11573" y="3242"/>
                  </a:cubicBezTo>
                  <a:lnTo>
                    <a:pt x="43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1">
              <a:extLst>
                <a:ext uri="{FF2B5EF4-FFF2-40B4-BE49-F238E27FC236}">
                  <a16:creationId xmlns:a16="http://schemas.microsoft.com/office/drawing/2014/main" id="{5EF92709-8280-AF76-D350-8DE93CDDCE40}"/>
                </a:ext>
              </a:extLst>
            </p:cNvPr>
            <p:cNvSpPr/>
            <p:nvPr/>
          </p:nvSpPr>
          <p:spPr>
            <a:xfrm>
              <a:off x="5312278" y="3274726"/>
              <a:ext cx="438185" cy="1700024"/>
            </a:xfrm>
            <a:custGeom>
              <a:avLst/>
              <a:gdLst/>
              <a:ahLst/>
              <a:cxnLst/>
              <a:rect l="l" t="t" r="r" b="b"/>
              <a:pathLst>
                <a:path w="13673" h="53047" extrusionOk="0">
                  <a:moveTo>
                    <a:pt x="4314" y="0"/>
                  </a:moveTo>
                  <a:cubicBezTo>
                    <a:pt x="4314" y="0"/>
                    <a:pt x="0" y="10158"/>
                    <a:pt x="1895" y="20749"/>
                  </a:cubicBezTo>
                  <a:cubicBezTo>
                    <a:pt x="3630" y="30769"/>
                    <a:pt x="10409" y="53046"/>
                    <a:pt x="10409" y="53046"/>
                  </a:cubicBezTo>
                  <a:lnTo>
                    <a:pt x="13193" y="50832"/>
                  </a:lnTo>
                  <a:cubicBezTo>
                    <a:pt x="13193" y="50832"/>
                    <a:pt x="9404" y="30312"/>
                    <a:pt x="10888" y="21342"/>
                  </a:cubicBezTo>
                  <a:cubicBezTo>
                    <a:pt x="11641" y="16617"/>
                    <a:pt x="13171" y="13353"/>
                    <a:pt x="13444" y="10432"/>
                  </a:cubicBezTo>
                  <a:cubicBezTo>
                    <a:pt x="13673" y="7807"/>
                    <a:pt x="12280" y="4086"/>
                    <a:pt x="11573" y="3242"/>
                  </a:cubicBezTo>
                  <a:lnTo>
                    <a:pt x="4314" y="0"/>
                  </a:ln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1">
              <a:extLst>
                <a:ext uri="{FF2B5EF4-FFF2-40B4-BE49-F238E27FC236}">
                  <a16:creationId xmlns:a16="http://schemas.microsoft.com/office/drawing/2014/main" id="{092E3E4F-B269-F153-7400-DBC095DD6552}"/>
                </a:ext>
              </a:extLst>
            </p:cNvPr>
            <p:cNvSpPr/>
            <p:nvPr/>
          </p:nvSpPr>
          <p:spPr>
            <a:xfrm>
              <a:off x="5311541" y="3276200"/>
              <a:ext cx="367232" cy="1699287"/>
            </a:xfrm>
            <a:custGeom>
              <a:avLst/>
              <a:gdLst/>
              <a:ahLst/>
              <a:cxnLst/>
              <a:rect l="l" t="t" r="r" b="b"/>
              <a:pathLst>
                <a:path w="11459" h="53024" extrusionOk="0">
                  <a:moveTo>
                    <a:pt x="4315" y="0"/>
                  </a:moveTo>
                  <a:cubicBezTo>
                    <a:pt x="4315" y="0"/>
                    <a:pt x="1" y="10157"/>
                    <a:pt x="1895" y="20725"/>
                  </a:cubicBezTo>
                  <a:cubicBezTo>
                    <a:pt x="3653" y="30723"/>
                    <a:pt x="10386" y="53023"/>
                    <a:pt x="10386" y="53023"/>
                  </a:cubicBezTo>
                  <a:lnTo>
                    <a:pt x="11459" y="52201"/>
                  </a:lnTo>
                  <a:cubicBezTo>
                    <a:pt x="9427" y="46678"/>
                    <a:pt x="7670" y="38575"/>
                    <a:pt x="6780" y="29467"/>
                  </a:cubicBezTo>
                  <a:cubicBezTo>
                    <a:pt x="5593" y="17530"/>
                    <a:pt x="6209" y="7007"/>
                    <a:pt x="8058" y="1644"/>
                  </a:cubicBezTo>
                  <a:lnTo>
                    <a:pt x="43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1">
              <a:extLst>
                <a:ext uri="{FF2B5EF4-FFF2-40B4-BE49-F238E27FC236}">
                  <a16:creationId xmlns:a16="http://schemas.microsoft.com/office/drawing/2014/main" id="{99EB8858-00FE-9759-2E4C-BD97ECCE52C1}"/>
                </a:ext>
              </a:extLst>
            </p:cNvPr>
            <p:cNvSpPr/>
            <p:nvPr/>
          </p:nvSpPr>
          <p:spPr>
            <a:xfrm>
              <a:off x="5765092" y="2630262"/>
              <a:ext cx="258239" cy="572048"/>
            </a:xfrm>
            <a:custGeom>
              <a:avLst/>
              <a:gdLst/>
              <a:ahLst/>
              <a:cxnLst/>
              <a:rect l="l" t="t" r="r" b="b"/>
              <a:pathLst>
                <a:path w="8058" h="17850" extrusionOk="0">
                  <a:moveTo>
                    <a:pt x="1347" y="0"/>
                  </a:moveTo>
                  <a:lnTo>
                    <a:pt x="92" y="389"/>
                  </a:lnTo>
                  <a:cubicBezTo>
                    <a:pt x="982" y="2169"/>
                    <a:pt x="1142" y="4497"/>
                    <a:pt x="1142" y="4497"/>
                  </a:cubicBezTo>
                  <a:cubicBezTo>
                    <a:pt x="1142" y="4497"/>
                    <a:pt x="0" y="15339"/>
                    <a:pt x="3036" y="17850"/>
                  </a:cubicBezTo>
                  <a:cubicBezTo>
                    <a:pt x="3036" y="17850"/>
                    <a:pt x="2785" y="13969"/>
                    <a:pt x="5364" y="11892"/>
                  </a:cubicBezTo>
                  <a:cubicBezTo>
                    <a:pt x="7943" y="9838"/>
                    <a:pt x="8058" y="8583"/>
                    <a:pt x="7761" y="7419"/>
                  </a:cubicBezTo>
                  <a:cubicBezTo>
                    <a:pt x="7487" y="6255"/>
                    <a:pt x="4839" y="1393"/>
                    <a:pt x="13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1">
              <a:extLst>
                <a:ext uri="{FF2B5EF4-FFF2-40B4-BE49-F238E27FC236}">
                  <a16:creationId xmlns:a16="http://schemas.microsoft.com/office/drawing/2014/main" id="{CE623E0D-6CBA-2C3B-F5FD-DD098FC361C4}"/>
                </a:ext>
              </a:extLst>
            </p:cNvPr>
            <p:cNvSpPr/>
            <p:nvPr/>
          </p:nvSpPr>
          <p:spPr>
            <a:xfrm>
              <a:off x="5765092" y="2630262"/>
              <a:ext cx="258239" cy="572048"/>
            </a:xfrm>
            <a:custGeom>
              <a:avLst/>
              <a:gdLst/>
              <a:ahLst/>
              <a:cxnLst/>
              <a:rect l="l" t="t" r="r" b="b"/>
              <a:pathLst>
                <a:path w="8058" h="17850" extrusionOk="0">
                  <a:moveTo>
                    <a:pt x="1347" y="0"/>
                  </a:moveTo>
                  <a:lnTo>
                    <a:pt x="92" y="389"/>
                  </a:lnTo>
                  <a:cubicBezTo>
                    <a:pt x="982" y="2169"/>
                    <a:pt x="1142" y="4497"/>
                    <a:pt x="1142" y="4497"/>
                  </a:cubicBezTo>
                  <a:cubicBezTo>
                    <a:pt x="1142" y="4497"/>
                    <a:pt x="0" y="15339"/>
                    <a:pt x="3036" y="17850"/>
                  </a:cubicBezTo>
                  <a:cubicBezTo>
                    <a:pt x="3036" y="17850"/>
                    <a:pt x="2785" y="13969"/>
                    <a:pt x="5364" y="11892"/>
                  </a:cubicBezTo>
                  <a:cubicBezTo>
                    <a:pt x="7943" y="9838"/>
                    <a:pt x="8058" y="8583"/>
                    <a:pt x="7761" y="7419"/>
                  </a:cubicBezTo>
                  <a:cubicBezTo>
                    <a:pt x="7487" y="6255"/>
                    <a:pt x="4839" y="1393"/>
                    <a:pt x="1347" y="0"/>
                  </a:cubicBez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1">
              <a:extLst>
                <a:ext uri="{FF2B5EF4-FFF2-40B4-BE49-F238E27FC236}">
                  <a16:creationId xmlns:a16="http://schemas.microsoft.com/office/drawing/2014/main" id="{2BAB38CC-12AA-FFDA-DAAA-F007315005FA}"/>
                </a:ext>
              </a:extLst>
            </p:cNvPr>
            <p:cNvSpPr/>
            <p:nvPr/>
          </p:nvSpPr>
          <p:spPr>
            <a:xfrm>
              <a:off x="5430793" y="3274726"/>
              <a:ext cx="292626" cy="194592"/>
            </a:xfrm>
            <a:custGeom>
              <a:avLst/>
              <a:gdLst/>
              <a:ahLst/>
              <a:cxnLst/>
              <a:rect l="l" t="t" r="r" b="b"/>
              <a:pathLst>
                <a:path w="9131" h="6072" extrusionOk="0">
                  <a:moveTo>
                    <a:pt x="616" y="0"/>
                  </a:moveTo>
                  <a:cubicBezTo>
                    <a:pt x="616" y="0"/>
                    <a:pt x="365" y="617"/>
                    <a:pt x="0" y="1690"/>
                  </a:cubicBezTo>
                  <a:cubicBezTo>
                    <a:pt x="1210" y="2945"/>
                    <a:pt x="3081" y="4177"/>
                    <a:pt x="5296" y="5022"/>
                  </a:cubicBezTo>
                  <a:cubicBezTo>
                    <a:pt x="6619" y="5547"/>
                    <a:pt x="7920" y="5889"/>
                    <a:pt x="9130" y="6072"/>
                  </a:cubicBezTo>
                  <a:cubicBezTo>
                    <a:pt x="8719" y="4771"/>
                    <a:pt x="8217" y="3653"/>
                    <a:pt x="7875" y="3242"/>
                  </a:cubicBezTo>
                  <a:lnTo>
                    <a:pt x="616" y="0"/>
                  </a:ln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1">
              <a:extLst>
                <a:ext uri="{FF2B5EF4-FFF2-40B4-BE49-F238E27FC236}">
                  <a16:creationId xmlns:a16="http://schemas.microsoft.com/office/drawing/2014/main" id="{2A5B21C8-591F-578A-2473-23EDDB529175}"/>
                </a:ext>
              </a:extLst>
            </p:cNvPr>
            <p:cNvSpPr/>
            <p:nvPr/>
          </p:nvSpPr>
          <p:spPr>
            <a:xfrm>
              <a:off x="5768008" y="2630262"/>
              <a:ext cx="254585" cy="367969"/>
            </a:xfrm>
            <a:custGeom>
              <a:avLst/>
              <a:gdLst/>
              <a:ahLst/>
              <a:cxnLst/>
              <a:rect l="l" t="t" r="r" b="b"/>
              <a:pathLst>
                <a:path w="7944" h="11482" extrusionOk="0">
                  <a:moveTo>
                    <a:pt x="1256" y="0"/>
                  </a:moveTo>
                  <a:lnTo>
                    <a:pt x="1" y="389"/>
                  </a:lnTo>
                  <a:lnTo>
                    <a:pt x="1" y="434"/>
                  </a:lnTo>
                  <a:cubicBezTo>
                    <a:pt x="2032" y="662"/>
                    <a:pt x="4337" y="4200"/>
                    <a:pt x="5387" y="8879"/>
                  </a:cubicBezTo>
                  <a:cubicBezTo>
                    <a:pt x="5593" y="9770"/>
                    <a:pt x="5730" y="10614"/>
                    <a:pt x="5821" y="11482"/>
                  </a:cubicBezTo>
                  <a:cubicBezTo>
                    <a:pt x="7875" y="9656"/>
                    <a:pt x="7944" y="8514"/>
                    <a:pt x="7670" y="7419"/>
                  </a:cubicBezTo>
                  <a:cubicBezTo>
                    <a:pt x="7396" y="6255"/>
                    <a:pt x="4748" y="1393"/>
                    <a:pt x="12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1">
              <a:extLst>
                <a:ext uri="{FF2B5EF4-FFF2-40B4-BE49-F238E27FC236}">
                  <a16:creationId xmlns:a16="http://schemas.microsoft.com/office/drawing/2014/main" id="{CE987BDE-9920-A099-6358-E5B19196C3CB}"/>
                </a:ext>
              </a:extLst>
            </p:cNvPr>
            <p:cNvSpPr/>
            <p:nvPr/>
          </p:nvSpPr>
          <p:spPr>
            <a:xfrm>
              <a:off x="5431498" y="2701954"/>
              <a:ext cx="435269" cy="724209"/>
            </a:xfrm>
            <a:custGeom>
              <a:avLst/>
              <a:gdLst/>
              <a:ahLst/>
              <a:cxnLst/>
              <a:rect l="l" t="t" r="r" b="b"/>
              <a:pathLst>
                <a:path w="13582" h="22598" extrusionOk="0">
                  <a:moveTo>
                    <a:pt x="10113" y="0"/>
                  </a:moveTo>
                  <a:lnTo>
                    <a:pt x="6346" y="1849"/>
                  </a:lnTo>
                  <a:cubicBezTo>
                    <a:pt x="6346" y="1849"/>
                    <a:pt x="2808" y="7578"/>
                    <a:pt x="2649" y="8971"/>
                  </a:cubicBezTo>
                  <a:cubicBezTo>
                    <a:pt x="2603" y="9610"/>
                    <a:pt x="3425" y="10112"/>
                    <a:pt x="3425" y="10112"/>
                  </a:cubicBezTo>
                  <a:lnTo>
                    <a:pt x="1" y="18945"/>
                  </a:lnTo>
                  <a:cubicBezTo>
                    <a:pt x="3356" y="21342"/>
                    <a:pt x="9336" y="22597"/>
                    <a:pt x="9336" y="22597"/>
                  </a:cubicBezTo>
                  <a:cubicBezTo>
                    <a:pt x="9336" y="22597"/>
                    <a:pt x="7602" y="17347"/>
                    <a:pt x="10364" y="11892"/>
                  </a:cubicBezTo>
                  <a:cubicBezTo>
                    <a:pt x="13125" y="6437"/>
                    <a:pt x="13582" y="2968"/>
                    <a:pt x="10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1">
              <a:extLst>
                <a:ext uri="{FF2B5EF4-FFF2-40B4-BE49-F238E27FC236}">
                  <a16:creationId xmlns:a16="http://schemas.microsoft.com/office/drawing/2014/main" id="{2EB8249F-1691-C8BA-5A43-48CCF0C23672}"/>
                </a:ext>
              </a:extLst>
            </p:cNvPr>
            <p:cNvSpPr/>
            <p:nvPr/>
          </p:nvSpPr>
          <p:spPr>
            <a:xfrm>
              <a:off x="5431498" y="2701954"/>
              <a:ext cx="435269" cy="724209"/>
            </a:xfrm>
            <a:custGeom>
              <a:avLst/>
              <a:gdLst/>
              <a:ahLst/>
              <a:cxnLst/>
              <a:rect l="l" t="t" r="r" b="b"/>
              <a:pathLst>
                <a:path w="13582" h="22598" extrusionOk="0">
                  <a:moveTo>
                    <a:pt x="10113" y="0"/>
                  </a:moveTo>
                  <a:lnTo>
                    <a:pt x="6346" y="1849"/>
                  </a:lnTo>
                  <a:cubicBezTo>
                    <a:pt x="6346" y="1849"/>
                    <a:pt x="2808" y="7578"/>
                    <a:pt x="2649" y="8971"/>
                  </a:cubicBezTo>
                  <a:cubicBezTo>
                    <a:pt x="2603" y="9610"/>
                    <a:pt x="3425" y="10112"/>
                    <a:pt x="3425" y="10112"/>
                  </a:cubicBezTo>
                  <a:lnTo>
                    <a:pt x="1" y="18945"/>
                  </a:lnTo>
                  <a:cubicBezTo>
                    <a:pt x="3356" y="21342"/>
                    <a:pt x="9336" y="22597"/>
                    <a:pt x="9336" y="22597"/>
                  </a:cubicBezTo>
                  <a:cubicBezTo>
                    <a:pt x="9336" y="22597"/>
                    <a:pt x="7602" y="17347"/>
                    <a:pt x="10364" y="11892"/>
                  </a:cubicBezTo>
                  <a:cubicBezTo>
                    <a:pt x="13125" y="6437"/>
                    <a:pt x="13582" y="2968"/>
                    <a:pt x="10113" y="0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1">
              <a:extLst>
                <a:ext uri="{FF2B5EF4-FFF2-40B4-BE49-F238E27FC236}">
                  <a16:creationId xmlns:a16="http://schemas.microsoft.com/office/drawing/2014/main" id="{C1C4AC13-797A-1590-5476-75A43DE4C621}"/>
                </a:ext>
              </a:extLst>
            </p:cNvPr>
            <p:cNvSpPr/>
            <p:nvPr/>
          </p:nvSpPr>
          <p:spPr>
            <a:xfrm>
              <a:off x="5850662" y="2802170"/>
              <a:ext cx="172672" cy="383320"/>
            </a:xfrm>
            <a:custGeom>
              <a:avLst/>
              <a:gdLst/>
              <a:ahLst/>
              <a:cxnLst/>
              <a:rect l="l" t="t" r="r" b="b"/>
              <a:pathLst>
                <a:path w="5388" h="11961" extrusionOk="0">
                  <a:moveTo>
                    <a:pt x="4132" y="0"/>
                  </a:moveTo>
                  <a:cubicBezTo>
                    <a:pt x="1827" y="343"/>
                    <a:pt x="1" y="4018"/>
                    <a:pt x="1" y="8514"/>
                  </a:cubicBezTo>
                  <a:cubicBezTo>
                    <a:pt x="1" y="9724"/>
                    <a:pt x="138" y="10911"/>
                    <a:pt x="366" y="11961"/>
                  </a:cubicBezTo>
                  <a:cubicBezTo>
                    <a:pt x="389" y="10820"/>
                    <a:pt x="708" y="8126"/>
                    <a:pt x="2694" y="6528"/>
                  </a:cubicBezTo>
                  <a:cubicBezTo>
                    <a:pt x="5273" y="4474"/>
                    <a:pt x="5388" y="3219"/>
                    <a:pt x="5091" y="2055"/>
                  </a:cubicBezTo>
                  <a:cubicBezTo>
                    <a:pt x="5022" y="1689"/>
                    <a:pt x="4680" y="913"/>
                    <a:pt x="41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1">
              <a:extLst>
                <a:ext uri="{FF2B5EF4-FFF2-40B4-BE49-F238E27FC236}">
                  <a16:creationId xmlns:a16="http://schemas.microsoft.com/office/drawing/2014/main" id="{F9C550CD-D7AE-DFDA-E33F-469118A4A271}"/>
                </a:ext>
              </a:extLst>
            </p:cNvPr>
            <p:cNvSpPr/>
            <p:nvPr/>
          </p:nvSpPr>
          <p:spPr>
            <a:xfrm>
              <a:off x="5460054" y="2725350"/>
              <a:ext cx="403799" cy="700815"/>
            </a:xfrm>
            <a:custGeom>
              <a:avLst/>
              <a:gdLst/>
              <a:ahLst/>
              <a:cxnLst/>
              <a:rect l="l" t="t" r="r" b="b"/>
              <a:pathLst>
                <a:path w="12600" h="21868" extrusionOk="0">
                  <a:moveTo>
                    <a:pt x="10020" y="1"/>
                  </a:moveTo>
                  <a:cubicBezTo>
                    <a:pt x="9564" y="1051"/>
                    <a:pt x="8948" y="2146"/>
                    <a:pt x="8217" y="3219"/>
                  </a:cubicBezTo>
                  <a:cubicBezTo>
                    <a:pt x="6186" y="6232"/>
                    <a:pt x="3652" y="8286"/>
                    <a:pt x="1826" y="8629"/>
                  </a:cubicBezTo>
                  <a:cubicBezTo>
                    <a:pt x="2032" y="9040"/>
                    <a:pt x="2534" y="9359"/>
                    <a:pt x="2534" y="9359"/>
                  </a:cubicBezTo>
                  <a:lnTo>
                    <a:pt x="2054" y="10592"/>
                  </a:lnTo>
                  <a:cubicBezTo>
                    <a:pt x="2830" y="12052"/>
                    <a:pt x="0" y="14563"/>
                    <a:pt x="0" y="16914"/>
                  </a:cubicBezTo>
                  <a:cubicBezTo>
                    <a:pt x="0" y="18238"/>
                    <a:pt x="3173" y="19083"/>
                    <a:pt x="2899" y="20178"/>
                  </a:cubicBezTo>
                  <a:cubicBezTo>
                    <a:pt x="5706" y="21297"/>
                    <a:pt x="8445" y="21867"/>
                    <a:pt x="8445" y="21867"/>
                  </a:cubicBezTo>
                  <a:cubicBezTo>
                    <a:pt x="8445" y="21867"/>
                    <a:pt x="6711" y="16617"/>
                    <a:pt x="9473" y="11162"/>
                  </a:cubicBezTo>
                  <a:cubicBezTo>
                    <a:pt x="12029" y="6141"/>
                    <a:pt x="12600" y="2808"/>
                    <a:pt x="10020" y="1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1">
              <a:extLst>
                <a:ext uri="{FF2B5EF4-FFF2-40B4-BE49-F238E27FC236}">
                  <a16:creationId xmlns:a16="http://schemas.microsoft.com/office/drawing/2014/main" id="{613797AC-3984-4F13-58EC-2604DAD388C5}"/>
                </a:ext>
              </a:extLst>
            </p:cNvPr>
            <p:cNvSpPr/>
            <p:nvPr/>
          </p:nvSpPr>
          <p:spPr>
            <a:xfrm>
              <a:off x="5635616" y="2923602"/>
              <a:ext cx="190939" cy="502569"/>
            </a:xfrm>
            <a:custGeom>
              <a:avLst/>
              <a:gdLst/>
              <a:ahLst/>
              <a:cxnLst/>
              <a:rect l="l" t="t" r="r" b="b"/>
              <a:pathLst>
                <a:path w="5958" h="15682" extrusionOk="0">
                  <a:moveTo>
                    <a:pt x="5958" y="0"/>
                  </a:moveTo>
                  <a:cubicBezTo>
                    <a:pt x="3401" y="2351"/>
                    <a:pt x="1119" y="7259"/>
                    <a:pt x="228" y="12942"/>
                  </a:cubicBezTo>
                  <a:cubicBezTo>
                    <a:pt x="114" y="13581"/>
                    <a:pt x="46" y="14220"/>
                    <a:pt x="0" y="14882"/>
                  </a:cubicBezTo>
                  <a:cubicBezTo>
                    <a:pt x="1712" y="15385"/>
                    <a:pt x="2990" y="15681"/>
                    <a:pt x="2990" y="15681"/>
                  </a:cubicBezTo>
                  <a:cubicBezTo>
                    <a:pt x="2990" y="15681"/>
                    <a:pt x="1256" y="10431"/>
                    <a:pt x="4017" y="4976"/>
                  </a:cubicBezTo>
                  <a:cubicBezTo>
                    <a:pt x="4953" y="3082"/>
                    <a:pt x="5615" y="1461"/>
                    <a:pt x="59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1">
              <a:extLst>
                <a:ext uri="{FF2B5EF4-FFF2-40B4-BE49-F238E27FC236}">
                  <a16:creationId xmlns:a16="http://schemas.microsoft.com/office/drawing/2014/main" id="{DBEA1EAA-E8C3-F7C5-6D22-515FFFA4FB5C}"/>
                </a:ext>
              </a:extLst>
            </p:cNvPr>
            <p:cNvSpPr/>
            <p:nvPr/>
          </p:nvSpPr>
          <p:spPr>
            <a:xfrm>
              <a:off x="5469027" y="2326505"/>
              <a:ext cx="115403" cy="146521"/>
            </a:xfrm>
            <a:custGeom>
              <a:avLst/>
              <a:gdLst/>
              <a:ahLst/>
              <a:cxnLst/>
              <a:rect l="l" t="t" r="r" b="b"/>
              <a:pathLst>
                <a:path w="3601" h="4572" extrusionOk="0">
                  <a:moveTo>
                    <a:pt x="3426" y="1"/>
                  </a:moveTo>
                  <a:cubicBezTo>
                    <a:pt x="1663" y="1"/>
                    <a:pt x="1" y="1676"/>
                    <a:pt x="199" y="4571"/>
                  </a:cubicBezTo>
                  <a:lnTo>
                    <a:pt x="907" y="4366"/>
                  </a:lnTo>
                  <a:cubicBezTo>
                    <a:pt x="291" y="326"/>
                    <a:pt x="3600" y="6"/>
                    <a:pt x="3600" y="6"/>
                  </a:cubicBezTo>
                  <a:cubicBezTo>
                    <a:pt x="3542" y="2"/>
                    <a:pt x="3484" y="1"/>
                    <a:pt x="34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1">
              <a:extLst>
                <a:ext uri="{FF2B5EF4-FFF2-40B4-BE49-F238E27FC236}">
                  <a16:creationId xmlns:a16="http://schemas.microsoft.com/office/drawing/2014/main" id="{044E25C8-CC5C-7032-A161-1F4080AFEAEB}"/>
                </a:ext>
              </a:extLst>
            </p:cNvPr>
            <p:cNvSpPr/>
            <p:nvPr/>
          </p:nvSpPr>
          <p:spPr>
            <a:xfrm>
              <a:off x="5469027" y="2326505"/>
              <a:ext cx="115403" cy="146521"/>
            </a:xfrm>
            <a:custGeom>
              <a:avLst/>
              <a:gdLst/>
              <a:ahLst/>
              <a:cxnLst/>
              <a:rect l="l" t="t" r="r" b="b"/>
              <a:pathLst>
                <a:path w="3601" h="4572" extrusionOk="0">
                  <a:moveTo>
                    <a:pt x="3426" y="1"/>
                  </a:moveTo>
                  <a:cubicBezTo>
                    <a:pt x="1663" y="1"/>
                    <a:pt x="1" y="1676"/>
                    <a:pt x="199" y="4571"/>
                  </a:cubicBezTo>
                  <a:lnTo>
                    <a:pt x="907" y="4366"/>
                  </a:lnTo>
                  <a:cubicBezTo>
                    <a:pt x="291" y="326"/>
                    <a:pt x="3600" y="6"/>
                    <a:pt x="3600" y="6"/>
                  </a:cubicBezTo>
                  <a:cubicBezTo>
                    <a:pt x="3542" y="2"/>
                    <a:pt x="3484" y="1"/>
                    <a:pt x="3426" y="1"/>
                  </a:cubicBez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1">
              <a:extLst>
                <a:ext uri="{FF2B5EF4-FFF2-40B4-BE49-F238E27FC236}">
                  <a16:creationId xmlns:a16="http://schemas.microsoft.com/office/drawing/2014/main" id="{944F7D2D-22F0-63C5-915C-36F8CE78AB41}"/>
                </a:ext>
              </a:extLst>
            </p:cNvPr>
            <p:cNvSpPr/>
            <p:nvPr/>
          </p:nvSpPr>
          <p:spPr>
            <a:xfrm>
              <a:off x="5486366" y="2340671"/>
              <a:ext cx="138285" cy="103802"/>
            </a:xfrm>
            <a:custGeom>
              <a:avLst/>
              <a:gdLst/>
              <a:ahLst/>
              <a:cxnLst/>
              <a:rect l="l" t="t" r="r" b="b"/>
              <a:pathLst>
                <a:path w="4315" h="3239" extrusionOk="0">
                  <a:moveTo>
                    <a:pt x="3361" y="1"/>
                  </a:moveTo>
                  <a:cubicBezTo>
                    <a:pt x="2002" y="1"/>
                    <a:pt x="571" y="1045"/>
                    <a:pt x="1" y="3216"/>
                  </a:cubicBezTo>
                  <a:lnTo>
                    <a:pt x="686" y="3239"/>
                  </a:lnTo>
                  <a:cubicBezTo>
                    <a:pt x="1157" y="495"/>
                    <a:pt x="2907" y="135"/>
                    <a:pt x="3793" y="135"/>
                  </a:cubicBezTo>
                  <a:cubicBezTo>
                    <a:pt x="4109" y="135"/>
                    <a:pt x="4315" y="180"/>
                    <a:pt x="4315" y="180"/>
                  </a:cubicBezTo>
                  <a:cubicBezTo>
                    <a:pt x="4010" y="61"/>
                    <a:pt x="3687" y="1"/>
                    <a:pt x="33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1">
              <a:extLst>
                <a:ext uri="{FF2B5EF4-FFF2-40B4-BE49-F238E27FC236}">
                  <a16:creationId xmlns:a16="http://schemas.microsoft.com/office/drawing/2014/main" id="{A7A993E3-2EFA-73EC-1198-181ECE534F08}"/>
                </a:ext>
              </a:extLst>
            </p:cNvPr>
            <p:cNvSpPr/>
            <p:nvPr/>
          </p:nvSpPr>
          <p:spPr>
            <a:xfrm>
              <a:off x="5486366" y="2340671"/>
              <a:ext cx="138285" cy="103802"/>
            </a:xfrm>
            <a:custGeom>
              <a:avLst/>
              <a:gdLst/>
              <a:ahLst/>
              <a:cxnLst/>
              <a:rect l="l" t="t" r="r" b="b"/>
              <a:pathLst>
                <a:path w="4315" h="3239" extrusionOk="0">
                  <a:moveTo>
                    <a:pt x="3361" y="1"/>
                  </a:moveTo>
                  <a:cubicBezTo>
                    <a:pt x="2002" y="1"/>
                    <a:pt x="571" y="1045"/>
                    <a:pt x="1" y="3216"/>
                  </a:cubicBezTo>
                  <a:lnTo>
                    <a:pt x="686" y="3239"/>
                  </a:lnTo>
                  <a:cubicBezTo>
                    <a:pt x="1157" y="495"/>
                    <a:pt x="2907" y="135"/>
                    <a:pt x="3793" y="135"/>
                  </a:cubicBezTo>
                  <a:cubicBezTo>
                    <a:pt x="4109" y="135"/>
                    <a:pt x="4315" y="180"/>
                    <a:pt x="4315" y="180"/>
                  </a:cubicBezTo>
                  <a:cubicBezTo>
                    <a:pt x="4010" y="61"/>
                    <a:pt x="3687" y="1"/>
                    <a:pt x="3361" y="1"/>
                  </a:cubicBez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1">
              <a:extLst>
                <a:ext uri="{FF2B5EF4-FFF2-40B4-BE49-F238E27FC236}">
                  <a16:creationId xmlns:a16="http://schemas.microsoft.com/office/drawing/2014/main" id="{88C1C16E-07DF-6695-FD28-442266557663}"/>
                </a:ext>
              </a:extLst>
            </p:cNvPr>
            <p:cNvSpPr/>
            <p:nvPr/>
          </p:nvSpPr>
          <p:spPr>
            <a:xfrm>
              <a:off x="5462970" y="2338395"/>
              <a:ext cx="354798" cy="298458"/>
            </a:xfrm>
            <a:custGeom>
              <a:avLst/>
              <a:gdLst/>
              <a:ahLst/>
              <a:cxnLst/>
              <a:rect l="l" t="t" r="r" b="b"/>
              <a:pathLst>
                <a:path w="11071" h="9313" extrusionOk="0">
                  <a:moveTo>
                    <a:pt x="0" y="2853"/>
                  </a:moveTo>
                  <a:lnTo>
                    <a:pt x="0" y="2853"/>
                  </a:lnTo>
                  <a:cubicBezTo>
                    <a:pt x="0" y="2854"/>
                    <a:pt x="0" y="2855"/>
                    <a:pt x="0" y="2856"/>
                  </a:cubicBezTo>
                  <a:lnTo>
                    <a:pt x="0" y="2856"/>
                  </a:lnTo>
                  <a:cubicBezTo>
                    <a:pt x="0" y="2855"/>
                    <a:pt x="0" y="2854"/>
                    <a:pt x="0" y="2853"/>
                  </a:cubicBezTo>
                  <a:close/>
                  <a:moveTo>
                    <a:pt x="8606" y="0"/>
                  </a:moveTo>
                  <a:cubicBezTo>
                    <a:pt x="8446" y="297"/>
                    <a:pt x="1895" y="890"/>
                    <a:pt x="46" y="2922"/>
                  </a:cubicBezTo>
                  <a:cubicBezTo>
                    <a:pt x="43" y="2925"/>
                    <a:pt x="40" y="2926"/>
                    <a:pt x="37" y="2926"/>
                  </a:cubicBezTo>
                  <a:cubicBezTo>
                    <a:pt x="18" y="2926"/>
                    <a:pt x="2" y="2877"/>
                    <a:pt x="0" y="2856"/>
                  </a:cubicBezTo>
                  <a:lnTo>
                    <a:pt x="0" y="2856"/>
                  </a:lnTo>
                  <a:cubicBezTo>
                    <a:pt x="24" y="3540"/>
                    <a:pt x="252" y="4155"/>
                    <a:pt x="571" y="4314"/>
                  </a:cubicBezTo>
                  <a:cubicBezTo>
                    <a:pt x="571" y="4314"/>
                    <a:pt x="2762" y="7076"/>
                    <a:pt x="4269" y="7738"/>
                  </a:cubicBezTo>
                  <a:cubicBezTo>
                    <a:pt x="6072" y="8537"/>
                    <a:pt x="9176" y="9313"/>
                    <a:pt x="9176" y="9313"/>
                  </a:cubicBezTo>
                  <a:lnTo>
                    <a:pt x="10317" y="8628"/>
                  </a:lnTo>
                  <a:cubicBezTo>
                    <a:pt x="10317" y="8628"/>
                    <a:pt x="11002" y="6688"/>
                    <a:pt x="11071" y="4200"/>
                  </a:cubicBezTo>
                  <a:cubicBezTo>
                    <a:pt x="11071" y="2579"/>
                    <a:pt x="10454" y="982"/>
                    <a:pt x="86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9" name="Google Shape;1729;p41">
              <a:extLst>
                <a:ext uri="{FF2B5EF4-FFF2-40B4-BE49-F238E27FC236}">
                  <a16:creationId xmlns:a16="http://schemas.microsoft.com/office/drawing/2014/main" id="{E39AA252-A59F-F7AB-17ED-A846C5DD5616}"/>
                </a:ext>
              </a:extLst>
            </p:cNvPr>
            <p:cNvGrpSpPr/>
            <p:nvPr/>
          </p:nvGrpSpPr>
          <p:grpSpPr>
            <a:xfrm>
              <a:off x="5462970" y="2338395"/>
              <a:ext cx="354798" cy="298458"/>
              <a:chOff x="5832395" y="2338395"/>
              <a:chExt cx="354798" cy="298458"/>
            </a:xfrm>
          </p:grpSpPr>
          <p:sp>
            <p:nvSpPr>
              <p:cNvPr id="1730" name="Google Shape;1730;p41">
                <a:extLst>
                  <a:ext uri="{FF2B5EF4-FFF2-40B4-BE49-F238E27FC236}">
                    <a16:creationId xmlns:a16="http://schemas.microsoft.com/office/drawing/2014/main" id="{F6AD06AE-C2C9-CB79-B404-198BE74D1C98}"/>
                  </a:ext>
                </a:extLst>
              </p:cNvPr>
              <p:cNvSpPr/>
              <p:nvPr/>
            </p:nvSpPr>
            <p:spPr>
              <a:xfrm>
                <a:off x="5832395" y="2338395"/>
                <a:ext cx="354798" cy="298458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9313" extrusionOk="0">
                    <a:moveTo>
                      <a:pt x="0" y="2853"/>
                    </a:moveTo>
                    <a:lnTo>
                      <a:pt x="0" y="2853"/>
                    </a:lnTo>
                    <a:cubicBezTo>
                      <a:pt x="0" y="2854"/>
                      <a:pt x="0" y="2855"/>
                      <a:pt x="0" y="2856"/>
                    </a:cubicBezTo>
                    <a:lnTo>
                      <a:pt x="0" y="2856"/>
                    </a:lnTo>
                    <a:cubicBezTo>
                      <a:pt x="0" y="2855"/>
                      <a:pt x="0" y="2854"/>
                      <a:pt x="0" y="2853"/>
                    </a:cubicBezTo>
                    <a:close/>
                    <a:moveTo>
                      <a:pt x="8606" y="0"/>
                    </a:moveTo>
                    <a:cubicBezTo>
                      <a:pt x="8446" y="297"/>
                      <a:pt x="1895" y="890"/>
                      <a:pt x="46" y="2922"/>
                    </a:cubicBezTo>
                    <a:cubicBezTo>
                      <a:pt x="43" y="2925"/>
                      <a:pt x="40" y="2926"/>
                      <a:pt x="37" y="2926"/>
                    </a:cubicBezTo>
                    <a:cubicBezTo>
                      <a:pt x="18" y="2926"/>
                      <a:pt x="2" y="2877"/>
                      <a:pt x="0" y="2856"/>
                    </a:cubicBezTo>
                    <a:lnTo>
                      <a:pt x="0" y="2856"/>
                    </a:lnTo>
                    <a:cubicBezTo>
                      <a:pt x="24" y="3540"/>
                      <a:pt x="252" y="4155"/>
                      <a:pt x="571" y="4314"/>
                    </a:cubicBezTo>
                    <a:cubicBezTo>
                      <a:pt x="571" y="4314"/>
                      <a:pt x="2762" y="7076"/>
                      <a:pt x="4269" y="7738"/>
                    </a:cubicBezTo>
                    <a:cubicBezTo>
                      <a:pt x="6072" y="8537"/>
                      <a:pt x="9176" y="9313"/>
                      <a:pt x="9176" y="9313"/>
                    </a:cubicBezTo>
                    <a:lnTo>
                      <a:pt x="10317" y="8628"/>
                    </a:lnTo>
                    <a:cubicBezTo>
                      <a:pt x="10317" y="8628"/>
                      <a:pt x="11002" y="6688"/>
                      <a:pt x="11071" y="4200"/>
                    </a:cubicBezTo>
                    <a:cubicBezTo>
                      <a:pt x="11071" y="2579"/>
                      <a:pt x="10454" y="982"/>
                      <a:pt x="8606" y="0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41">
                <a:extLst>
                  <a:ext uri="{FF2B5EF4-FFF2-40B4-BE49-F238E27FC236}">
                    <a16:creationId xmlns:a16="http://schemas.microsoft.com/office/drawing/2014/main" id="{181CFB49-CDD3-97F5-AB9E-02B3E0BA8CE1}"/>
                  </a:ext>
                </a:extLst>
              </p:cNvPr>
              <p:cNvSpPr/>
              <p:nvPr/>
            </p:nvSpPr>
            <p:spPr>
              <a:xfrm>
                <a:off x="5942866" y="2378424"/>
                <a:ext cx="127293" cy="161167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5029" extrusionOk="0">
                    <a:moveTo>
                      <a:pt x="921" y="0"/>
                    </a:moveTo>
                    <a:cubicBezTo>
                      <a:pt x="402" y="0"/>
                      <a:pt x="10" y="157"/>
                      <a:pt x="0" y="235"/>
                    </a:cubicBezTo>
                    <a:cubicBezTo>
                      <a:pt x="1027" y="326"/>
                      <a:pt x="1461" y="2517"/>
                      <a:pt x="2830" y="5028"/>
                    </a:cubicBezTo>
                    <a:cubicBezTo>
                      <a:pt x="2830" y="5028"/>
                      <a:pt x="3972" y="3271"/>
                      <a:pt x="3081" y="1422"/>
                    </a:cubicBezTo>
                    <a:cubicBezTo>
                      <a:pt x="2545" y="283"/>
                      <a:pt x="1618" y="0"/>
                      <a:pt x="9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32" name="Google Shape;1732;p41">
              <a:extLst>
                <a:ext uri="{FF2B5EF4-FFF2-40B4-BE49-F238E27FC236}">
                  <a16:creationId xmlns:a16="http://schemas.microsoft.com/office/drawing/2014/main" id="{758CB00E-1C13-E6C9-B3D9-1AD5F095E527}"/>
                </a:ext>
              </a:extLst>
            </p:cNvPr>
            <p:cNvSpPr/>
            <p:nvPr/>
          </p:nvSpPr>
          <p:spPr>
            <a:xfrm>
              <a:off x="5739485" y="2596963"/>
              <a:ext cx="79029" cy="58230"/>
            </a:xfrm>
            <a:custGeom>
              <a:avLst/>
              <a:gdLst/>
              <a:ahLst/>
              <a:cxnLst/>
              <a:rect l="l" t="t" r="r" b="b"/>
              <a:pathLst>
                <a:path w="2466" h="1817" extrusionOk="0">
                  <a:moveTo>
                    <a:pt x="1774" y="1"/>
                  </a:moveTo>
                  <a:cubicBezTo>
                    <a:pt x="1361" y="1"/>
                    <a:pt x="356" y="445"/>
                    <a:pt x="0" y="1176"/>
                  </a:cubicBezTo>
                  <a:cubicBezTo>
                    <a:pt x="183" y="1564"/>
                    <a:pt x="457" y="1793"/>
                    <a:pt x="845" y="1816"/>
                  </a:cubicBezTo>
                  <a:cubicBezTo>
                    <a:pt x="853" y="1816"/>
                    <a:pt x="862" y="1816"/>
                    <a:pt x="870" y="1816"/>
                  </a:cubicBezTo>
                  <a:cubicBezTo>
                    <a:pt x="1339" y="1816"/>
                    <a:pt x="2352" y="1219"/>
                    <a:pt x="2374" y="1039"/>
                  </a:cubicBezTo>
                  <a:cubicBezTo>
                    <a:pt x="2465" y="903"/>
                    <a:pt x="2169" y="81"/>
                    <a:pt x="1872" y="12"/>
                  </a:cubicBezTo>
                  <a:cubicBezTo>
                    <a:pt x="1845" y="5"/>
                    <a:pt x="1812" y="1"/>
                    <a:pt x="1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1">
              <a:extLst>
                <a:ext uri="{FF2B5EF4-FFF2-40B4-BE49-F238E27FC236}">
                  <a16:creationId xmlns:a16="http://schemas.microsoft.com/office/drawing/2014/main" id="{D3C313BA-CD85-4F33-99F5-61DF7021589E}"/>
                </a:ext>
              </a:extLst>
            </p:cNvPr>
            <p:cNvSpPr/>
            <p:nvPr/>
          </p:nvSpPr>
          <p:spPr>
            <a:xfrm>
              <a:off x="5626097" y="2505176"/>
              <a:ext cx="130241" cy="253848"/>
            </a:xfrm>
            <a:custGeom>
              <a:avLst/>
              <a:gdLst/>
              <a:ahLst/>
              <a:cxnLst/>
              <a:rect l="l" t="t" r="r" b="b"/>
              <a:pathLst>
                <a:path w="4064" h="7921" extrusionOk="0">
                  <a:moveTo>
                    <a:pt x="2146" y="0"/>
                  </a:moveTo>
                  <a:lnTo>
                    <a:pt x="0" y="2899"/>
                  </a:lnTo>
                  <a:cubicBezTo>
                    <a:pt x="252" y="3903"/>
                    <a:pt x="366" y="7852"/>
                    <a:pt x="343" y="7921"/>
                  </a:cubicBezTo>
                  <a:lnTo>
                    <a:pt x="4063" y="5821"/>
                  </a:lnTo>
                  <a:cubicBezTo>
                    <a:pt x="2603" y="3995"/>
                    <a:pt x="2146" y="0"/>
                    <a:pt x="2146" y="0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1">
              <a:extLst>
                <a:ext uri="{FF2B5EF4-FFF2-40B4-BE49-F238E27FC236}">
                  <a16:creationId xmlns:a16="http://schemas.microsoft.com/office/drawing/2014/main" id="{00FAC26D-4B8E-1A8E-4A09-68938BB8094C}"/>
                </a:ext>
              </a:extLst>
            </p:cNvPr>
            <p:cNvSpPr/>
            <p:nvPr/>
          </p:nvSpPr>
          <p:spPr>
            <a:xfrm>
              <a:off x="5471014" y="2385763"/>
              <a:ext cx="227537" cy="324994"/>
            </a:xfrm>
            <a:custGeom>
              <a:avLst/>
              <a:gdLst/>
              <a:ahLst/>
              <a:cxnLst/>
              <a:rect l="l" t="t" r="r" b="b"/>
              <a:pathLst>
                <a:path w="7100" h="10141" extrusionOk="0">
                  <a:moveTo>
                    <a:pt x="2797" y="1"/>
                  </a:moveTo>
                  <a:cubicBezTo>
                    <a:pt x="1602" y="1"/>
                    <a:pt x="491" y="682"/>
                    <a:pt x="137" y="1649"/>
                  </a:cubicBezTo>
                  <a:cubicBezTo>
                    <a:pt x="0" y="1992"/>
                    <a:pt x="23" y="2266"/>
                    <a:pt x="92" y="2745"/>
                  </a:cubicBezTo>
                  <a:cubicBezTo>
                    <a:pt x="115" y="3087"/>
                    <a:pt x="799" y="7287"/>
                    <a:pt x="3333" y="10140"/>
                  </a:cubicBezTo>
                  <a:cubicBezTo>
                    <a:pt x="3333" y="10140"/>
                    <a:pt x="6871" y="7264"/>
                    <a:pt x="6939" y="7082"/>
                  </a:cubicBezTo>
                  <a:cubicBezTo>
                    <a:pt x="6985" y="6716"/>
                    <a:pt x="7099" y="4776"/>
                    <a:pt x="5821" y="2106"/>
                  </a:cubicBezTo>
                  <a:cubicBezTo>
                    <a:pt x="5104" y="595"/>
                    <a:pt x="3914" y="1"/>
                    <a:pt x="2797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1">
              <a:extLst>
                <a:ext uri="{FF2B5EF4-FFF2-40B4-BE49-F238E27FC236}">
                  <a16:creationId xmlns:a16="http://schemas.microsoft.com/office/drawing/2014/main" id="{7E703E6F-BBAF-8531-2337-BD06C99B82D5}"/>
                </a:ext>
              </a:extLst>
            </p:cNvPr>
            <p:cNvSpPr/>
            <p:nvPr/>
          </p:nvSpPr>
          <p:spPr>
            <a:xfrm>
              <a:off x="5573441" y="2378424"/>
              <a:ext cx="127293" cy="161167"/>
            </a:xfrm>
            <a:custGeom>
              <a:avLst/>
              <a:gdLst/>
              <a:ahLst/>
              <a:cxnLst/>
              <a:rect l="l" t="t" r="r" b="b"/>
              <a:pathLst>
                <a:path w="3972" h="5029" extrusionOk="0">
                  <a:moveTo>
                    <a:pt x="921" y="0"/>
                  </a:moveTo>
                  <a:cubicBezTo>
                    <a:pt x="402" y="0"/>
                    <a:pt x="10" y="157"/>
                    <a:pt x="0" y="235"/>
                  </a:cubicBezTo>
                  <a:cubicBezTo>
                    <a:pt x="1027" y="326"/>
                    <a:pt x="1461" y="2517"/>
                    <a:pt x="2830" y="5028"/>
                  </a:cubicBezTo>
                  <a:cubicBezTo>
                    <a:pt x="2830" y="5028"/>
                    <a:pt x="3972" y="3271"/>
                    <a:pt x="3081" y="1422"/>
                  </a:cubicBezTo>
                  <a:cubicBezTo>
                    <a:pt x="2545" y="283"/>
                    <a:pt x="1618" y="0"/>
                    <a:pt x="9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1">
              <a:extLst>
                <a:ext uri="{FF2B5EF4-FFF2-40B4-BE49-F238E27FC236}">
                  <a16:creationId xmlns:a16="http://schemas.microsoft.com/office/drawing/2014/main" id="{BCC6221F-2585-299E-CD1E-CF708DC9034B}"/>
                </a:ext>
              </a:extLst>
            </p:cNvPr>
            <p:cNvSpPr/>
            <p:nvPr/>
          </p:nvSpPr>
          <p:spPr>
            <a:xfrm>
              <a:off x="5573441" y="2378424"/>
              <a:ext cx="127293" cy="161167"/>
            </a:xfrm>
            <a:custGeom>
              <a:avLst/>
              <a:gdLst/>
              <a:ahLst/>
              <a:cxnLst/>
              <a:rect l="l" t="t" r="r" b="b"/>
              <a:pathLst>
                <a:path w="3972" h="5029" extrusionOk="0">
                  <a:moveTo>
                    <a:pt x="921" y="0"/>
                  </a:moveTo>
                  <a:cubicBezTo>
                    <a:pt x="402" y="0"/>
                    <a:pt x="10" y="157"/>
                    <a:pt x="0" y="235"/>
                  </a:cubicBezTo>
                  <a:cubicBezTo>
                    <a:pt x="1027" y="326"/>
                    <a:pt x="1461" y="2517"/>
                    <a:pt x="2830" y="5028"/>
                  </a:cubicBezTo>
                  <a:cubicBezTo>
                    <a:pt x="2830" y="5028"/>
                    <a:pt x="3972" y="3271"/>
                    <a:pt x="3081" y="1422"/>
                  </a:cubicBezTo>
                  <a:cubicBezTo>
                    <a:pt x="2545" y="283"/>
                    <a:pt x="1618" y="0"/>
                    <a:pt x="921" y="0"/>
                  </a:cubicBez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1">
              <a:extLst>
                <a:ext uri="{FF2B5EF4-FFF2-40B4-BE49-F238E27FC236}">
                  <a16:creationId xmlns:a16="http://schemas.microsoft.com/office/drawing/2014/main" id="{109C2CD3-7495-A5E3-398C-33A6D818819E}"/>
                </a:ext>
              </a:extLst>
            </p:cNvPr>
            <p:cNvSpPr/>
            <p:nvPr/>
          </p:nvSpPr>
          <p:spPr>
            <a:xfrm>
              <a:off x="5577800" y="2468609"/>
              <a:ext cx="119281" cy="59993"/>
            </a:xfrm>
            <a:custGeom>
              <a:avLst/>
              <a:gdLst/>
              <a:ahLst/>
              <a:cxnLst/>
              <a:rect l="l" t="t" r="r" b="b"/>
              <a:pathLst>
                <a:path w="3722" h="1872" extrusionOk="0">
                  <a:moveTo>
                    <a:pt x="3721" y="0"/>
                  </a:moveTo>
                  <a:lnTo>
                    <a:pt x="1" y="1621"/>
                  </a:lnTo>
                  <a:lnTo>
                    <a:pt x="69" y="1872"/>
                  </a:lnTo>
                  <a:lnTo>
                    <a:pt x="3539" y="274"/>
                  </a:lnTo>
                  <a:lnTo>
                    <a:pt x="37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1">
              <a:extLst>
                <a:ext uri="{FF2B5EF4-FFF2-40B4-BE49-F238E27FC236}">
                  <a16:creationId xmlns:a16="http://schemas.microsoft.com/office/drawing/2014/main" id="{7442C92F-C19A-4C36-FDA9-68C01BCC4E72}"/>
                </a:ext>
              </a:extLst>
            </p:cNvPr>
            <p:cNvSpPr/>
            <p:nvPr/>
          </p:nvSpPr>
          <p:spPr>
            <a:xfrm>
              <a:off x="5664139" y="2459250"/>
              <a:ext cx="79029" cy="94957"/>
            </a:xfrm>
            <a:custGeom>
              <a:avLst/>
              <a:gdLst/>
              <a:ahLst/>
              <a:cxnLst/>
              <a:rect l="l" t="t" r="r" b="b"/>
              <a:pathLst>
                <a:path w="2466" h="2963" extrusionOk="0">
                  <a:moveTo>
                    <a:pt x="1467" y="1"/>
                  </a:moveTo>
                  <a:cubicBezTo>
                    <a:pt x="1035" y="1"/>
                    <a:pt x="539" y="412"/>
                    <a:pt x="366" y="1137"/>
                  </a:cubicBezTo>
                  <a:cubicBezTo>
                    <a:pt x="0" y="2689"/>
                    <a:pt x="799" y="2963"/>
                    <a:pt x="799" y="2963"/>
                  </a:cubicBezTo>
                  <a:cubicBezTo>
                    <a:pt x="799" y="2963"/>
                    <a:pt x="2465" y="1228"/>
                    <a:pt x="2077" y="429"/>
                  </a:cubicBezTo>
                  <a:cubicBezTo>
                    <a:pt x="1944" y="137"/>
                    <a:pt x="1716" y="1"/>
                    <a:pt x="1467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1">
              <a:extLst>
                <a:ext uri="{FF2B5EF4-FFF2-40B4-BE49-F238E27FC236}">
                  <a16:creationId xmlns:a16="http://schemas.microsoft.com/office/drawing/2014/main" id="{DDDA6F5D-44EF-0A5F-C65A-91BBB750FFD0}"/>
                </a:ext>
              </a:extLst>
            </p:cNvPr>
            <p:cNvSpPr/>
            <p:nvPr/>
          </p:nvSpPr>
          <p:spPr>
            <a:xfrm>
              <a:off x="5677311" y="2476300"/>
              <a:ext cx="46853" cy="55250"/>
            </a:xfrm>
            <a:custGeom>
              <a:avLst/>
              <a:gdLst/>
              <a:ahLst/>
              <a:cxnLst/>
              <a:rect l="l" t="t" r="r" b="b"/>
              <a:pathLst>
                <a:path w="1462" h="1724" extrusionOk="0">
                  <a:moveTo>
                    <a:pt x="884" y="1"/>
                  </a:moveTo>
                  <a:cubicBezTo>
                    <a:pt x="633" y="1"/>
                    <a:pt x="346" y="247"/>
                    <a:pt x="228" y="673"/>
                  </a:cubicBezTo>
                  <a:cubicBezTo>
                    <a:pt x="0" y="1586"/>
                    <a:pt x="502" y="1723"/>
                    <a:pt x="502" y="1723"/>
                  </a:cubicBezTo>
                  <a:cubicBezTo>
                    <a:pt x="502" y="1723"/>
                    <a:pt x="1461" y="719"/>
                    <a:pt x="1233" y="239"/>
                  </a:cubicBezTo>
                  <a:cubicBezTo>
                    <a:pt x="1151" y="77"/>
                    <a:pt x="1024" y="1"/>
                    <a:pt x="884" y="1"/>
                  </a:cubicBez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1">
              <a:extLst>
                <a:ext uri="{FF2B5EF4-FFF2-40B4-BE49-F238E27FC236}">
                  <a16:creationId xmlns:a16="http://schemas.microsoft.com/office/drawing/2014/main" id="{84A1D66C-2EB2-55CA-B0E6-3B9C83D76361}"/>
                </a:ext>
              </a:extLst>
            </p:cNvPr>
            <p:cNvSpPr/>
            <p:nvPr/>
          </p:nvSpPr>
          <p:spPr>
            <a:xfrm>
              <a:off x="5675100" y="2493350"/>
              <a:ext cx="33682" cy="42591"/>
            </a:xfrm>
            <a:custGeom>
              <a:avLst/>
              <a:gdLst/>
              <a:ahLst/>
              <a:cxnLst/>
              <a:rect l="l" t="t" r="r" b="b"/>
              <a:pathLst>
                <a:path w="1051" h="1329" extrusionOk="0">
                  <a:moveTo>
                    <a:pt x="570" y="1"/>
                  </a:moveTo>
                  <a:cubicBezTo>
                    <a:pt x="362" y="1"/>
                    <a:pt x="146" y="215"/>
                    <a:pt x="115" y="552"/>
                  </a:cubicBezTo>
                  <a:cubicBezTo>
                    <a:pt x="1" y="1282"/>
                    <a:pt x="389" y="1328"/>
                    <a:pt x="389" y="1328"/>
                  </a:cubicBezTo>
                  <a:cubicBezTo>
                    <a:pt x="389" y="1328"/>
                    <a:pt x="1051" y="506"/>
                    <a:pt x="845" y="164"/>
                  </a:cubicBezTo>
                  <a:cubicBezTo>
                    <a:pt x="770" y="52"/>
                    <a:pt x="671" y="1"/>
                    <a:pt x="570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1">
              <a:extLst>
                <a:ext uri="{FF2B5EF4-FFF2-40B4-BE49-F238E27FC236}">
                  <a16:creationId xmlns:a16="http://schemas.microsoft.com/office/drawing/2014/main" id="{9F20A753-88A5-E45D-4E87-3D9B55BC721F}"/>
                </a:ext>
              </a:extLst>
            </p:cNvPr>
            <p:cNvSpPr/>
            <p:nvPr/>
          </p:nvSpPr>
          <p:spPr>
            <a:xfrm>
              <a:off x="5615137" y="2678527"/>
              <a:ext cx="158763" cy="122742"/>
            </a:xfrm>
            <a:custGeom>
              <a:avLst/>
              <a:gdLst/>
              <a:ahLst/>
              <a:cxnLst/>
              <a:rect l="l" t="t" r="r" b="b"/>
              <a:pathLst>
                <a:path w="4954" h="3830" extrusionOk="0">
                  <a:moveTo>
                    <a:pt x="4405" y="1"/>
                  </a:moveTo>
                  <a:lnTo>
                    <a:pt x="183" y="1622"/>
                  </a:lnTo>
                  <a:cubicBezTo>
                    <a:pt x="0" y="2352"/>
                    <a:pt x="69" y="3242"/>
                    <a:pt x="91" y="3653"/>
                  </a:cubicBezTo>
                  <a:cubicBezTo>
                    <a:pt x="91" y="3774"/>
                    <a:pt x="170" y="3830"/>
                    <a:pt x="258" y="3830"/>
                  </a:cubicBezTo>
                  <a:cubicBezTo>
                    <a:pt x="286" y="3830"/>
                    <a:pt x="315" y="3824"/>
                    <a:pt x="342" y="3813"/>
                  </a:cubicBezTo>
                  <a:cubicBezTo>
                    <a:pt x="1301" y="3196"/>
                    <a:pt x="4771" y="1028"/>
                    <a:pt x="4862" y="914"/>
                  </a:cubicBezTo>
                  <a:cubicBezTo>
                    <a:pt x="4953" y="777"/>
                    <a:pt x="4405" y="1"/>
                    <a:pt x="4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1">
              <a:extLst>
                <a:ext uri="{FF2B5EF4-FFF2-40B4-BE49-F238E27FC236}">
                  <a16:creationId xmlns:a16="http://schemas.microsoft.com/office/drawing/2014/main" id="{7A93E3CC-DE95-0CB7-5A31-984E1B913789}"/>
                </a:ext>
              </a:extLst>
            </p:cNvPr>
            <p:cNvSpPr/>
            <p:nvPr/>
          </p:nvSpPr>
          <p:spPr>
            <a:xfrm>
              <a:off x="5492230" y="2565876"/>
              <a:ext cx="37335" cy="56500"/>
            </a:xfrm>
            <a:custGeom>
              <a:avLst/>
              <a:gdLst/>
              <a:ahLst/>
              <a:cxnLst/>
              <a:rect l="l" t="t" r="r" b="b"/>
              <a:pathLst>
                <a:path w="1165" h="1763" extrusionOk="0">
                  <a:moveTo>
                    <a:pt x="457" y="1"/>
                  </a:moveTo>
                  <a:cubicBezTo>
                    <a:pt x="297" y="845"/>
                    <a:pt x="0" y="1462"/>
                    <a:pt x="46" y="1621"/>
                  </a:cubicBezTo>
                  <a:cubicBezTo>
                    <a:pt x="106" y="1732"/>
                    <a:pt x="330" y="1763"/>
                    <a:pt x="562" y="1763"/>
                  </a:cubicBezTo>
                  <a:cubicBezTo>
                    <a:pt x="857" y="1763"/>
                    <a:pt x="1164" y="1713"/>
                    <a:pt x="1164" y="1713"/>
                  </a:cubicBezTo>
                  <a:lnTo>
                    <a:pt x="457" y="1"/>
                  </a:ln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1">
              <a:extLst>
                <a:ext uri="{FF2B5EF4-FFF2-40B4-BE49-F238E27FC236}">
                  <a16:creationId xmlns:a16="http://schemas.microsoft.com/office/drawing/2014/main" id="{6068F8C7-048E-ED98-9B2B-EF1599928785}"/>
                </a:ext>
              </a:extLst>
            </p:cNvPr>
            <p:cNvSpPr/>
            <p:nvPr/>
          </p:nvSpPr>
          <p:spPr>
            <a:xfrm>
              <a:off x="5501012" y="2571741"/>
              <a:ext cx="29291" cy="44194"/>
            </a:xfrm>
            <a:custGeom>
              <a:avLst/>
              <a:gdLst/>
              <a:ahLst/>
              <a:cxnLst/>
              <a:rect l="l" t="t" r="r" b="b"/>
              <a:pathLst>
                <a:path w="914" h="1379" extrusionOk="0">
                  <a:moveTo>
                    <a:pt x="366" y="0"/>
                  </a:moveTo>
                  <a:cubicBezTo>
                    <a:pt x="251" y="662"/>
                    <a:pt x="0" y="1142"/>
                    <a:pt x="46" y="1256"/>
                  </a:cubicBezTo>
                  <a:cubicBezTo>
                    <a:pt x="100" y="1353"/>
                    <a:pt x="297" y="1379"/>
                    <a:pt x="490" y="1379"/>
                  </a:cubicBezTo>
                  <a:cubicBezTo>
                    <a:pt x="705" y="1379"/>
                    <a:pt x="913" y="1347"/>
                    <a:pt x="913" y="1347"/>
                  </a:cubicBezTo>
                  <a:lnTo>
                    <a:pt x="366" y="0"/>
                  </a:ln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1">
              <a:extLst>
                <a:ext uri="{FF2B5EF4-FFF2-40B4-BE49-F238E27FC236}">
                  <a16:creationId xmlns:a16="http://schemas.microsoft.com/office/drawing/2014/main" id="{91BEECE4-2646-D2DF-2897-18439AA1C09C}"/>
                </a:ext>
              </a:extLst>
            </p:cNvPr>
            <p:cNvSpPr/>
            <p:nvPr/>
          </p:nvSpPr>
          <p:spPr>
            <a:xfrm>
              <a:off x="5611451" y="2791498"/>
              <a:ext cx="158667" cy="117486"/>
            </a:xfrm>
            <a:custGeom>
              <a:avLst/>
              <a:gdLst/>
              <a:ahLst/>
              <a:cxnLst/>
              <a:rect l="l" t="t" r="r" b="b"/>
              <a:pathLst>
                <a:path w="4951" h="3666" extrusionOk="0">
                  <a:moveTo>
                    <a:pt x="3287" y="1"/>
                  </a:moveTo>
                  <a:cubicBezTo>
                    <a:pt x="2580" y="1"/>
                    <a:pt x="1611" y="611"/>
                    <a:pt x="1" y="1726"/>
                  </a:cubicBezTo>
                  <a:lnTo>
                    <a:pt x="3972" y="3666"/>
                  </a:lnTo>
                  <a:lnTo>
                    <a:pt x="3972" y="3666"/>
                  </a:lnTo>
                  <a:cubicBezTo>
                    <a:pt x="3957" y="3648"/>
                    <a:pt x="4951" y="1311"/>
                    <a:pt x="4155" y="425"/>
                  </a:cubicBezTo>
                  <a:cubicBezTo>
                    <a:pt x="3898" y="138"/>
                    <a:pt x="3622" y="1"/>
                    <a:pt x="3287" y="1"/>
                  </a:cubicBezTo>
                  <a:close/>
                  <a:moveTo>
                    <a:pt x="3972" y="3666"/>
                  </a:moveTo>
                  <a:cubicBezTo>
                    <a:pt x="3972" y="3666"/>
                    <a:pt x="3972" y="3666"/>
                    <a:pt x="3973" y="3666"/>
                  </a:cubicBezTo>
                  <a:lnTo>
                    <a:pt x="3972" y="3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1">
              <a:extLst>
                <a:ext uri="{FF2B5EF4-FFF2-40B4-BE49-F238E27FC236}">
                  <a16:creationId xmlns:a16="http://schemas.microsoft.com/office/drawing/2014/main" id="{AE77D589-E7CD-34ED-638E-003F43300604}"/>
                </a:ext>
              </a:extLst>
            </p:cNvPr>
            <p:cNvSpPr/>
            <p:nvPr/>
          </p:nvSpPr>
          <p:spPr>
            <a:xfrm>
              <a:off x="5611451" y="2791498"/>
              <a:ext cx="158667" cy="117486"/>
            </a:xfrm>
            <a:custGeom>
              <a:avLst/>
              <a:gdLst/>
              <a:ahLst/>
              <a:cxnLst/>
              <a:rect l="l" t="t" r="r" b="b"/>
              <a:pathLst>
                <a:path w="4951" h="3666" extrusionOk="0">
                  <a:moveTo>
                    <a:pt x="3287" y="1"/>
                  </a:moveTo>
                  <a:cubicBezTo>
                    <a:pt x="2580" y="1"/>
                    <a:pt x="1611" y="611"/>
                    <a:pt x="1" y="1726"/>
                  </a:cubicBezTo>
                  <a:lnTo>
                    <a:pt x="3972" y="3666"/>
                  </a:lnTo>
                  <a:lnTo>
                    <a:pt x="3972" y="3666"/>
                  </a:lnTo>
                  <a:cubicBezTo>
                    <a:pt x="3957" y="3648"/>
                    <a:pt x="4951" y="1311"/>
                    <a:pt x="4155" y="425"/>
                  </a:cubicBezTo>
                  <a:cubicBezTo>
                    <a:pt x="3898" y="138"/>
                    <a:pt x="3622" y="1"/>
                    <a:pt x="3287" y="1"/>
                  </a:cubicBezTo>
                  <a:close/>
                  <a:moveTo>
                    <a:pt x="3972" y="3666"/>
                  </a:moveTo>
                  <a:cubicBezTo>
                    <a:pt x="3972" y="3666"/>
                    <a:pt x="3972" y="3666"/>
                    <a:pt x="3973" y="3666"/>
                  </a:cubicBezTo>
                  <a:lnTo>
                    <a:pt x="3972" y="3666"/>
                  </a:ln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1">
              <a:extLst>
                <a:ext uri="{FF2B5EF4-FFF2-40B4-BE49-F238E27FC236}">
                  <a16:creationId xmlns:a16="http://schemas.microsoft.com/office/drawing/2014/main" id="{EF750B03-BA41-FF61-5654-45538C5C994C}"/>
                </a:ext>
              </a:extLst>
            </p:cNvPr>
            <p:cNvSpPr/>
            <p:nvPr/>
          </p:nvSpPr>
          <p:spPr>
            <a:xfrm>
              <a:off x="5374131" y="2813067"/>
              <a:ext cx="370501" cy="478117"/>
            </a:xfrm>
            <a:custGeom>
              <a:avLst/>
              <a:gdLst/>
              <a:ahLst/>
              <a:cxnLst/>
              <a:rect l="l" t="t" r="r" b="b"/>
              <a:pathLst>
                <a:path w="11561" h="14919" extrusionOk="0">
                  <a:moveTo>
                    <a:pt x="10416" y="0"/>
                  </a:moveTo>
                  <a:cubicBezTo>
                    <a:pt x="9532" y="0"/>
                    <a:pt x="7656" y="678"/>
                    <a:pt x="7269" y="1258"/>
                  </a:cubicBezTo>
                  <a:cubicBezTo>
                    <a:pt x="6379" y="2605"/>
                    <a:pt x="2544" y="8973"/>
                    <a:pt x="1083" y="11324"/>
                  </a:cubicBezTo>
                  <a:cubicBezTo>
                    <a:pt x="1" y="13064"/>
                    <a:pt x="2013" y="14918"/>
                    <a:pt x="3278" y="14918"/>
                  </a:cubicBezTo>
                  <a:cubicBezTo>
                    <a:pt x="3507" y="14918"/>
                    <a:pt x="3711" y="14858"/>
                    <a:pt x="3868" y="14725"/>
                  </a:cubicBezTo>
                  <a:cubicBezTo>
                    <a:pt x="4302" y="14337"/>
                    <a:pt x="6767" y="11050"/>
                    <a:pt x="7360" y="9544"/>
                  </a:cubicBezTo>
                  <a:cubicBezTo>
                    <a:pt x="7954" y="8014"/>
                    <a:pt x="11104" y="4294"/>
                    <a:pt x="11332" y="3198"/>
                  </a:cubicBezTo>
                  <a:cubicBezTo>
                    <a:pt x="11560" y="2126"/>
                    <a:pt x="11263" y="345"/>
                    <a:pt x="10784" y="71"/>
                  </a:cubicBezTo>
                  <a:cubicBezTo>
                    <a:pt x="10704" y="22"/>
                    <a:pt x="10576" y="0"/>
                    <a:pt x="104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1">
              <a:extLst>
                <a:ext uri="{FF2B5EF4-FFF2-40B4-BE49-F238E27FC236}">
                  <a16:creationId xmlns:a16="http://schemas.microsoft.com/office/drawing/2014/main" id="{C6910672-7383-B3DC-B95C-402668C1DE22}"/>
                </a:ext>
              </a:extLst>
            </p:cNvPr>
            <p:cNvSpPr/>
            <p:nvPr/>
          </p:nvSpPr>
          <p:spPr>
            <a:xfrm>
              <a:off x="5374131" y="2813067"/>
              <a:ext cx="370501" cy="478117"/>
            </a:xfrm>
            <a:custGeom>
              <a:avLst/>
              <a:gdLst/>
              <a:ahLst/>
              <a:cxnLst/>
              <a:rect l="l" t="t" r="r" b="b"/>
              <a:pathLst>
                <a:path w="11561" h="14919" extrusionOk="0">
                  <a:moveTo>
                    <a:pt x="10416" y="0"/>
                  </a:moveTo>
                  <a:cubicBezTo>
                    <a:pt x="9532" y="0"/>
                    <a:pt x="7656" y="678"/>
                    <a:pt x="7269" y="1258"/>
                  </a:cubicBezTo>
                  <a:cubicBezTo>
                    <a:pt x="6379" y="2605"/>
                    <a:pt x="2544" y="8973"/>
                    <a:pt x="1083" y="11324"/>
                  </a:cubicBezTo>
                  <a:cubicBezTo>
                    <a:pt x="1" y="13064"/>
                    <a:pt x="2013" y="14918"/>
                    <a:pt x="3278" y="14918"/>
                  </a:cubicBezTo>
                  <a:cubicBezTo>
                    <a:pt x="3507" y="14918"/>
                    <a:pt x="3711" y="14858"/>
                    <a:pt x="3868" y="14725"/>
                  </a:cubicBezTo>
                  <a:cubicBezTo>
                    <a:pt x="4302" y="14337"/>
                    <a:pt x="6767" y="11050"/>
                    <a:pt x="7360" y="9544"/>
                  </a:cubicBezTo>
                  <a:cubicBezTo>
                    <a:pt x="7954" y="8014"/>
                    <a:pt x="11104" y="4294"/>
                    <a:pt x="11332" y="3198"/>
                  </a:cubicBezTo>
                  <a:cubicBezTo>
                    <a:pt x="11560" y="2126"/>
                    <a:pt x="11263" y="345"/>
                    <a:pt x="10784" y="71"/>
                  </a:cubicBezTo>
                  <a:cubicBezTo>
                    <a:pt x="10704" y="22"/>
                    <a:pt x="10576" y="0"/>
                    <a:pt x="10416" y="0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1">
              <a:extLst>
                <a:ext uri="{FF2B5EF4-FFF2-40B4-BE49-F238E27FC236}">
                  <a16:creationId xmlns:a16="http://schemas.microsoft.com/office/drawing/2014/main" id="{D582E6F0-B1F5-829F-E4ED-8F84618C60D7}"/>
                </a:ext>
              </a:extLst>
            </p:cNvPr>
            <p:cNvSpPr/>
            <p:nvPr/>
          </p:nvSpPr>
          <p:spPr>
            <a:xfrm>
              <a:off x="5489314" y="2519085"/>
              <a:ext cx="102424" cy="67300"/>
            </a:xfrm>
            <a:custGeom>
              <a:avLst/>
              <a:gdLst/>
              <a:ahLst/>
              <a:cxnLst/>
              <a:rect l="l" t="t" r="r" b="b"/>
              <a:pathLst>
                <a:path w="3196" h="2100" extrusionOk="0">
                  <a:moveTo>
                    <a:pt x="2762" y="0"/>
                  </a:moveTo>
                  <a:lnTo>
                    <a:pt x="0" y="1461"/>
                  </a:lnTo>
                  <a:lnTo>
                    <a:pt x="137" y="1643"/>
                  </a:lnTo>
                  <a:lnTo>
                    <a:pt x="731" y="1370"/>
                  </a:lnTo>
                  <a:lnTo>
                    <a:pt x="1552" y="2100"/>
                  </a:lnTo>
                  <a:lnTo>
                    <a:pt x="3196" y="1187"/>
                  </a:lnTo>
                  <a:lnTo>
                    <a:pt x="27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1">
              <a:extLst>
                <a:ext uri="{FF2B5EF4-FFF2-40B4-BE49-F238E27FC236}">
                  <a16:creationId xmlns:a16="http://schemas.microsoft.com/office/drawing/2014/main" id="{5DFA720F-C3AC-6F1F-2F21-04C5FC7DF5B2}"/>
                </a:ext>
              </a:extLst>
            </p:cNvPr>
            <p:cNvSpPr/>
            <p:nvPr/>
          </p:nvSpPr>
          <p:spPr>
            <a:xfrm>
              <a:off x="5397847" y="2813131"/>
              <a:ext cx="300702" cy="408093"/>
            </a:xfrm>
            <a:custGeom>
              <a:avLst/>
              <a:gdLst/>
              <a:ahLst/>
              <a:cxnLst/>
              <a:rect l="l" t="t" r="r" b="b"/>
              <a:pathLst>
                <a:path w="9383" h="12734" extrusionOk="0">
                  <a:moveTo>
                    <a:pt x="9382" y="1"/>
                  </a:moveTo>
                  <a:lnTo>
                    <a:pt x="9382" y="1"/>
                  </a:lnTo>
                  <a:cubicBezTo>
                    <a:pt x="8446" y="115"/>
                    <a:pt x="6871" y="708"/>
                    <a:pt x="6506" y="1256"/>
                  </a:cubicBezTo>
                  <a:cubicBezTo>
                    <a:pt x="5616" y="2603"/>
                    <a:pt x="1758" y="8948"/>
                    <a:pt x="298" y="11322"/>
                  </a:cubicBezTo>
                  <a:cubicBezTo>
                    <a:pt x="115" y="11642"/>
                    <a:pt x="24" y="11961"/>
                    <a:pt x="1" y="12281"/>
                  </a:cubicBezTo>
                  <a:cubicBezTo>
                    <a:pt x="398" y="12564"/>
                    <a:pt x="847" y="12733"/>
                    <a:pt x="1230" y="12733"/>
                  </a:cubicBezTo>
                  <a:cubicBezTo>
                    <a:pt x="1463" y="12733"/>
                    <a:pt x="1671" y="12670"/>
                    <a:pt x="1827" y="12532"/>
                  </a:cubicBezTo>
                  <a:cubicBezTo>
                    <a:pt x="2283" y="12121"/>
                    <a:pt x="4703" y="8857"/>
                    <a:pt x="5296" y="7328"/>
                  </a:cubicBezTo>
                  <a:cubicBezTo>
                    <a:pt x="5936" y="5798"/>
                    <a:pt x="9063" y="2078"/>
                    <a:pt x="9291" y="1005"/>
                  </a:cubicBezTo>
                  <a:cubicBezTo>
                    <a:pt x="9359" y="708"/>
                    <a:pt x="9382" y="343"/>
                    <a:pt x="93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1">
              <a:extLst>
                <a:ext uri="{FF2B5EF4-FFF2-40B4-BE49-F238E27FC236}">
                  <a16:creationId xmlns:a16="http://schemas.microsoft.com/office/drawing/2014/main" id="{ED3ED02A-A0E9-BE55-2BB9-2A6322518068}"/>
                </a:ext>
              </a:extLst>
            </p:cNvPr>
            <p:cNvSpPr/>
            <p:nvPr/>
          </p:nvSpPr>
          <p:spPr>
            <a:xfrm>
              <a:off x="5549277" y="2491684"/>
              <a:ext cx="25638" cy="25862"/>
            </a:xfrm>
            <a:custGeom>
              <a:avLst/>
              <a:gdLst/>
              <a:ahLst/>
              <a:cxnLst/>
              <a:rect l="l" t="t" r="r" b="b"/>
              <a:pathLst>
                <a:path w="800" h="807" extrusionOk="0">
                  <a:moveTo>
                    <a:pt x="333" y="1"/>
                  </a:moveTo>
                  <a:cubicBezTo>
                    <a:pt x="306" y="1"/>
                    <a:pt x="278" y="4"/>
                    <a:pt x="252" y="11"/>
                  </a:cubicBezTo>
                  <a:cubicBezTo>
                    <a:pt x="92" y="79"/>
                    <a:pt x="1" y="307"/>
                    <a:pt x="69" y="513"/>
                  </a:cubicBezTo>
                  <a:cubicBezTo>
                    <a:pt x="124" y="697"/>
                    <a:pt x="268" y="806"/>
                    <a:pt x="418" y="806"/>
                  </a:cubicBezTo>
                  <a:cubicBezTo>
                    <a:pt x="454" y="806"/>
                    <a:pt x="490" y="800"/>
                    <a:pt x="526" y="787"/>
                  </a:cubicBezTo>
                  <a:cubicBezTo>
                    <a:pt x="731" y="764"/>
                    <a:pt x="800" y="535"/>
                    <a:pt x="731" y="307"/>
                  </a:cubicBezTo>
                  <a:cubicBezTo>
                    <a:pt x="653" y="112"/>
                    <a:pt x="492" y="1"/>
                    <a:pt x="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1">
              <a:extLst>
                <a:ext uri="{FF2B5EF4-FFF2-40B4-BE49-F238E27FC236}">
                  <a16:creationId xmlns:a16="http://schemas.microsoft.com/office/drawing/2014/main" id="{07F2E710-9D7A-2839-7A8E-612B8275EC44}"/>
                </a:ext>
              </a:extLst>
            </p:cNvPr>
            <p:cNvSpPr/>
            <p:nvPr/>
          </p:nvSpPr>
          <p:spPr>
            <a:xfrm>
              <a:off x="5539053" y="2490209"/>
              <a:ext cx="46853" cy="19389"/>
            </a:xfrm>
            <a:custGeom>
              <a:avLst/>
              <a:gdLst/>
              <a:ahLst/>
              <a:cxnLst/>
              <a:rect l="l" t="t" r="r" b="b"/>
              <a:pathLst>
                <a:path w="1462" h="605" extrusionOk="0">
                  <a:moveTo>
                    <a:pt x="926" y="1"/>
                  </a:moveTo>
                  <a:cubicBezTo>
                    <a:pt x="647" y="1"/>
                    <a:pt x="336" y="118"/>
                    <a:pt x="69" y="399"/>
                  </a:cubicBezTo>
                  <a:cubicBezTo>
                    <a:pt x="0" y="422"/>
                    <a:pt x="0" y="513"/>
                    <a:pt x="69" y="581"/>
                  </a:cubicBezTo>
                  <a:cubicBezTo>
                    <a:pt x="92" y="604"/>
                    <a:pt x="114" y="604"/>
                    <a:pt x="160" y="604"/>
                  </a:cubicBezTo>
                  <a:lnTo>
                    <a:pt x="251" y="604"/>
                  </a:lnTo>
                  <a:cubicBezTo>
                    <a:pt x="476" y="351"/>
                    <a:pt x="710" y="254"/>
                    <a:pt x="920" y="254"/>
                  </a:cubicBezTo>
                  <a:cubicBezTo>
                    <a:pt x="1051" y="254"/>
                    <a:pt x="1173" y="292"/>
                    <a:pt x="1278" y="353"/>
                  </a:cubicBezTo>
                  <a:cubicBezTo>
                    <a:pt x="1290" y="359"/>
                    <a:pt x="1304" y="362"/>
                    <a:pt x="1319" y="362"/>
                  </a:cubicBezTo>
                  <a:cubicBezTo>
                    <a:pt x="1365" y="362"/>
                    <a:pt x="1421" y="336"/>
                    <a:pt x="1438" y="285"/>
                  </a:cubicBezTo>
                  <a:cubicBezTo>
                    <a:pt x="1461" y="239"/>
                    <a:pt x="1438" y="148"/>
                    <a:pt x="1393" y="125"/>
                  </a:cubicBezTo>
                  <a:cubicBezTo>
                    <a:pt x="1261" y="46"/>
                    <a:pt x="1100" y="1"/>
                    <a:pt x="9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1">
              <a:extLst>
                <a:ext uri="{FF2B5EF4-FFF2-40B4-BE49-F238E27FC236}">
                  <a16:creationId xmlns:a16="http://schemas.microsoft.com/office/drawing/2014/main" id="{CF51A521-6BF3-DC10-17E9-AEF1493BF66F}"/>
                </a:ext>
              </a:extLst>
            </p:cNvPr>
            <p:cNvSpPr/>
            <p:nvPr/>
          </p:nvSpPr>
          <p:spPr>
            <a:xfrm>
              <a:off x="5492968" y="2525815"/>
              <a:ext cx="12466" cy="25318"/>
            </a:xfrm>
            <a:custGeom>
              <a:avLst/>
              <a:gdLst/>
              <a:ahLst/>
              <a:cxnLst/>
              <a:rect l="l" t="t" r="r" b="b"/>
              <a:pathLst>
                <a:path w="389" h="790" extrusionOk="0">
                  <a:moveTo>
                    <a:pt x="123" y="1"/>
                  </a:moveTo>
                  <a:cubicBezTo>
                    <a:pt x="110" y="1"/>
                    <a:pt x="100" y="6"/>
                    <a:pt x="92" y="18"/>
                  </a:cubicBezTo>
                  <a:cubicBezTo>
                    <a:pt x="0" y="41"/>
                    <a:pt x="0" y="269"/>
                    <a:pt x="46" y="475"/>
                  </a:cubicBezTo>
                  <a:cubicBezTo>
                    <a:pt x="102" y="663"/>
                    <a:pt x="205" y="789"/>
                    <a:pt x="265" y="789"/>
                  </a:cubicBezTo>
                  <a:cubicBezTo>
                    <a:pt x="278" y="789"/>
                    <a:pt x="289" y="784"/>
                    <a:pt x="297" y="772"/>
                  </a:cubicBezTo>
                  <a:cubicBezTo>
                    <a:pt x="388" y="749"/>
                    <a:pt x="388" y="543"/>
                    <a:pt x="343" y="315"/>
                  </a:cubicBezTo>
                  <a:cubicBezTo>
                    <a:pt x="286" y="127"/>
                    <a:pt x="183" y="1"/>
                    <a:pt x="1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1">
              <a:extLst>
                <a:ext uri="{FF2B5EF4-FFF2-40B4-BE49-F238E27FC236}">
                  <a16:creationId xmlns:a16="http://schemas.microsoft.com/office/drawing/2014/main" id="{297073C0-EA95-9172-2D64-7BBB09B0A105}"/>
                </a:ext>
              </a:extLst>
            </p:cNvPr>
            <p:cNvSpPr/>
            <p:nvPr/>
          </p:nvSpPr>
          <p:spPr>
            <a:xfrm>
              <a:off x="5487103" y="2524886"/>
              <a:ext cx="17594" cy="22017"/>
            </a:xfrm>
            <a:custGeom>
              <a:avLst/>
              <a:gdLst/>
              <a:ahLst/>
              <a:cxnLst/>
              <a:rect l="l" t="t" r="r" b="b"/>
              <a:pathLst>
                <a:path w="549" h="687" extrusionOk="0">
                  <a:moveTo>
                    <a:pt x="374" y="1"/>
                  </a:moveTo>
                  <a:cubicBezTo>
                    <a:pt x="260" y="1"/>
                    <a:pt x="131" y="142"/>
                    <a:pt x="23" y="481"/>
                  </a:cubicBezTo>
                  <a:cubicBezTo>
                    <a:pt x="1" y="549"/>
                    <a:pt x="1" y="618"/>
                    <a:pt x="23" y="664"/>
                  </a:cubicBezTo>
                  <a:cubicBezTo>
                    <a:pt x="23" y="686"/>
                    <a:pt x="69" y="686"/>
                    <a:pt x="69" y="686"/>
                  </a:cubicBezTo>
                  <a:lnTo>
                    <a:pt x="115" y="686"/>
                  </a:lnTo>
                  <a:cubicBezTo>
                    <a:pt x="195" y="399"/>
                    <a:pt x="308" y="290"/>
                    <a:pt x="393" y="290"/>
                  </a:cubicBezTo>
                  <a:cubicBezTo>
                    <a:pt x="429" y="290"/>
                    <a:pt x="459" y="310"/>
                    <a:pt x="480" y="344"/>
                  </a:cubicBezTo>
                  <a:cubicBezTo>
                    <a:pt x="526" y="344"/>
                    <a:pt x="548" y="321"/>
                    <a:pt x="548" y="276"/>
                  </a:cubicBezTo>
                  <a:cubicBezTo>
                    <a:pt x="548" y="207"/>
                    <a:pt x="548" y="116"/>
                    <a:pt x="526" y="93"/>
                  </a:cubicBezTo>
                  <a:cubicBezTo>
                    <a:pt x="481" y="34"/>
                    <a:pt x="429" y="1"/>
                    <a:pt x="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1">
              <a:extLst>
                <a:ext uri="{FF2B5EF4-FFF2-40B4-BE49-F238E27FC236}">
                  <a16:creationId xmlns:a16="http://schemas.microsoft.com/office/drawing/2014/main" id="{A03F4EF8-23B3-A75A-F12D-A6B13C0BC537}"/>
                </a:ext>
              </a:extLst>
            </p:cNvPr>
            <p:cNvSpPr/>
            <p:nvPr/>
          </p:nvSpPr>
          <p:spPr>
            <a:xfrm>
              <a:off x="5526619" y="2469282"/>
              <a:ext cx="57814" cy="25670"/>
            </a:xfrm>
            <a:custGeom>
              <a:avLst/>
              <a:gdLst/>
              <a:ahLst/>
              <a:cxnLst/>
              <a:rect l="l" t="t" r="r" b="b"/>
              <a:pathLst>
                <a:path w="1804" h="801" extrusionOk="0">
                  <a:moveTo>
                    <a:pt x="913" y="1"/>
                  </a:moveTo>
                  <a:cubicBezTo>
                    <a:pt x="387" y="1"/>
                    <a:pt x="0" y="299"/>
                    <a:pt x="0" y="299"/>
                  </a:cubicBezTo>
                  <a:lnTo>
                    <a:pt x="343" y="801"/>
                  </a:lnTo>
                  <a:cubicBezTo>
                    <a:pt x="818" y="421"/>
                    <a:pt x="1237" y="355"/>
                    <a:pt x="1493" y="355"/>
                  </a:cubicBezTo>
                  <a:cubicBezTo>
                    <a:pt x="1627" y="355"/>
                    <a:pt x="1716" y="373"/>
                    <a:pt x="1747" y="373"/>
                  </a:cubicBezTo>
                  <a:cubicBezTo>
                    <a:pt x="1756" y="373"/>
                    <a:pt x="1760" y="371"/>
                    <a:pt x="1758" y="367"/>
                  </a:cubicBezTo>
                  <a:lnTo>
                    <a:pt x="1803" y="321"/>
                  </a:lnTo>
                  <a:cubicBezTo>
                    <a:pt x="1492" y="80"/>
                    <a:pt x="1184" y="1"/>
                    <a:pt x="9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1">
              <a:extLst>
                <a:ext uri="{FF2B5EF4-FFF2-40B4-BE49-F238E27FC236}">
                  <a16:creationId xmlns:a16="http://schemas.microsoft.com/office/drawing/2014/main" id="{CB5AB7FA-3B1F-9B0F-15CC-0D00E0DA7A9C}"/>
                </a:ext>
              </a:extLst>
            </p:cNvPr>
            <p:cNvSpPr/>
            <p:nvPr/>
          </p:nvSpPr>
          <p:spPr>
            <a:xfrm>
              <a:off x="5463707" y="2497869"/>
              <a:ext cx="38072" cy="35124"/>
            </a:xfrm>
            <a:custGeom>
              <a:avLst/>
              <a:gdLst/>
              <a:ahLst/>
              <a:cxnLst/>
              <a:rect l="l" t="t" r="r" b="b"/>
              <a:pathLst>
                <a:path w="1188" h="1096" extrusionOk="0">
                  <a:moveTo>
                    <a:pt x="890" y="0"/>
                  </a:moveTo>
                  <a:cubicBezTo>
                    <a:pt x="890" y="0"/>
                    <a:pt x="0" y="274"/>
                    <a:pt x="571" y="1073"/>
                  </a:cubicBezTo>
                  <a:lnTo>
                    <a:pt x="616" y="1096"/>
                  </a:lnTo>
                  <a:cubicBezTo>
                    <a:pt x="616" y="1096"/>
                    <a:pt x="480" y="662"/>
                    <a:pt x="1187" y="479"/>
                  </a:cubicBezTo>
                  <a:lnTo>
                    <a:pt x="8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1">
              <a:extLst>
                <a:ext uri="{FF2B5EF4-FFF2-40B4-BE49-F238E27FC236}">
                  <a16:creationId xmlns:a16="http://schemas.microsoft.com/office/drawing/2014/main" id="{50BED4F7-CE9C-B569-64D1-85264A0826E1}"/>
                </a:ext>
              </a:extLst>
            </p:cNvPr>
            <p:cNvSpPr/>
            <p:nvPr/>
          </p:nvSpPr>
          <p:spPr>
            <a:xfrm>
              <a:off x="5517837" y="2526392"/>
              <a:ext cx="66595" cy="52686"/>
            </a:xfrm>
            <a:custGeom>
              <a:avLst/>
              <a:gdLst/>
              <a:ahLst/>
              <a:cxnLst/>
              <a:rect l="l" t="t" r="r" b="b"/>
              <a:pathLst>
                <a:path w="2078" h="1644" extrusionOk="0">
                  <a:moveTo>
                    <a:pt x="1735" y="0"/>
                  </a:moveTo>
                  <a:lnTo>
                    <a:pt x="0" y="959"/>
                  </a:lnTo>
                  <a:lnTo>
                    <a:pt x="754" y="1644"/>
                  </a:lnTo>
                  <a:lnTo>
                    <a:pt x="2077" y="913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1">
              <a:extLst>
                <a:ext uri="{FF2B5EF4-FFF2-40B4-BE49-F238E27FC236}">
                  <a16:creationId xmlns:a16="http://schemas.microsoft.com/office/drawing/2014/main" id="{E3D34E50-D8EA-6D39-DA54-641F4D39D60A}"/>
                </a:ext>
              </a:extLst>
            </p:cNvPr>
            <p:cNvSpPr/>
            <p:nvPr/>
          </p:nvSpPr>
          <p:spPr>
            <a:xfrm>
              <a:off x="5518574" y="2615263"/>
              <a:ext cx="70248" cy="38040"/>
            </a:xfrm>
            <a:custGeom>
              <a:avLst/>
              <a:gdLst/>
              <a:ahLst/>
              <a:cxnLst/>
              <a:rect l="l" t="t" r="r" b="b"/>
              <a:pathLst>
                <a:path w="2192" h="1187" extrusionOk="0">
                  <a:moveTo>
                    <a:pt x="686" y="0"/>
                  </a:moveTo>
                  <a:cubicBezTo>
                    <a:pt x="667" y="0"/>
                    <a:pt x="651" y="4"/>
                    <a:pt x="639" y="12"/>
                  </a:cubicBezTo>
                  <a:cubicBezTo>
                    <a:pt x="457" y="149"/>
                    <a:pt x="548" y="423"/>
                    <a:pt x="548" y="423"/>
                  </a:cubicBezTo>
                  <a:cubicBezTo>
                    <a:pt x="548" y="423"/>
                    <a:pt x="137" y="446"/>
                    <a:pt x="114" y="560"/>
                  </a:cubicBezTo>
                  <a:cubicBezTo>
                    <a:pt x="69" y="697"/>
                    <a:pt x="0" y="1130"/>
                    <a:pt x="639" y="1153"/>
                  </a:cubicBezTo>
                  <a:cubicBezTo>
                    <a:pt x="731" y="1176"/>
                    <a:pt x="836" y="1186"/>
                    <a:pt x="952" y="1186"/>
                  </a:cubicBezTo>
                  <a:cubicBezTo>
                    <a:pt x="1301" y="1186"/>
                    <a:pt x="1746" y="1096"/>
                    <a:pt x="2191" y="993"/>
                  </a:cubicBezTo>
                  <a:cubicBezTo>
                    <a:pt x="2191" y="993"/>
                    <a:pt x="996" y="0"/>
                    <a:pt x="6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1">
              <a:extLst>
                <a:ext uri="{FF2B5EF4-FFF2-40B4-BE49-F238E27FC236}">
                  <a16:creationId xmlns:a16="http://schemas.microsoft.com/office/drawing/2014/main" id="{71620BA4-1FDA-2850-3404-E4F1D72E606A}"/>
                </a:ext>
              </a:extLst>
            </p:cNvPr>
            <p:cNvSpPr/>
            <p:nvPr/>
          </p:nvSpPr>
          <p:spPr>
            <a:xfrm>
              <a:off x="5533926" y="2633883"/>
              <a:ext cx="41726" cy="32240"/>
            </a:xfrm>
            <a:custGeom>
              <a:avLst/>
              <a:gdLst/>
              <a:ahLst/>
              <a:cxnLst/>
              <a:rect l="l" t="t" r="r" b="b"/>
              <a:pathLst>
                <a:path w="1302" h="1006" extrusionOk="0">
                  <a:moveTo>
                    <a:pt x="793" y="1"/>
                  </a:moveTo>
                  <a:cubicBezTo>
                    <a:pt x="787" y="1"/>
                    <a:pt x="782" y="1"/>
                    <a:pt x="777" y="2"/>
                  </a:cubicBezTo>
                  <a:cubicBezTo>
                    <a:pt x="434" y="70"/>
                    <a:pt x="23" y="344"/>
                    <a:pt x="0" y="549"/>
                  </a:cubicBezTo>
                  <a:lnTo>
                    <a:pt x="320" y="1006"/>
                  </a:lnTo>
                  <a:lnTo>
                    <a:pt x="1301" y="412"/>
                  </a:lnTo>
                  <a:cubicBezTo>
                    <a:pt x="1301" y="412"/>
                    <a:pt x="998" y="1"/>
                    <a:pt x="7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1">
              <a:extLst>
                <a:ext uri="{FF2B5EF4-FFF2-40B4-BE49-F238E27FC236}">
                  <a16:creationId xmlns:a16="http://schemas.microsoft.com/office/drawing/2014/main" id="{815C17E0-9DCD-E81D-DF74-B521F8ACE442}"/>
                </a:ext>
              </a:extLst>
            </p:cNvPr>
            <p:cNvSpPr/>
            <p:nvPr/>
          </p:nvSpPr>
          <p:spPr>
            <a:xfrm>
              <a:off x="5534983" y="2645869"/>
              <a:ext cx="54577" cy="32304"/>
            </a:xfrm>
            <a:custGeom>
              <a:avLst/>
              <a:gdLst/>
              <a:ahLst/>
              <a:cxnLst/>
              <a:rect l="l" t="t" r="r" b="b"/>
              <a:pathLst>
                <a:path w="1703" h="1008" extrusionOk="0">
                  <a:moveTo>
                    <a:pt x="1312" y="0"/>
                  </a:moveTo>
                  <a:cubicBezTo>
                    <a:pt x="690" y="0"/>
                    <a:pt x="157" y="439"/>
                    <a:pt x="82" y="609"/>
                  </a:cubicBezTo>
                  <a:cubicBezTo>
                    <a:pt x="0" y="772"/>
                    <a:pt x="228" y="1008"/>
                    <a:pt x="359" y="1008"/>
                  </a:cubicBezTo>
                  <a:cubicBezTo>
                    <a:pt x="375" y="1008"/>
                    <a:pt x="389" y="1004"/>
                    <a:pt x="401" y="997"/>
                  </a:cubicBezTo>
                  <a:cubicBezTo>
                    <a:pt x="538" y="929"/>
                    <a:pt x="1702" y="61"/>
                    <a:pt x="1702" y="61"/>
                  </a:cubicBezTo>
                  <a:cubicBezTo>
                    <a:pt x="1571" y="19"/>
                    <a:pt x="1440" y="0"/>
                    <a:pt x="13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1">
              <a:extLst>
                <a:ext uri="{FF2B5EF4-FFF2-40B4-BE49-F238E27FC236}">
                  <a16:creationId xmlns:a16="http://schemas.microsoft.com/office/drawing/2014/main" id="{2C26BDAE-22B9-F3DC-75A5-6371142C15B7}"/>
                </a:ext>
              </a:extLst>
            </p:cNvPr>
            <p:cNvSpPr/>
            <p:nvPr/>
          </p:nvSpPr>
          <p:spPr>
            <a:xfrm>
              <a:off x="5135979" y="2844410"/>
              <a:ext cx="130241" cy="108481"/>
            </a:xfrm>
            <a:custGeom>
              <a:avLst/>
              <a:gdLst/>
              <a:ahLst/>
              <a:cxnLst/>
              <a:rect l="l" t="t" r="r" b="b"/>
              <a:pathLst>
                <a:path w="4064" h="3385" extrusionOk="0">
                  <a:moveTo>
                    <a:pt x="1742" y="0"/>
                  </a:moveTo>
                  <a:cubicBezTo>
                    <a:pt x="1707" y="0"/>
                    <a:pt x="1675" y="2"/>
                    <a:pt x="1644" y="6"/>
                  </a:cubicBezTo>
                  <a:cubicBezTo>
                    <a:pt x="1096" y="52"/>
                    <a:pt x="115" y="737"/>
                    <a:pt x="69" y="828"/>
                  </a:cubicBezTo>
                  <a:cubicBezTo>
                    <a:pt x="0" y="919"/>
                    <a:pt x="389" y="2563"/>
                    <a:pt x="662" y="2859"/>
                  </a:cubicBezTo>
                  <a:cubicBezTo>
                    <a:pt x="959" y="3133"/>
                    <a:pt x="1918" y="2768"/>
                    <a:pt x="2945" y="3384"/>
                  </a:cubicBezTo>
                  <a:cubicBezTo>
                    <a:pt x="2945" y="3384"/>
                    <a:pt x="4063" y="2083"/>
                    <a:pt x="3653" y="1284"/>
                  </a:cubicBezTo>
                  <a:cubicBezTo>
                    <a:pt x="3266" y="511"/>
                    <a:pt x="2292" y="0"/>
                    <a:pt x="1742" y="0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1">
              <a:extLst>
                <a:ext uri="{FF2B5EF4-FFF2-40B4-BE49-F238E27FC236}">
                  <a16:creationId xmlns:a16="http://schemas.microsoft.com/office/drawing/2014/main" id="{BEC46DDD-D7D8-DDC0-1D2D-DFA8376B6EFD}"/>
                </a:ext>
              </a:extLst>
            </p:cNvPr>
            <p:cNvSpPr/>
            <p:nvPr/>
          </p:nvSpPr>
          <p:spPr>
            <a:xfrm>
              <a:off x="5039416" y="2828514"/>
              <a:ext cx="158763" cy="42335"/>
            </a:xfrm>
            <a:custGeom>
              <a:avLst/>
              <a:gdLst/>
              <a:ahLst/>
              <a:cxnLst/>
              <a:rect l="l" t="t" r="r" b="b"/>
              <a:pathLst>
                <a:path w="4954" h="1321" extrusionOk="0">
                  <a:moveTo>
                    <a:pt x="455" y="1"/>
                  </a:moveTo>
                  <a:cubicBezTo>
                    <a:pt x="274" y="1"/>
                    <a:pt x="158" y="14"/>
                    <a:pt x="137" y="46"/>
                  </a:cubicBezTo>
                  <a:cubicBezTo>
                    <a:pt x="1" y="228"/>
                    <a:pt x="1" y="388"/>
                    <a:pt x="389" y="502"/>
                  </a:cubicBezTo>
                  <a:cubicBezTo>
                    <a:pt x="799" y="571"/>
                    <a:pt x="3219" y="1004"/>
                    <a:pt x="3447" y="1255"/>
                  </a:cubicBezTo>
                  <a:cubicBezTo>
                    <a:pt x="3482" y="1301"/>
                    <a:pt x="3538" y="1320"/>
                    <a:pt x="3609" y="1320"/>
                  </a:cubicBezTo>
                  <a:cubicBezTo>
                    <a:pt x="3998" y="1320"/>
                    <a:pt x="4817" y="731"/>
                    <a:pt x="4817" y="731"/>
                  </a:cubicBezTo>
                  <a:lnTo>
                    <a:pt x="4954" y="616"/>
                  </a:lnTo>
                  <a:cubicBezTo>
                    <a:pt x="4509" y="423"/>
                    <a:pt x="1461" y="1"/>
                    <a:pt x="455" y="1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1">
              <a:extLst>
                <a:ext uri="{FF2B5EF4-FFF2-40B4-BE49-F238E27FC236}">
                  <a16:creationId xmlns:a16="http://schemas.microsoft.com/office/drawing/2014/main" id="{B1BE2EE9-B66F-E9AE-BFC5-B5370505C71E}"/>
                </a:ext>
              </a:extLst>
            </p:cNvPr>
            <p:cNvSpPr/>
            <p:nvPr/>
          </p:nvSpPr>
          <p:spPr>
            <a:xfrm>
              <a:off x="5138895" y="2864985"/>
              <a:ext cx="75953" cy="42335"/>
            </a:xfrm>
            <a:custGeom>
              <a:avLst/>
              <a:gdLst/>
              <a:ahLst/>
              <a:cxnLst/>
              <a:rect l="l" t="t" r="r" b="b"/>
              <a:pathLst>
                <a:path w="2370" h="1321" extrusionOk="0">
                  <a:moveTo>
                    <a:pt x="1443" y="0"/>
                  </a:moveTo>
                  <a:cubicBezTo>
                    <a:pt x="1416" y="0"/>
                    <a:pt x="1392" y="1"/>
                    <a:pt x="1370" y="3"/>
                  </a:cubicBezTo>
                  <a:cubicBezTo>
                    <a:pt x="1119" y="49"/>
                    <a:pt x="92" y="323"/>
                    <a:pt x="69" y="802"/>
                  </a:cubicBezTo>
                  <a:cubicBezTo>
                    <a:pt x="69" y="802"/>
                    <a:pt x="1" y="1190"/>
                    <a:pt x="229" y="1304"/>
                  </a:cubicBezTo>
                  <a:cubicBezTo>
                    <a:pt x="249" y="1315"/>
                    <a:pt x="269" y="1320"/>
                    <a:pt x="290" y="1320"/>
                  </a:cubicBezTo>
                  <a:cubicBezTo>
                    <a:pt x="530" y="1320"/>
                    <a:pt x="884" y="686"/>
                    <a:pt x="2036" y="686"/>
                  </a:cubicBezTo>
                  <a:cubicBezTo>
                    <a:pt x="2072" y="686"/>
                    <a:pt x="2109" y="687"/>
                    <a:pt x="2146" y="688"/>
                  </a:cubicBezTo>
                  <a:cubicBezTo>
                    <a:pt x="2154" y="691"/>
                    <a:pt x="2162" y="693"/>
                    <a:pt x="2170" y="693"/>
                  </a:cubicBezTo>
                  <a:cubicBezTo>
                    <a:pt x="2276" y="693"/>
                    <a:pt x="2370" y="424"/>
                    <a:pt x="2306" y="254"/>
                  </a:cubicBezTo>
                  <a:cubicBezTo>
                    <a:pt x="2285" y="108"/>
                    <a:pt x="1730" y="0"/>
                    <a:pt x="1443" y="0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1">
              <a:extLst>
                <a:ext uri="{FF2B5EF4-FFF2-40B4-BE49-F238E27FC236}">
                  <a16:creationId xmlns:a16="http://schemas.microsoft.com/office/drawing/2014/main" id="{2F4E8198-B044-5246-AD77-95CF90A3A3AD}"/>
                </a:ext>
              </a:extLst>
            </p:cNvPr>
            <p:cNvSpPr/>
            <p:nvPr/>
          </p:nvSpPr>
          <p:spPr>
            <a:xfrm>
              <a:off x="5146939" y="2893605"/>
              <a:ext cx="72331" cy="37239"/>
            </a:xfrm>
            <a:custGeom>
              <a:avLst/>
              <a:gdLst/>
              <a:ahLst/>
              <a:cxnLst/>
              <a:rect l="l" t="t" r="r" b="b"/>
              <a:pathLst>
                <a:path w="2257" h="1162" extrusionOk="0">
                  <a:moveTo>
                    <a:pt x="1233" y="1"/>
                  </a:moveTo>
                  <a:cubicBezTo>
                    <a:pt x="982" y="1"/>
                    <a:pt x="1" y="183"/>
                    <a:pt x="47" y="662"/>
                  </a:cubicBezTo>
                  <a:cubicBezTo>
                    <a:pt x="47" y="662"/>
                    <a:pt x="47" y="1005"/>
                    <a:pt x="298" y="1142"/>
                  </a:cubicBezTo>
                  <a:cubicBezTo>
                    <a:pt x="322" y="1155"/>
                    <a:pt x="345" y="1161"/>
                    <a:pt x="368" y="1161"/>
                  </a:cubicBezTo>
                  <a:cubicBezTo>
                    <a:pt x="567" y="1161"/>
                    <a:pt x="770" y="722"/>
                    <a:pt x="1829" y="722"/>
                  </a:cubicBezTo>
                  <a:cubicBezTo>
                    <a:pt x="1914" y="722"/>
                    <a:pt x="2004" y="725"/>
                    <a:pt x="2101" y="731"/>
                  </a:cubicBezTo>
                  <a:cubicBezTo>
                    <a:pt x="2110" y="735"/>
                    <a:pt x="2119" y="736"/>
                    <a:pt x="2127" y="736"/>
                  </a:cubicBezTo>
                  <a:cubicBezTo>
                    <a:pt x="2222" y="736"/>
                    <a:pt x="2257" y="511"/>
                    <a:pt x="2215" y="343"/>
                  </a:cubicBezTo>
                  <a:cubicBezTo>
                    <a:pt x="2124" y="183"/>
                    <a:pt x="1485" y="1"/>
                    <a:pt x="1233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1">
              <a:extLst>
                <a:ext uri="{FF2B5EF4-FFF2-40B4-BE49-F238E27FC236}">
                  <a16:creationId xmlns:a16="http://schemas.microsoft.com/office/drawing/2014/main" id="{56301274-1B37-6007-A813-2A970D3762FC}"/>
                </a:ext>
              </a:extLst>
            </p:cNvPr>
            <p:cNvSpPr/>
            <p:nvPr/>
          </p:nvSpPr>
          <p:spPr>
            <a:xfrm>
              <a:off x="5190109" y="2788197"/>
              <a:ext cx="95854" cy="96655"/>
            </a:xfrm>
            <a:custGeom>
              <a:avLst/>
              <a:gdLst/>
              <a:ahLst/>
              <a:cxnLst/>
              <a:rect l="l" t="t" r="r" b="b"/>
              <a:pathLst>
                <a:path w="2991" h="3016" extrusionOk="0">
                  <a:moveTo>
                    <a:pt x="2556" y="1"/>
                  </a:moveTo>
                  <a:cubicBezTo>
                    <a:pt x="2344" y="1"/>
                    <a:pt x="2079" y="120"/>
                    <a:pt x="1941" y="231"/>
                  </a:cubicBezTo>
                  <a:cubicBezTo>
                    <a:pt x="1712" y="414"/>
                    <a:pt x="1" y="1806"/>
                    <a:pt x="1" y="1806"/>
                  </a:cubicBezTo>
                  <a:cubicBezTo>
                    <a:pt x="1" y="1806"/>
                    <a:pt x="1187" y="2902"/>
                    <a:pt x="1941" y="3016"/>
                  </a:cubicBezTo>
                  <a:cubicBezTo>
                    <a:pt x="1941" y="3016"/>
                    <a:pt x="1895" y="1829"/>
                    <a:pt x="2055" y="1327"/>
                  </a:cubicBezTo>
                  <a:cubicBezTo>
                    <a:pt x="2260" y="687"/>
                    <a:pt x="2991" y="551"/>
                    <a:pt x="2854" y="185"/>
                  </a:cubicBezTo>
                  <a:cubicBezTo>
                    <a:pt x="2809" y="51"/>
                    <a:pt x="2694" y="1"/>
                    <a:pt x="2556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1">
              <a:extLst>
                <a:ext uri="{FF2B5EF4-FFF2-40B4-BE49-F238E27FC236}">
                  <a16:creationId xmlns:a16="http://schemas.microsoft.com/office/drawing/2014/main" id="{95EAA53E-33DE-34B7-A767-194773CE15CC}"/>
                </a:ext>
              </a:extLst>
            </p:cNvPr>
            <p:cNvSpPr/>
            <p:nvPr/>
          </p:nvSpPr>
          <p:spPr>
            <a:xfrm>
              <a:off x="5130851" y="2778518"/>
              <a:ext cx="36598" cy="113640"/>
            </a:xfrm>
            <a:custGeom>
              <a:avLst/>
              <a:gdLst/>
              <a:ahLst/>
              <a:cxnLst/>
              <a:rect l="l" t="t" r="r" b="b"/>
              <a:pathLst>
                <a:path w="1142" h="3546" extrusionOk="0">
                  <a:moveTo>
                    <a:pt x="570" y="1"/>
                  </a:moveTo>
                  <a:cubicBezTo>
                    <a:pt x="488" y="1"/>
                    <a:pt x="392" y="57"/>
                    <a:pt x="297" y="168"/>
                  </a:cubicBezTo>
                  <a:cubicBezTo>
                    <a:pt x="46" y="464"/>
                    <a:pt x="1" y="2861"/>
                    <a:pt x="366" y="3546"/>
                  </a:cubicBezTo>
                  <a:cubicBezTo>
                    <a:pt x="366" y="3546"/>
                    <a:pt x="1028" y="3318"/>
                    <a:pt x="1142" y="2884"/>
                  </a:cubicBezTo>
                  <a:cubicBezTo>
                    <a:pt x="640" y="2564"/>
                    <a:pt x="800" y="1195"/>
                    <a:pt x="822" y="601"/>
                  </a:cubicBezTo>
                  <a:cubicBezTo>
                    <a:pt x="837" y="199"/>
                    <a:pt x="726" y="1"/>
                    <a:pt x="570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1">
              <a:extLst>
                <a:ext uri="{FF2B5EF4-FFF2-40B4-BE49-F238E27FC236}">
                  <a16:creationId xmlns:a16="http://schemas.microsoft.com/office/drawing/2014/main" id="{F3A14102-C431-985E-4CBE-B1B2A1533BDF}"/>
                </a:ext>
              </a:extLst>
            </p:cNvPr>
            <p:cNvSpPr/>
            <p:nvPr/>
          </p:nvSpPr>
          <p:spPr>
            <a:xfrm>
              <a:off x="5168155" y="5030346"/>
              <a:ext cx="221673" cy="91880"/>
            </a:xfrm>
            <a:custGeom>
              <a:avLst/>
              <a:gdLst/>
              <a:ahLst/>
              <a:cxnLst/>
              <a:rect l="l" t="t" r="r" b="b"/>
              <a:pathLst>
                <a:path w="6917" h="2867" extrusionOk="0">
                  <a:moveTo>
                    <a:pt x="6506" y="1"/>
                  </a:moveTo>
                  <a:cubicBezTo>
                    <a:pt x="6072" y="69"/>
                    <a:pt x="5776" y="229"/>
                    <a:pt x="5776" y="229"/>
                  </a:cubicBezTo>
                  <a:cubicBezTo>
                    <a:pt x="5776" y="229"/>
                    <a:pt x="4087" y="1873"/>
                    <a:pt x="1872" y="2146"/>
                  </a:cubicBezTo>
                  <a:cubicBezTo>
                    <a:pt x="571" y="2329"/>
                    <a:pt x="138" y="2603"/>
                    <a:pt x="1" y="2808"/>
                  </a:cubicBezTo>
                  <a:cubicBezTo>
                    <a:pt x="405" y="2837"/>
                    <a:pt x="827" y="2866"/>
                    <a:pt x="1262" y="2866"/>
                  </a:cubicBezTo>
                  <a:cubicBezTo>
                    <a:pt x="1515" y="2866"/>
                    <a:pt x="1772" y="2856"/>
                    <a:pt x="2032" y="2831"/>
                  </a:cubicBezTo>
                  <a:cubicBezTo>
                    <a:pt x="4748" y="2671"/>
                    <a:pt x="6917" y="1667"/>
                    <a:pt x="6826" y="617"/>
                  </a:cubicBezTo>
                  <a:cubicBezTo>
                    <a:pt x="6826" y="389"/>
                    <a:pt x="6689" y="184"/>
                    <a:pt x="6506" y="1"/>
                  </a:cubicBezTo>
                  <a:close/>
                </a:path>
              </a:pathLst>
            </a:custGeom>
            <a:solidFill>
              <a:srgbClr val="FFFFFF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1370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41"/>
          <p:cNvSpPr txBox="1">
            <a:spLocks noGrp="1"/>
          </p:cNvSpPr>
          <p:nvPr>
            <p:ph type="ctrTitle"/>
          </p:nvPr>
        </p:nvSpPr>
        <p:spPr>
          <a:xfrm>
            <a:off x="720000" y="540000"/>
            <a:ext cx="7704000" cy="13095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latin typeface="Montserrat"/>
                <a:ea typeface="Montserrat"/>
                <a:cs typeface="Montserrat"/>
                <a:sym typeface="Montserrat"/>
              </a:rPr>
              <a:t>JUSTICE MADE CLEAR</a:t>
            </a:r>
            <a:br>
              <a:rPr lang="en" sz="4800" b="1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600" b="1">
                <a:latin typeface="Montserrat"/>
                <a:ea typeface="Montserrat"/>
                <a:cs typeface="Montserrat"/>
                <a:sym typeface="Montserrat"/>
              </a:rPr>
              <a:t>EMPOWERING THE CITIZENS</a:t>
            </a:r>
            <a:endParaRPr sz="9600" b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72" name="Google Shape;1372;p41"/>
          <p:cNvSpPr txBox="1">
            <a:spLocks noGrp="1"/>
          </p:cNvSpPr>
          <p:nvPr>
            <p:ph type="subTitle" idx="1"/>
          </p:nvPr>
        </p:nvSpPr>
        <p:spPr>
          <a:xfrm>
            <a:off x="634475" y="1773300"/>
            <a:ext cx="7910219" cy="432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/>
            <a:r>
              <a:rPr lang="es-ES" i="1"/>
              <a:t>Del lenguaje jurídico al lenguaje que cualquier persona puede comprender.</a:t>
            </a:r>
            <a:endParaRPr/>
          </a:p>
        </p:txBody>
      </p:sp>
      <p:grpSp>
        <p:nvGrpSpPr>
          <p:cNvPr id="1373" name="Google Shape;1373;p41"/>
          <p:cNvGrpSpPr/>
          <p:nvPr/>
        </p:nvGrpSpPr>
        <p:grpSpPr>
          <a:xfrm>
            <a:off x="3677775" y="2546412"/>
            <a:ext cx="1568960" cy="2439461"/>
            <a:chOff x="3677775" y="2567787"/>
            <a:chExt cx="1568960" cy="2439461"/>
          </a:xfrm>
        </p:grpSpPr>
        <p:grpSp>
          <p:nvGrpSpPr>
            <p:cNvPr id="1374" name="Google Shape;1374;p41"/>
            <p:cNvGrpSpPr/>
            <p:nvPr/>
          </p:nvGrpSpPr>
          <p:grpSpPr>
            <a:xfrm>
              <a:off x="4010850" y="2567787"/>
              <a:ext cx="883756" cy="1175969"/>
              <a:chOff x="4010846" y="2663011"/>
              <a:chExt cx="883756" cy="1175969"/>
            </a:xfrm>
          </p:grpSpPr>
          <p:sp>
            <p:nvSpPr>
              <p:cNvPr id="1375" name="Google Shape;1375;p41"/>
              <p:cNvSpPr/>
              <p:nvPr/>
            </p:nvSpPr>
            <p:spPr>
              <a:xfrm>
                <a:off x="4669251" y="3284497"/>
                <a:ext cx="208886" cy="526508"/>
              </a:xfrm>
              <a:custGeom>
                <a:avLst/>
                <a:gdLst/>
                <a:ahLst/>
                <a:cxnLst/>
                <a:rect l="l" t="t" r="r" b="b"/>
                <a:pathLst>
                  <a:path w="6518" h="16429" extrusionOk="0">
                    <a:moveTo>
                      <a:pt x="1713" y="0"/>
                    </a:moveTo>
                    <a:lnTo>
                      <a:pt x="1" y="8400"/>
                    </a:lnTo>
                    <a:cubicBezTo>
                      <a:pt x="1" y="8400"/>
                      <a:pt x="2306" y="15613"/>
                      <a:pt x="3311" y="16274"/>
                    </a:cubicBezTo>
                    <a:cubicBezTo>
                      <a:pt x="3482" y="16381"/>
                      <a:pt x="3686" y="16429"/>
                      <a:pt x="3907" y="16429"/>
                    </a:cubicBezTo>
                    <a:cubicBezTo>
                      <a:pt x="5007" y="16429"/>
                      <a:pt x="6518" y="15247"/>
                      <a:pt x="6460" y="14334"/>
                    </a:cubicBezTo>
                    <a:cubicBezTo>
                      <a:pt x="6415" y="13467"/>
                      <a:pt x="2694" y="1141"/>
                      <a:pt x="17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41"/>
              <p:cNvSpPr/>
              <p:nvPr/>
            </p:nvSpPr>
            <p:spPr>
              <a:xfrm>
                <a:off x="4667809" y="3389809"/>
                <a:ext cx="160238" cy="421200"/>
              </a:xfrm>
              <a:custGeom>
                <a:avLst/>
                <a:gdLst/>
                <a:ahLst/>
                <a:cxnLst/>
                <a:rect l="l" t="t" r="r" b="b"/>
                <a:pathLst>
                  <a:path w="5000" h="13143" extrusionOk="0">
                    <a:moveTo>
                      <a:pt x="1050" y="1"/>
                    </a:moveTo>
                    <a:lnTo>
                      <a:pt x="0" y="5114"/>
                    </a:lnTo>
                    <a:cubicBezTo>
                      <a:pt x="0" y="5114"/>
                      <a:pt x="2306" y="12327"/>
                      <a:pt x="3310" y="12988"/>
                    </a:cubicBezTo>
                    <a:cubicBezTo>
                      <a:pt x="3478" y="13095"/>
                      <a:pt x="3681" y="13143"/>
                      <a:pt x="3901" y="13143"/>
                    </a:cubicBezTo>
                    <a:cubicBezTo>
                      <a:pt x="4248" y="13143"/>
                      <a:pt x="4636" y="13024"/>
                      <a:pt x="4999" y="12829"/>
                    </a:cubicBezTo>
                    <a:cubicBezTo>
                      <a:pt x="4885" y="12669"/>
                      <a:pt x="4634" y="9519"/>
                      <a:pt x="4543" y="9336"/>
                    </a:cubicBezTo>
                    <a:cubicBezTo>
                      <a:pt x="3652" y="7533"/>
                      <a:pt x="2077" y="3973"/>
                      <a:pt x="105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41"/>
              <p:cNvSpPr/>
              <p:nvPr/>
            </p:nvSpPr>
            <p:spPr>
              <a:xfrm>
                <a:off x="4010846" y="3221586"/>
                <a:ext cx="242952" cy="535962"/>
              </a:xfrm>
              <a:custGeom>
                <a:avLst/>
                <a:gdLst/>
                <a:ahLst/>
                <a:cxnLst/>
                <a:rect l="l" t="t" r="r" b="b"/>
                <a:pathLst>
                  <a:path w="7581" h="16724" extrusionOk="0">
                    <a:moveTo>
                      <a:pt x="6576" y="0"/>
                    </a:moveTo>
                    <a:cubicBezTo>
                      <a:pt x="5435" y="1050"/>
                      <a:pt x="1212" y="12874"/>
                      <a:pt x="596" y="13787"/>
                    </a:cubicBezTo>
                    <a:cubicBezTo>
                      <a:pt x="1" y="14628"/>
                      <a:pt x="1693" y="16724"/>
                      <a:pt x="2854" y="16724"/>
                    </a:cubicBezTo>
                    <a:cubicBezTo>
                      <a:pt x="2984" y="16724"/>
                      <a:pt x="3108" y="16697"/>
                      <a:pt x="3221" y="16640"/>
                    </a:cubicBezTo>
                    <a:cubicBezTo>
                      <a:pt x="4293" y="16092"/>
                      <a:pt x="7580" y="8537"/>
                      <a:pt x="7580" y="8537"/>
                    </a:cubicBezTo>
                    <a:lnTo>
                      <a:pt x="657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41"/>
              <p:cNvSpPr/>
              <p:nvPr/>
            </p:nvSpPr>
            <p:spPr>
              <a:xfrm>
                <a:off x="4011583" y="3301323"/>
                <a:ext cx="242920" cy="456228"/>
              </a:xfrm>
              <a:custGeom>
                <a:avLst/>
                <a:gdLst/>
                <a:ahLst/>
                <a:cxnLst/>
                <a:rect l="l" t="t" r="r" b="b"/>
                <a:pathLst>
                  <a:path w="7580" h="14236" extrusionOk="0">
                    <a:moveTo>
                      <a:pt x="7169" y="0"/>
                    </a:moveTo>
                    <a:cubicBezTo>
                      <a:pt x="6096" y="2237"/>
                      <a:pt x="4202" y="9769"/>
                      <a:pt x="3426" y="10180"/>
                    </a:cubicBezTo>
                    <a:cubicBezTo>
                      <a:pt x="3236" y="10278"/>
                      <a:pt x="3040" y="10328"/>
                      <a:pt x="2843" y="10328"/>
                    </a:cubicBezTo>
                    <a:cubicBezTo>
                      <a:pt x="2354" y="10328"/>
                      <a:pt x="1857" y="10023"/>
                      <a:pt x="1417" y="9404"/>
                    </a:cubicBezTo>
                    <a:cubicBezTo>
                      <a:pt x="1029" y="10408"/>
                      <a:pt x="710" y="11093"/>
                      <a:pt x="595" y="11299"/>
                    </a:cubicBezTo>
                    <a:cubicBezTo>
                      <a:pt x="0" y="12140"/>
                      <a:pt x="1693" y="14236"/>
                      <a:pt x="2853" y="14236"/>
                    </a:cubicBezTo>
                    <a:cubicBezTo>
                      <a:pt x="2984" y="14236"/>
                      <a:pt x="3107" y="14209"/>
                      <a:pt x="3220" y="14152"/>
                    </a:cubicBezTo>
                    <a:cubicBezTo>
                      <a:pt x="4316" y="13604"/>
                      <a:pt x="7580" y="6049"/>
                      <a:pt x="7580" y="6049"/>
                    </a:cubicBezTo>
                    <a:lnTo>
                      <a:pt x="7169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41"/>
              <p:cNvSpPr/>
              <p:nvPr/>
            </p:nvSpPr>
            <p:spPr>
              <a:xfrm>
                <a:off x="4128688" y="2663011"/>
                <a:ext cx="707224" cy="829229"/>
              </a:xfrm>
              <a:custGeom>
                <a:avLst/>
                <a:gdLst/>
                <a:ahLst/>
                <a:cxnLst/>
                <a:rect l="l" t="t" r="r" b="b"/>
                <a:pathLst>
                  <a:path w="22068" h="25875" extrusionOk="0">
                    <a:moveTo>
                      <a:pt x="9541" y="1"/>
                    </a:moveTo>
                    <a:cubicBezTo>
                      <a:pt x="8465" y="1"/>
                      <a:pt x="7761" y="196"/>
                      <a:pt x="7761" y="196"/>
                    </a:cubicBezTo>
                    <a:cubicBezTo>
                      <a:pt x="0" y="3939"/>
                      <a:pt x="1826" y="14348"/>
                      <a:pt x="8582" y="23546"/>
                    </a:cubicBezTo>
                    <a:lnTo>
                      <a:pt x="12029" y="25874"/>
                    </a:lnTo>
                    <a:cubicBezTo>
                      <a:pt x="12029" y="25874"/>
                      <a:pt x="12029" y="25875"/>
                      <a:pt x="12029" y="25875"/>
                    </a:cubicBezTo>
                    <a:cubicBezTo>
                      <a:pt x="12054" y="25875"/>
                      <a:pt x="22068" y="16596"/>
                      <a:pt x="18625" y="7363"/>
                    </a:cubicBezTo>
                    <a:cubicBezTo>
                      <a:pt x="16241" y="984"/>
                      <a:pt x="11956" y="1"/>
                      <a:pt x="954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41"/>
              <p:cNvSpPr/>
              <p:nvPr/>
            </p:nvSpPr>
            <p:spPr>
              <a:xfrm>
                <a:off x="4196695" y="2754125"/>
                <a:ext cx="639380" cy="738855"/>
              </a:xfrm>
              <a:custGeom>
                <a:avLst/>
                <a:gdLst/>
                <a:ahLst/>
                <a:cxnLst/>
                <a:rect l="l" t="t" r="r" b="b"/>
                <a:pathLst>
                  <a:path w="19951" h="23055" extrusionOk="0">
                    <a:moveTo>
                      <a:pt x="13856" y="1"/>
                    </a:moveTo>
                    <a:lnTo>
                      <a:pt x="13856" y="1"/>
                    </a:lnTo>
                    <a:cubicBezTo>
                      <a:pt x="15111" y="3630"/>
                      <a:pt x="12509" y="5365"/>
                      <a:pt x="8857" y="6141"/>
                    </a:cubicBezTo>
                    <a:cubicBezTo>
                      <a:pt x="7768" y="6366"/>
                      <a:pt x="6723" y="6523"/>
                      <a:pt x="5734" y="6523"/>
                    </a:cubicBezTo>
                    <a:cubicBezTo>
                      <a:pt x="3822" y="6523"/>
                      <a:pt x="2115" y="5937"/>
                      <a:pt x="686" y="4132"/>
                    </a:cubicBezTo>
                    <a:lnTo>
                      <a:pt x="686" y="4132"/>
                    </a:lnTo>
                    <a:cubicBezTo>
                      <a:pt x="1" y="8903"/>
                      <a:pt x="2283" y="15043"/>
                      <a:pt x="6460" y="20749"/>
                    </a:cubicBezTo>
                    <a:lnTo>
                      <a:pt x="9907" y="23054"/>
                    </a:lnTo>
                    <a:cubicBezTo>
                      <a:pt x="9907" y="23054"/>
                      <a:pt x="19950" y="13764"/>
                      <a:pt x="16503" y="4520"/>
                    </a:cubicBezTo>
                    <a:cubicBezTo>
                      <a:pt x="15750" y="2534"/>
                      <a:pt x="14837" y="1096"/>
                      <a:pt x="13856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41"/>
              <p:cNvSpPr/>
              <p:nvPr/>
            </p:nvSpPr>
            <p:spPr>
              <a:xfrm>
                <a:off x="4205477" y="3115505"/>
                <a:ext cx="527438" cy="721998"/>
              </a:xfrm>
              <a:custGeom>
                <a:avLst/>
                <a:gdLst/>
                <a:ahLst/>
                <a:cxnLst/>
                <a:rect l="l" t="t" r="r" b="b"/>
                <a:pathLst>
                  <a:path w="16458" h="22529" extrusionOk="0">
                    <a:moveTo>
                      <a:pt x="8241" y="0"/>
                    </a:moveTo>
                    <a:cubicBezTo>
                      <a:pt x="8241" y="0"/>
                      <a:pt x="685" y="2717"/>
                      <a:pt x="343" y="3356"/>
                    </a:cubicBezTo>
                    <a:cubicBezTo>
                      <a:pt x="1" y="4018"/>
                      <a:pt x="1279" y="22529"/>
                      <a:pt x="1279" y="22529"/>
                    </a:cubicBezTo>
                    <a:lnTo>
                      <a:pt x="15020" y="22529"/>
                    </a:lnTo>
                    <a:cubicBezTo>
                      <a:pt x="15020" y="22529"/>
                      <a:pt x="16458" y="5958"/>
                      <a:pt x="16207" y="5296"/>
                    </a:cubicBezTo>
                    <a:cubicBezTo>
                      <a:pt x="15887" y="4474"/>
                      <a:pt x="8241" y="0"/>
                      <a:pt x="8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41"/>
              <p:cNvSpPr/>
              <p:nvPr/>
            </p:nvSpPr>
            <p:spPr>
              <a:xfrm>
                <a:off x="4255953" y="3115505"/>
                <a:ext cx="425046" cy="147771"/>
              </a:xfrm>
              <a:custGeom>
                <a:avLst/>
                <a:gdLst/>
                <a:ahLst/>
                <a:cxnLst/>
                <a:rect l="l" t="t" r="r" b="b"/>
                <a:pathLst>
                  <a:path w="13263" h="4611" extrusionOk="0">
                    <a:moveTo>
                      <a:pt x="6666" y="0"/>
                    </a:moveTo>
                    <a:cubicBezTo>
                      <a:pt x="6666" y="0"/>
                      <a:pt x="2215" y="1598"/>
                      <a:pt x="1" y="2648"/>
                    </a:cubicBezTo>
                    <a:cubicBezTo>
                      <a:pt x="1713" y="3698"/>
                      <a:pt x="4566" y="4474"/>
                      <a:pt x="7830" y="4588"/>
                    </a:cubicBezTo>
                    <a:cubicBezTo>
                      <a:pt x="8153" y="4603"/>
                      <a:pt x="8472" y="4610"/>
                      <a:pt x="8787" y="4610"/>
                    </a:cubicBezTo>
                    <a:cubicBezTo>
                      <a:pt x="10432" y="4610"/>
                      <a:pt x="11960" y="4419"/>
                      <a:pt x="13262" y="4132"/>
                    </a:cubicBezTo>
                    <a:cubicBezTo>
                      <a:pt x="10980" y="2534"/>
                      <a:pt x="6666" y="0"/>
                      <a:pt x="666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41"/>
              <p:cNvSpPr/>
              <p:nvPr/>
            </p:nvSpPr>
            <p:spPr>
              <a:xfrm>
                <a:off x="4205477" y="3218637"/>
                <a:ext cx="527438" cy="620343"/>
              </a:xfrm>
              <a:custGeom>
                <a:avLst/>
                <a:gdLst/>
                <a:ahLst/>
                <a:cxnLst/>
                <a:rect l="l" t="t" r="r" b="b"/>
                <a:pathLst>
                  <a:path w="16458" h="19357" extrusionOk="0">
                    <a:moveTo>
                      <a:pt x="503" y="1"/>
                    </a:moveTo>
                    <a:lnTo>
                      <a:pt x="503" y="1"/>
                    </a:lnTo>
                    <a:cubicBezTo>
                      <a:pt x="412" y="69"/>
                      <a:pt x="366" y="115"/>
                      <a:pt x="343" y="183"/>
                    </a:cubicBezTo>
                    <a:cubicBezTo>
                      <a:pt x="1" y="823"/>
                      <a:pt x="1279" y="19357"/>
                      <a:pt x="1279" y="19357"/>
                    </a:cubicBezTo>
                    <a:lnTo>
                      <a:pt x="15065" y="19357"/>
                    </a:lnTo>
                    <a:cubicBezTo>
                      <a:pt x="15065" y="19311"/>
                      <a:pt x="16458" y="2740"/>
                      <a:pt x="16229" y="2078"/>
                    </a:cubicBezTo>
                    <a:cubicBezTo>
                      <a:pt x="16227" y="2073"/>
                      <a:pt x="16225" y="2071"/>
                      <a:pt x="16222" y="2071"/>
                    </a:cubicBezTo>
                    <a:cubicBezTo>
                      <a:pt x="16156" y="2071"/>
                      <a:pt x="16086" y="3903"/>
                      <a:pt x="15887" y="5159"/>
                    </a:cubicBezTo>
                    <a:cubicBezTo>
                      <a:pt x="15162" y="10072"/>
                      <a:pt x="13662" y="10925"/>
                      <a:pt x="11363" y="10925"/>
                    </a:cubicBezTo>
                    <a:cubicBezTo>
                      <a:pt x="10479" y="10925"/>
                      <a:pt x="9477" y="10798"/>
                      <a:pt x="8355" y="10729"/>
                    </a:cubicBezTo>
                    <a:cubicBezTo>
                      <a:pt x="4292" y="10478"/>
                      <a:pt x="412" y="8560"/>
                      <a:pt x="412" y="1713"/>
                    </a:cubicBezTo>
                    <a:cubicBezTo>
                      <a:pt x="412" y="1119"/>
                      <a:pt x="457" y="549"/>
                      <a:pt x="503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41"/>
              <p:cNvSpPr/>
              <p:nvPr/>
            </p:nvSpPr>
            <p:spPr>
              <a:xfrm>
                <a:off x="4315948" y="3105987"/>
                <a:ext cx="289709" cy="558171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17417" extrusionOk="0">
                    <a:moveTo>
                      <a:pt x="4565" y="1"/>
                    </a:moveTo>
                    <a:cubicBezTo>
                      <a:pt x="4565" y="1"/>
                      <a:pt x="2192" y="1233"/>
                      <a:pt x="0" y="2146"/>
                    </a:cubicBezTo>
                    <a:lnTo>
                      <a:pt x="4451" y="17416"/>
                    </a:lnTo>
                    <a:lnTo>
                      <a:pt x="9039" y="2831"/>
                    </a:lnTo>
                    <a:cubicBezTo>
                      <a:pt x="7145" y="1644"/>
                      <a:pt x="4565" y="1"/>
                      <a:pt x="45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41"/>
              <p:cNvSpPr/>
              <p:nvPr/>
            </p:nvSpPr>
            <p:spPr>
              <a:xfrm>
                <a:off x="4315948" y="3105987"/>
                <a:ext cx="289709" cy="154757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4829" extrusionOk="0">
                    <a:moveTo>
                      <a:pt x="4565" y="1"/>
                    </a:moveTo>
                    <a:cubicBezTo>
                      <a:pt x="4565" y="1"/>
                      <a:pt x="2192" y="1233"/>
                      <a:pt x="0" y="2146"/>
                    </a:cubicBezTo>
                    <a:lnTo>
                      <a:pt x="525" y="3950"/>
                    </a:lnTo>
                    <a:cubicBezTo>
                      <a:pt x="2237" y="4429"/>
                      <a:pt x="4246" y="4726"/>
                      <a:pt x="6391" y="4794"/>
                    </a:cubicBezTo>
                    <a:cubicBezTo>
                      <a:pt x="6734" y="4817"/>
                      <a:pt x="7076" y="4828"/>
                      <a:pt x="7416" y="4828"/>
                    </a:cubicBezTo>
                    <a:cubicBezTo>
                      <a:pt x="7755" y="4828"/>
                      <a:pt x="8092" y="4817"/>
                      <a:pt x="8423" y="4794"/>
                    </a:cubicBezTo>
                    <a:lnTo>
                      <a:pt x="9039" y="2831"/>
                    </a:lnTo>
                    <a:cubicBezTo>
                      <a:pt x="7099" y="1599"/>
                      <a:pt x="4565" y="1"/>
                      <a:pt x="4565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41"/>
              <p:cNvSpPr/>
              <p:nvPr/>
            </p:nvSpPr>
            <p:spPr>
              <a:xfrm>
                <a:off x="4450552" y="3193030"/>
                <a:ext cx="18299" cy="4272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3331" extrusionOk="0">
                    <a:moveTo>
                      <a:pt x="548" y="1"/>
                    </a:moveTo>
                    <a:lnTo>
                      <a:pt x="0" y="138"/>
                    </a:lnTo>
                    <a:lnTo>
                      <a:pt x="365" y="13331"/>
                    </a:lnTo>
                    <a:lnTo>
                      <a:pt x="571" y="13331"/>
                    </a:lnTo>
                    <a:lnTo>
                      <a:pt x="5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41"/>
              <p:cNvSpPr/>
              <p:nvPr/>
            </p:nvSpPr>
            <p:spPr>
              <a:xfrm>
                <a:off x="4423471" y="3244981"/>
                <a:ext cx="19773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617" h="686" extrusionOk="0">
                    <a:moveTo>
                      <a:pt x="320" y="1"/>
                    </a:moveTo>
                    <a:cubicBezTo>
                      <a:pt x="160" y="1"/>
                      <a:pt x="46" y="160"/>
                      <a:pt x="1" y="343"/>
                    </a:cubicBezTo>
                    <a:cubicBezTo>
                      <a:pt x="1" y="548"/>
                      <a:pt x="115" y="685"/>
                      <a:pt x="297" y="685"/>
                    </a:cubicBezTo>
                    <a:cubicBezTo>
                      <a:pt x="480" y="685"/>
                      <a:pt x="617" y="526"/>
                      <a:pt x="617" y="343"/>
                    </a:cubicBezTo>
                    <a:cubicBezTo>
                      <a:pt x="617" y="160"/>
                      <a:pt x="503" y="1"/>
                      <a:pt x="3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41"/>
              <p:cNvSpPr/>
              <p:nvPr/>
            </p:nvSpPr>
            <p:spPr>
              <a:xfrm>
                <a:off x="4424945" y="3293983"/>
                <a:ext cx="19036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686" extrusionOk="0">
                    <a:moveTo>
                      <a:pt x="320" y="1"/>
                    </a:moveTo>
                    <a:cubicBezTo>
                      <a:pt x="137" y="1"/>
                      <a:pt x="23" y="138"/>
                      <a:pt x="0" y="343"/>
                    </a:cubicBezTo>
                    <a:cubicBezTo>
                      <a:pt x="0" y="526"/>
                      <a:pt x="114" y="686"/>
                      <a:pt x="274" y="686"/>
                    </a:cubicBezTo>
                    <a:cubicBezTo>
                      <a:pt x="457" y="686"/>
                      <a:pt x="594" y="503"/>
                      <a:pt x="594" y="343"/>
                    </a:cubicBezTo>
                    <a:cubicBezTo>
                      <a:pt x="594" y="138"/>
                      <a:pt x="480" y="1"/>
                      <a:pt x="3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41"/>
              <p:cNvSpPr/>
              <p:nvPr/>
            </p:nvSpPr>
            <p:spPr>
              <a:xfrm>
                <a:off x="4426387" y="3342281"/>
                <a:ext cx="19805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86" extrusionOk="0">
                    <a:moveTo>
                      <a:pt x="320" y="0"/>
                    </a:moveTo>
                    <a:cubicBezTo>
                      <a:pt x="161" y="0"/>
                      <a:pt x="47" y="137"/>
                      <a:pt x="1" y="343"/>
                    </a:cubicBezTo>
                    <a:cubicBezTo>
                      <a:pt x="1" y="548"/>
                      <a:pt x="115" y="685"/>
                      <a:pt x="298" y="685"/>
                    </a:cubicBezTo>
                    <a:cubicBezTo>
                      <a:pt x="457" y="685"/>
                      <a:pt x="572" y="548"/>
                      <a:pt x="617" y="343"/>
                    </a:cubicBezTo>
                    <a:cubicBezTo>
                      <a:pt x="617" y="137"/>
                      <a:pt x="503" y="0"/>
                      <a:pt x="3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41"/>
              <p:cNvSpPr/>
              <p:nvPr/>
            </p:nvSpPr>
            <p:spPr>
              <a:xfrm>
                <a:off x="4427862" y="3390546"/>
                <a:ext cx="19068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686" extrusionOk="0">
                    <a:moveTo>
                      <a:pt x="297" y="1"/>
                    </a:moveTo>
                    <a:cubicBezTo>
                      <a:pt x="138" y="1"/>
                      <a:pt x="23" y="138"/>
                      <a:pt x="1" y="343"/>
                    </a:cubicBezTo>
                    <a:cubicBezTo>
                      <a:pt x="1" y="549"/>
                      <a:pt x="115" y="686"/>
                      <a:pt x="274" y="686"/>
                    </a:cubicBezTo>
                    <a:cubicBezTo>
                      <a:pt x="457" y="686"/>
                      <a:pt x="594" y="549"/>
                      <a:pt x="594" y="343"/>
                    </a:cubicBezTo>
                    <a:cubicBezTo>
                      <a:pt x="594" y="138"/>
                      <a:pt x="480" y="1"/>
                      <a:pt x="2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41"/>
              <p:cNvSpPr/>
              <p:nvPr/>
            </p:nvSpPr>
            <p:spPr>
              <a:xfrm>
                <a:off x="4428599" y="3438843"/>
                <a:ext cx="19036" cy="21953"/>
              </a:xfrm>
              <a:custGeom>
                <a:avLst/>
                <a:gdLst/>
                <a:ahLst/>
                <a:cxnLst/>
                <a:rect l="l" t="t" r="r" b="b"/>
                <a:pathLst>
                  <a:path w="594" h="685" extrusionOk="0">
                    <a:moveTo>
                      <a:pt x="320" y="0"/>
                    </a:moveTo>
                    <a:cubicBezTo>
                      <a:pt x="137" y="0"/>
                      <a:pt x="23" y="160"/>
                      <a:pt x="0" y="343"/>
                    </a:cubicBezTo>
                    <a:cubicBezTo>
                      <a:pt x="0" y="548"/>
                      <a:pt x="115" y="685"/>
                      <a:pt x="274" y="685"/>
                    </a:cubicBezTo>
                    <a:cubicBezTo>
                      <a:pt x="480" y="685"/>
                      <a:pt x="594" y="548"/>
                      <a:pt x="594" y="343"/>
                    </a:cubicBezTo>
                    <a:cubicBezTo>
                      <a:pt x="594" y="160"/>
                      <a:pt x="480" y="0"/>
                      <a:pt x="3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41"/>
              <p:cNvSpPr/>
              <p:nvPr/>
            </p:nvSpPr>
            <p:spPr>
              <a:xfrm>
                <a:off x="4443950" y="3682284"/>
                <a:ext cx="450652" cy="150078"/>
              </a:xfrm>
              <a:custGeom>
                <a:avLst/>
                <a:gdLst/>
                <a:ahLst/>
                <a:cxnLst/>
                <a:rect l="l" t="t" r="r" b="b"/>
                <a:pathLst>
                  <a:path w="14062" h="4683" extrusionOk="0">
                    <a:moveTo>
                      <a:pt x="10400" y="1"/>
                    </a:moveTo>
                    <a:cubicBezTo>
                      <a:pt x="7773" y="1"/>
                      <a:pt x="1" y="1238"/>
                      <a:pt x="1" y="1238"/>
                    </a:cubicBezTo>
                    <a:lnTo>
                      <a:pt x="549" y="4547"/>
                    </a:lnTo>
                    <a:cubicBezTo>
                      <a:pt x="549" y="4547"/>
                      <a:pt x="2577" y="4682"/>
                      <a:pt x="4994" y="4682"/>
                    </a:cubicBezTo>
                    <a:cubicBezTo>
                      <a:pt x="8015" y="4682"/>
                      <a:pt x="11642" y="4471"/>
                      <a:pt x="12669" y="3520"/>
                    </a:cubicBezTo>
                    <a:cubicBezTo>
                      <a:pt x="14061" y="2196"/>
                      <a:pt x="13148" y="553"/>
                      <a:pt x="11071" y="51"/>
                    </a:cubicBezTo>
                    <a:cubicBezTo>
                      <a:pt x="10924" y="16"/>
                      <a:pt x="10694" y="1"/>
                      <a:pt x="10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41"/>
              <p:cNvSpPr/>
              <p:nvPr/>
            </p:nvSpPr>
            <p:spPr>
              <a:xfrm>
                <a:off x="4582207" y="3689751"/>
                <a:ext cx="300670" cy="98802"/>
              </a:xfrm>
              <a:custGeom>
                <a:avLst/>
                <a:gdLst/>
                <a:ahLst/>
                <a:cxnLst/>
                <a:rect l="l" t="t" r="r" b="b"/>
                <a:pathLst>
                  <a:path w="9382" h="3083" extrusionOk="0">
                    <a:moveTo>
                      <a:pt x="7214" y="0"/>
                    </a:moveTo>
                    <a:cubicBezTo>
                      <a:pt x="6848" y="46"/>
                      <a:pt x="6506" y="92"/>
                      <a:pt x="6141" y="137"/>
                    </a:cubicBezTo>
                    <a:cubicBezTo>
                      <a:pt x="2717" y="685"/>
                      <a:pt x="1" y="1712"/>
                      <a:pt x="115" y="2420"/>
                    </a:cubicBezTo>
                    <a:cubicBezTo>
                      <a:pt x="184" y="2846"/>
                      <a:pt x="1256" y="3082"/>
                      <a:pt x="2847" y="3082"/>
                    </a:cubicBezTo>
                    <a:cubicBezTo>
                      <a:pt x="3895" y="3082"/>
                      <a:pt x="5169" y="2980"/>
                      <a:pt x="6529" y="2762"/>
                    </a:cubicBezTo>
                    <a:cubicBezTo>
                      <a:pt x="7396" y="2625"/>
                      <a:pt x="8218" y="2443"/>
                      <a:pt x="8948" y="2283"/>
                    </a:cubicBezTo>
                    <a:cubicBezTo>
                      <a:pt x="9382" y="1256"/>
                      <a:pt x="8788" y="320"/>
                      <a:pt x="7214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41"/>
              <p:cNvSpPr/>
              <p:nvPr/>
            </p:nvSpPr>
            <p:spPr>
              <a:xfrm>
                <a:off x="4516380" y="3697795"/>
                <a:ext cx="67332" cy="98770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3082" extrusionOk="0">
                    <a:moveTo>
                      <a:pt x="23" y="0"/>
                    </a:moveTo>
                    <a:lnTo>
                      <a:pt x="0" y="2945"/>
                    </a:lnTo>
                    <a:lnTo>
                      <a:pt x="2100" y="3082"/>
                    </a:lnTo>
                    <a:lnTo>
                      <a:pt x="1849" y="183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41"/>
              <p:cNvSpPr/>
              <p:nvPr/>
            </p:nvSpPr>
            <p:spPr>
              <a:xfrm>
                <a:off x="4056996" y="3637736"/>
                <a:ext cx="488660" cy="169659"/>
              </a:xfrm>
              <a:custGeom>
                <a:avLst/>
                <a:gdLst/>
                <a:ahLst/>
                <a:cxnLst/>
                <a:rect l="l" t="t" r="r" b="b"/>
                <a:pathLst>
                  <a:path w="15248" h="5294" extrusionOk="0">
                    <a:moveTo>
                      <a:pt x="4085" y="1"/>
                    </a:moveTo>
                    <a:cubicBezTo>
                      <a:pt x="4052" y="1"/>
                      <a:pt x="4022" y="1"/>
                      <a:pt x="3995" y="3"/>
                    </a:cubicBezTo>
                    <a:lnTo>
                      <a:pt x="0" y="3016"/>
                    </a:lnTo>
                    <a:cubicBezTo>
                      <a:pt x="1963" y="4963"/>
                      <a:pt x="7942" y="5293"/>
                      <a:pt x="11764" y="5293"/>
                    </a:cubicBezTo>
                    <a:cubicBezTo>
                      <a:pt x="13719" y="5293"/>
                      <a:pt x="15111" y="5207"/>
                      <a:pt x="15111" y="5207"/>
                    </a:cubicBezTo>
                    <a:lnTo>
                      <a:pt x="15247" y="1715"/>
                    </a:lnTo>
                    <a:cubicBezTo>
                      <a:pt x="15247" y="1715"/>
                      <a:pt x="5799" y="1"/>
                      <a:pt x="40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41"/>
              <p:cNvSpPr/>
              <p:nvPr/>
            </p:nvSpPr>
            <p:spPr>
              <a:xfrm>
                <a:off x="4056258" y="3687540"/>
                <a:ext cx="486481" cy="119858"/>
              </a:xfrm>
              <a:custGeom>
                <a:avLst/>
                <a:gdLst/>
                <a:ahLst/>
                <a:cxnLst/>
                <a:rect l="l" t="t" r="r" b="b"/>
                <a:pathLst>
                  <a:path w="15180" h="3740" extrusionOk="0">
                    <a:moveTo>
                      <a:pt x="1918" y="1"/>
                    </a:moveTo>
                    <a:lnTo>
                      <a:pt x="0" y="1462"/>
                    </a:lnTo>
                    <a:cubicBezTo>
                      <a:pt x="1963" y="3409"/>
                      <a:pt x="7932" y="3739"/>
                      <a:pt x="11747" y="3739"/>
                    </a:cubicBezTo>
                    <a:cubicBezTo>
                      <a:pt x="13699" y="3739"/>
                      <a:pt x="15088" y="3653"/>
                      <a:pt x="15088" y="3653"/>
                    </a:cubicBezTo>
                    <a:lnTo>
                      <a:pt x="15179" y="1758"/>
                    </a:lnTo>
                    <a:lnTo>
                      <a:pt x="15179" y="1758"/>
                    </a:lnTo>
                    <a:cubicBezTo>
                      <a:pt x="14666" y="1771"/>
                      <a:pt x="14010" y="1782"/>
                      <a:pt x="13260" y="1782"/>
                    </a:cubicBezTo>
                    <a:cubicBezTo>
                      <a:pt x="9811" y="1782"/>
                      <a:pt x="4393" y="1538"/>
                      <a:pt x="1918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41"/>
              <p:cNvSpPr/>
              <p:nvPr/>
            </p:nvSpPr>
            <p:spPr>
              <a:xfrm>
                <a:off x="4479812" y="3755996"/>
                <a:ext cx="27080" cy="24805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74" extrusionOk="0">
                    <a:moveTo>
                      <a:pt x="364" y="0"/>
                    </a:moveTo>
                    <a:cubicBezTo>
                      <a:pt x="334" y="0"/>
                      <a:pt x="304" y="4"/>
                      <a:pt x="274" y="10"/>
                    </a:cubicBezTo>
                    <a:cubicBezTo>
                      <a:pt x="91" y="79"/>
                      <a:pt x="0" y="307"/>
                      <a:pt x="91" y="467"/>
                    </a:cubicBezTo>
                    <a:cubicBezTo>
                      <a:pt x="150" y="662"/>
                      <a:pt x="308" y="774"/>
                      <a:pt x="481" y="774"/>
                    </a:cubicBezTo>
                    <a:cubicBezTo>
                      <a:pt x="511" y="774"/>
                      <a:pt x="541" y="770"/>
                      <a:pt x="571" y="764"/>
                    </a:cubicBezTo>
                    <a:cubicBezTo>
                      <a:pt x="731" y="718"/>
                      <a:pt x="845" y="490"/>
                      <a:pt x="776" y="307"/>
                    </a:cubicBezTo>
                    <a:cubicBezTo>
                      <a:pt x="698" y="112"/>
                      <a:pt x="537" y="0"/>
                      <a:pt x="3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41"/>
              <p:cNvSpPr/>
              <p:nvPr/>
            </p:nvSpPr>
            <p:spPr>
              <a:xfrm>
                <a:off x="4439559" y="3749426"/>
                <a:ext cx="27112" cy="24805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74" extrusionOk="0">
                    <a:moveTo>
                      <a:pt x="364" y="0"/>
                    </a:moveTo>
                    <a:cubicBezTo>
                      <a:pt x="335" y="0"/>
                      <a:pt x="305" y="3"/>
                      <a:pt x="275" y="10"/>
                    </a:cubicBezTo>
                    <a:cubicBezTo>
                      <a:pt x="92" y="78"/>
                      <a:pt x="1" y="284"/>
                      <a:pt x="92" y="466"/>
                    </a:cubicBezTo>
                    <a:cubicBezTo>
                      <a:pt x="151" y="661"/>
                      <a:pt x="309" y="773"/>
                      <a:pt x="482" y="773"/>
                    </a:cubicBezTo>
                    <a:cubicBezTo>
                      <a:pt x="511" y="773"/>
                      <a:pt x="541" y="770"/>
                      <a:pt x="571" y="763"/>
                    </a:cubicBezTo>
                    <a:cubicBezTo>
                      <a:pt x="731" y="740"/>
                      <a:pt x="845" y="512"/>
                      <a:pt x="777" y="307"/>
                    </a:cubicBezTo>
                    <a:cubicBezTo>
                      <a:pt x="699" y="112"/>
                      <a:pt x="538" y="0"/>
                      <a:pt x="3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41"/>
              <p:cNvSpPr/>
              <p:nvPr/>
            </p:nvSpPr>
            <p:spPr>
              <a:xfrm>
                <a:off x="4406645" y="2940680"/>
                <a:ext cx="113416" cy="252566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7881" extrusionOk="0">
                    <a:moveTo>
                      <a:pt x="3059" y="0"/>
                    </a:moveTo>
                    <a:lnTo>
                      <a:pt x="92" y="662"/>
                    </a:lnTo>
                    <a:cubicBezTo>
                      <a:pt x="92" y="662"/>
                      <a:pt x="366" y="3538"/>
                      <a:pt x="1" y="6186"/>
                    </a:cubicBezTo>
                    <a:cubicBezTo>
                      <a:pt x="454" y="7277"/>
                      <a:pt x="1020" y="7881"/>
                      <a:pt x="1672" y="7881"/>
                    </a:cubicBezTo>
                    <a:cubicBezTo>
                      <a:pt x="2235" y="7881"/>
                      <a:pt x="2862" y="7432"/>
                      <a:pt x="3539" y="6460"/>
                    </a:cubicBezTo>
                    <a:cubicBezTo>
                      <a:pt x="3219" y="4885"/>
                      <a:pt x="3059" y="0"/>
                      <a:pt x="3059" y="0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41"/>
              <p:cNvSpPr/>
              <p:nvPr/>
            </p:nvSpPr>
            <p:spPr>
              <a:xfrm>
                <a:off x="4408120" y="3125023"/>
                <a:ext cx="86336" cy="68742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2145" extrusionOk="0">
                    <a:moveTo>
                      <a:pt x="909" y="1"/>
                    </a:moveTo>
                    <a:cubicBezTo>
                      <a:pt x="809" y="1"/>
                      <a:pt x="711" y="15"/>
                      <a:pt x="617" y="46"/>
                    </a:cubicBezTo>
                    <a:cubicBezTo>
                      <a:pt x="343" y="137"/>
                      <a:pt x="160" y="320"/>
                      <a:pt x="0" y="594"/>
                    </a:cubicBezTo>
                    <a:cubicBezTo>
                      <a:pt x="478" y="1594"/>
                      <a:pt x="1024" y="2145"/>
                      <a:pt x="1644" y="2145"/>
                    </a:cubicBezTo>
                    <a:cubicBezTo>
                      <a:pt x="1973" y="2145"/>
                      <a:pt x="2322" y="1990"/>
                      <a:pt x="2694" y="1666"/>
                    </a:cubicBezTo>
                    <a:cubicBezTo>
                      <a:pt x="2671" y="1621"/>
                      <a:pt x="2625" y="1552"/>
                      <a:pt x="2625" y="1530"/>
                    </a:cubicBezTo>
                    <a:cubicBezTo>
                      <a:pt x="2289" y="619"/>
                      <a:pt x="1558" y="1"/>
                      <a:pt x="909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41"/>
              <p:cNvSpPr/>
              <p:nvPr/>
            </p:nvSpPr>
            <p:spPr>
              <a:xfrm>
                <a:off x="4330562" y="2758516"/>
                <a:ext cx="237792" cy="361400"/>
              </a:xfrm>
              <a:custGeom>
                <a:avLst/>
                <a:gdLst/>
                <a:ahLst/>
                <a:cxnLst/>
                <a:rect l="l" t="t" r="r" b="b"/>
                <a:pathLst>
                  <a:path w="7420" h="11277" extrusionOk="0">
                    <a:moveTo>
                      <a:pt x="3489" y="1"/>
                    </a:moveTo>
                    <a:cubicBezTo>
                      <a:pt x="2234" y="1"/>
                      <a:pt x="410" y="1555"/>
                      <a:pt x="206" y="4954"/>
                    </a:cubicBezTo>
                    <a:cubicBezTo>
                      <a:pt x="1" y="8378"/>
                      <a:pt x="777" y="9701"/>
                      <a:pt x="3676" y="11276"/>
                    </a:cubicBezTo>
                    <a:cubicBezTo>
                      <a:pt x="3676" y="11276"/>
                      <a:pt x="6072" y="9998"/>
                      <a:pt x="6848" y="8857"/>
                    </a:cubicBezTo>
                    <a:cubicBezTo>
                      <a:pt x="7396" y="8058"/>
                      <a:pt x="7419" y="5524"/>
                      <a:pt x="7373" y="4452"/>
                    </a:cubicBezTo>
                    <a:cubicBezTo>
                      <a:pt x="5890" y="3584"/>
                      <a:pt x="4246" y="1484"/>
                      <a:pt x="3516" y="1"/>
                    </a:cubicBezTo>
                    <a:cubicBezTo>
                      <a:pt x="3507" y="1"/>
                      <a:pt x="3498" y="1"/>
                      <a:pt x="3489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41"/>
              <p:cNvSpPr/>
              <p:nvPr/>
            </p:nvSpPr>
            <p:spPr>
              <a:xfrm>
                <a:off x="4372994" y="3124254"/>
                <a:ext cx="179979" cy="122966"/>
              </a:xfrm>
              <a:custGeom>
                <a:avLst/>
                <a:gdLst/>
                <a:ahLst/>
                <a:cxnLst/>
                <a:rect l="l" t="t" r="r" b="b"/>
                <a:pathLst>
                  <a:path w="5616" h="3837" extrusionOk="0">
                    <a:moveTo>
                      <a:pt x="791" y="0"/>
                    </a:moveTo>
                    <a:cubicBezTo>
                      <a:pt x="728" y="0"/>
                      <a:pt x="663" y="24"/>
                      <a:pt x="617" y="70"/>
                    </a:cubicBezTo>
                    <a:lnTo>
                      <a:pt x="1" y="663"/>
                    </a:lnTo>
                    <a:cubicBezTo>
                      <a:pt x="183" y="1805"/>
                      <a:pt x="526" y="2832"/>
                      <a:pt x="1233" y="3631"/>
                    </a:cubicBezTo>
                    <a:lnTo>
                      <a:pt x="2694" y="2489"/>
                    </a:lnTo>
                    <a:lnTo>
                      <a:pt x="4086" y="3836"/>
                    </a:lnTo>
                    <a:cubicBezTo>
                      <a:pt x="4862" y="2923"/>
                      <a:pt x="5387" y="1987"/>
                      <a:pt x="5616" y="937"/>
                    </a:cubicBezTo>
                    <a:lnTo>
                      <a:pt x="4885" y="184"/>
                    </a:lnTo>
                    <a:cubicBezTo>
                      <a:pt x="4835" y="113"/>
                      <a:pt x="4771" y="83"/>
                      <a:pt x="4707" y="83"/>
                    </a:cubicBezTo>
                    <a:cubicBezTo>
                      <a:pt x="4627" y="83"/>
                      <a:pt x="4548" y="131"/>
                      <a:pt x="4497" y="207"/>
                    </a:cubicBezTo>
                    <a:cubicBezTo>
                      <a:pt x="4178" y="755"/>
                      <a:pt x="3447" y="1873"/>
                      <a:pt x="2648" y="1919"/>
                    </a:cubicBezTo>
                    <a:cubicBezTo>
                      <a:pt x="2628" y="1921"/>
                      <a:pt x="2607" y="1921"/>
                      <a:pt x="2586" y="1921"/>
                    </a:cubicBezTo>
                    <a:cubicBezTo>
                      <a:pt x="1841" y="1921"/>
                      <a:pt x="1272" y="739"/>
                      <a:pt x="1005" y="161"/>
                    </a:cubicBezTo>
                    <a:cubicBezTo>
                      <a:pt x="978" y="52"/>
                      <a:pt x="885" y="0"/>
                      <a:pt x="7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41"/>
              <p:cNvSpPr/>
              <p:nvPr/>
            </p:nvSpPr>
            <p:spPr>
              <a:xfrm>
                <a:off x="4577817" y="2909657"/>
                <a:ext cx="46885" cy="76401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2384" extrusionOk="0">
                    <a:moveTo>
                      <a:pt x="984" y="1"/>
                    </a:moveTo>
                    <a:cubicBezTo>
                      <a:pt x="721" y="1"/>
                      <a:pt x="397" y="271"/>
                      <a:pt x="183" y="900"/>
                    </a:cubicBezTo>
                    <a:cubicBezTo>
                      <a:pt x="1" y="1470"/>
                      <a:pt x="161" y="2383"/>
                      <a:pt x="161" y="2383"/>
                    </a:cubicBezTo>
                    <a:cubicBezTo>
                      <a:pt x="161" y="2383"/>
                      <a:pt x="1325" y="1721"/>
                      <a:pt x="1416" y="763"/>
                    </a:cubicBezTo>
                    <a:cubicBezTo>
                      <a:pt x="1462" y="288"/>
                      <a:pt x="1256" y="1"/>
                      <a:pt x="984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41"/>
              <p:cNvSpPr/>
              <p:nvPr/>
            </p:nvSpPr>
            <p:spPr>
              <a:xfrm>
                <a:off x="4301302" y="2916323"/>
                <a:ext cx="22722" cy="70472"/>
              </a:xfrm>
              <a:custGeom>
                <a:avLst/>
                <a:gdLst/>
                <a:ahLst/>
                <a:cxnLst/>
                <a:rect l="l" t="t" r="r" b="b"/>
                <a:pathLst>
                  <a:path w="709" h="2199" extrusionOk="0">
                    <a:moveTo>
                      <a:pt x="238" y="1"/>
                    </a:moveTo>
                    <a:cubicBezTo>
                      <a:pt x="102" y="1"/>
                      <a:pt x="0" y="271"/>
                      <a:pt x="24" y="715"/>
                    </a:cubicBezTo>
                    <a:cubicBezTo>
                      <a:pt x="69" y="1559"/>
                      <a:pt x="663" y="2198"/>
                      <a:pt x="663" y="2198"/>
                    </a:cubicBezTo>
                    <a:cubicBezTo>
                      <a:pt x="663" y="2198"/>
                      <a:pt x="708" y="1354"/>
                      <a:pt x="640" y="829"/>
                    </a:cubicBezTo>
                    <a:cubicBezTo>
                      <a:pt x="528" y="248"/>
                      <a:pt x="368" y="1"/>
                      <a:pt x="238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41"/>
              <p:cNvSpPr/>
              <p:nvPr/>
            </p:nvSpPr>
            <p:spPr>
              <a:xfrm>
                <a:off x="4588809" y="2925393"/>
                <a:ext cx="24901" cy="42367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322" extrusionOk="0">
                    <a:moveTo>
                      <a:pt x="510" y="1"/>
                    </a:moveTo>
                    <a:cubicBezTo>
                      <a:pt x="362" y="1"/>
                      <a:pt x="182" y="150"/>
                      <a:pt x="69" y="500"/>
                    </a:cubicBezTo>
                    <a:cubicBezTo>
                      <a:pt x="0" y="820"/>
                      <a:pt x="69" y="1322"/>
                      <a:pt x="69" y="1322"/>
                    </a:cubicBezTo>
                    <a:cubicBezTo>
                      <a:pt x="69" y="1322"/>
                      <a:pt x="731" y="934"/>
                      <a:pt x="753" y="409"/>
                    </a:cubicBezTo>
                    <a:cubicBezTo>
                      <a:pt x="776" y="155"/>
                      <a:pt x="660" y="1"/>
                      <a:pt x="510" y="1"/>
                    </a:cubicBezTo>
                    <a:close/>
                  </a:path>
                </a:pathLst>
              </a:custGeom>
              <a:solidFill>
                <a:srgbClr val="CC4F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41"/>
              <p:cNvSpPr/>
              <p:nvPr/>
            </p:nvSpPr>
            <p:spPr>
              <a:xfrm>
                <a:off x="4583682" y="2933886"/>
                <a:ext cx="19068" cy="29484"/>
              </a:xfrm>
              <a:custGeom>
                <a:avLst/>
                <a:gdLst/>
                <a:ahLst/>
                <a:cxnLst/>
                <a:rect l="l" t="t" r="r" b="b"/>
                <a:pathLst>
                  <a:path w="595" h="920" extrusionOk="0">
                    <a:moveTo>
                      <a:pt x="409" y="1"/>
                    </a:moveTo>
                    <a:cubicBezTo>
                      <a:pt x="307" y="1"/>
                      <a:pt x="181" y="105"/>
                      <a:pt x="92" y="349"/>
                    </a:cubicBezTo>
                    <a:cubicBezTo>
                      <a:pt x="0" y="577"/>
                      <a:pt x="92" y="920"/>
                      <a:pt x="92" y="920"/>
                    </a:cubicBezTo>
                    <a:cubicBezTo>
                      <a:pt x="92" y="920"/>
                      <a:pt x="548" y="669"/>
                      <a:pt x="571" y="304"/>
                    </a:cubicBezTo>
                    <a:cubicBezTo>
                      <a:pt x="594" y="116"/>
                      <a:pt x="516" y="1"/>
                      <a:pt x="409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41"/>
              <p:cNvSpPr/>
              <p:nvPr/>
            </p:nvSpPr>
            <p:spPr>
              <a:xfrm>
                <a:off x="4471768" y="2918727"/>
                <a:ext cx="36598" cy="32945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028" extrusionOk="0">
                    <a:moveTo>
                      <a:pt x="571" y="1"/>
                    </a:moveTo>
                    <a:cubicBezTo>
                      <a:pt x="251" y="1"/>
                      <a:pt x="0" y="229"/>
                      <a:pt x="0" y="525"/>
                    </a:cubicBezTo>
                    <a:cubicBezTo>
                      <a:pt x="0" y="799"/>
                      <a:pt x="251" y="1028"/>
                      <a:pt x="571" y="1028"/>
                    </a:cubicBezTo>
                    <a:cubicBezTo>
                      <a:pt x="867" y="1028"/>
                      <a:pt x="1141" y="799"/>
                      <a:pt x="1141" y="525"/>
                    </a:cubicBezTo>
                    <a:cubicBezTo>
                      <a:pt x="1141" y="229"/>
                      <a:pt x="867" y="1"/>
                      <a:pt x="5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41"/>
              <p:cNvSpPr/>
              <p:nvPr/>
            </p:nvSpPr>
            <p:spPr>
              <a:xfrm>
                <a:off x="4464429" y="2911420"/>
                <a:ext cx="69543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2170" h="1074" extrusionOk="0">
                    <a:moveTo>
                      <a:pt x="754" y="0"/>
                    </a:moveTo>
                    <a:cubicBezTo>
                      <a:pt x="46" y="0"/>
                      <a:pt x="1" y="708"/>
                      <a:pt x="1" y="708"/>
                    </a:cubicBezTo>
                    <a:lnTo>
                      <a:pt x="298" y="708"/>
                    </a:lnTo>
                    <a:cubicBezTo>
                      <a:pt x="298" y="708"/>
                      <a:pt x="389" y="251"/>
                      <a:pt x="731" y="251"/>
                    </a:cubicBezTo>
                    <a:cubicBezTo>
                      <a:pt x="1074" y="251"/>
                      <a:pt x="1667" y="1027"/>
                      <a:pt x="2169" y="1073"/>
                    </a:cubicBezTo>
                    <a:cubicBezTo>
                      <a:pt x="1781" y="913"/>
                      <a:pt x="1165" y="0"/>
                      <a:pt x="7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41"/>
              <p:cNvSpPr/>
              <p:nvPr/>
            </p:nvSpPr>
            <p:spPr>
              <a:xfrm>
                <a:off x="4359117" y="2918534"/>
                <a:ext cx="38040" cy="33201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036" extrusionOk="0">
                    <a:moveTo>
                      <a:pt x="613" y="0"/>
                    </a:moveTo>
                    <a:cubicBezTo>
                      <a:pt x="584" y="0"/>
                      <a:pt x="555" y="2"/>
                      <a:pt x="525" y="7"/>
                    </a:cubicBezTo>
                    <a:cubicBezTo>
                      <a:pt x="228" y="52"/>
                      <a:pt x="0" y="303"/>
                      <a:pt x="23" y="577"/>
                    </a:cubicBezTo>
                    <a:cubicBezTo>
                      <a:pt x="44" y="857"/>
                      <a:pt x="310" y="1036"/>
                      <a:pt x="589" y="1036"/>
                    </a:cubicBezTo>
                    <a:cubicBezTo>
                      <a:pt x="606" y="1036"/>
                      <a:pt x="622" y="1035"/>
                      <a:pt x="639" y="1034"/>
                    </a:cubicBezTo>
                    <a:cubicBezTo>
                      <a:pt x="959" y="988"/>
                      <a:pt x="1187" y="737"/>
                      <a:pt x="1164" y="463"/>
                    </a:cubicBezTo>
                    <a:cubicBezTo>
                      <a:pt x="1123" y="194"/>
                      <a:pt x="894" y="0"/>
                      <a:pt x="6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41"/>
              <p:cNvSpPr/>
              <p:nvPr/>
            </p:nvSpPr>
            <p:spPr>
              <a:xfrm>
                <a:off x="4352515" y="2911420"/>
                <a:ext cx="71722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1074" extrusionOk="0">
                    <a:moveTo>
                      <a:pt x="799" y="0"/>
                    </a:moveTo>
                    <a:cubicBezTo>
                      <a:pt x="92" y="0"/>
                      <a:pt x="1" y="708"/>
                      <a:pt x="1" y="708"/>
                    </a:cubicBezTo>
                    <a:lnTo>
                      <a:pt x="320" y="708"/>
                    </a:lnTo>
                    <a:cubicBezTo>
                      <a:pt x="320" y="708"/>
                      <a:pt x="411" y="251"/>
                      <a:pt x="777" y="251"/>
                    </a:cubicBezTo>
                    <a:cubicBezTo>
                      <a:pt x="1142" y="251"/>
                      <a:pt x="1735" y="1027"/>
                      <a:pt x="2237" y="1073"/>
                    </a:cubicBezTo>
                    <a:cubicBezTo>
                      <a:pt x="1849" y="913"/>
                      <a:pt x="1210" y="0"/>
                      <a:pt x="7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41"/>
              <p:cNvSpPr/>
              <p:nvPr/>
            </p:nvSpPr>
            <p:spPr>
              <a:xfrm>
                <a:off x="4417638" y="2937732"/>
                <a:ext cx="32945" cy="5063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580" extrusionOk="0">
                    <a:moveTo>
                      <a:pt x="571" y="1"/>
                    </a:moveTo>
                    <a:cubicBezTo>
                      <a:pt x="228" y="617"/>
                      <a:pt x="0" y="1142"/>
                      <a:pt x="23" y="1325"/>
                    </a:cubicBezTo>
                    <a:cubicBezTo>
                      <a:pt x="41" y="1452"/>
                      <a:pt x="582" y="1580"/>
                      <a:pt x="824" y="1580"/>
                    </a:cubicBezTo>
                    <a:cubicBezTo>
                      <a:pt x="885" y="1580"/>
                      <a:pt x="927" y="1572"/>
                      <a:pt x="936" y="1553"/>
                    </a:cubicBezTo>
                    <a:cubicBezTo>
                      <a:pt x="1027" y="1462"/>
                      <a:pt x="251" y="1211"/>
                      <a:pt x="251" y="1142"/>
                    </a:cubicBezTo>
                    <a:cubicBezTo>
                      <a:pt x="274" y="1074"/>
                      <a:pt x="571" y="1"/>
                      <a:pt x="571" y="1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41"/>
              <p:cNvSpPr/>
              <p:nvPr/>
            </p:nvSpPr>
            <p:spPr>
              <a:xfrm>
                <a:off x="4333511" y="2852162"/>
                <a:ext cx="65858" cy="55634"/>
              </a:xfrm>
              <a:custGeom>
                <a:avLst/>
                <a:gdLst/>
                <a:ahLst/>
                <a:cxnLst/>
                <a:rect l="l" t="t" r="r" b="b"/>
                <a:pathLst>
                  <a:path w="2055" h="1736" extrusionOk="0">
                    <a:moveTo>
                      <a:pt x="2009" y="0"/>
                    </a:moveTo>
                    <a:cubicBezTo>
                      <a:pt x="1256" y="251"/>
                      <a:pt x="594" y="845"/>
                      <a:pt x="0" y="1735"/>
                    </a:cubicBezTo>
                    <a:cubicBezTo>
                      <a:pt x="1141" y="845"/>
                      <a:pt x="2054" y="685"/>
                      <a:pt x="2054" y="685"/>
                    </a:cubicBezTo>
                    <a:lnTo>
                      <a:pt x="20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41"/>
              <p:cNvSpPr/>
              <p:nvPr/>
            </p:nvSpPr>
            <p:spPr>
              <a:xfrm>
                <a:off x="4476864" y="2849951"/>
                <a:ext cx="68069" cy="57109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782" extrusionOk="0">
                    <a:moveTo>
                      <a:pt x="1" y="1"/>
                    </a:moveTo>
                    <a:lnTo>
                      <a:pt x="24" y="686"/>
                    </a:lnTo>
                    <a:cubicBezTo>
                      <a:pt x="24" y="686"/>
                      <a:pt x="937" y="868"/>
                      <a:pt x="2124" y="1781"/>
                    </a:cubicBezTo>
                    <a:cubicBezTo>
                      <a:pt x="1485" y="891"/>
                      <a:pt x="800" y="275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41"/>
              <p:cNvSpPr/>
              <p:nvPr/>
            </p:nvSpPr>
            <p:spPr>
              <a:xfrm>
                <a:off x="4405908" y="3009905"/>
                <a:ext cx="73196" cy="3650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139" extrusionOk="0">
                    <a:moveTo>
                      <a:pt x="889" y="0"/>
                    </a:moveTo>
                    <a:cubicBezTo>
                      <a:pt x="221" y="0"/>
                      <a:pt x="1" y="602"/>
                      <a:pt x="1" y="602"/>
                    </a:cubicBezTo>
                    <a:cubicBezTo>
                      <a:pt x="189" y="1022"/>
                      <a:pt x="423" y="1139"/>
                      <a:pt x="710" y="1139"/>
                    </a:cubicBezTo>
                    <a:cubicBezTo>
                      <a:pt x="874" y="1139"/>
                      <a:pt x="1056" y="1100"/>
                      <a:pt x="1256" y="1059"/>
                    </a:cubicBezTo>
                    <a:cubicBezTo>
                      <a:pt x="1781" y="944"/>
                      <a:pt x="2283" y="762"/>
                      <a:pt x="2283" y="762"/>
                    </a:cubicBezTo>
                    <a:cubicBezTo>
                      <a:pt x="2283" y="762"/>
                      <a:pt x="1758" y="31"/>
                      <a:pt x="1028" y="9"/>
                    </a:cubicBezTo>
                    <a:cubicBezTo>
                      <a:pt x="979" y="3"/>
                      <a:pt x="933" y="0"/>
                      <a:pt x="8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41"/>
              <p:cNvSpPr/>
              <p:nvPr/>
            </p:nvSpPr>
            <p:spPr>
              <a:xfrm>
                <a:off x="4413953" y="3012789"/>
                <a:ext cx="49065" cy="14229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444" extrusionOk="0">
                    <a:moveTo>
                      <a:pt x="688" y="1"/>
                    </a:moveTo>
                    <a:cubicBezTo>
                      <a:pt x="279" y="1"/>
                      <a:pt x="84" y="278"/>
                      <a:pt x="1" y="444"/>
                    </a:cubicBezTo>
                    <a:lnTo>
                      <a:pt x="1530" y="444"/>
                    </a:lnTo>
                    <a:cubicBezTo>
                      <a:pt x="1370" y="215"/>
                      <a:pt x="1119" y="33"/>
                      <a:pt x="823" y="10"/>
                    </a:cubicBezTo>
                    <a:cubicBezTo>
                      <a:pt x="775" y="4"/>
                      <a:pt x="730" y="1"/>
                      <a:pt x="68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41"/>
              <p:cNvSpPr/>
              <p:nvPr/>
            </p:nvSpPr>
            <p:spPr>
              <a:xfrm>
                <a:off x="4433726" y="3053010"/>
                <a:ext cx="28554" cy="7243"/>
              </a:xfrm>
              <a:custGeom>
                <a:avLst/>
                <a:gdLst/>
                <a:ahLst/>
                <a:cxnLst/>
                <a:rect l="l" t="t" r="r" b="b"/>
                <a:pathLst>
                  <a:path w="891" h="226" extrusionOk="0">
                    <a:moveTo>
                      <a:pt x="693" y="1"/>
                    </a:moveTo>
                    <a:cubicBezTo>
                      <a:pt x="498" y="1"/>
                      <a:pt x="200" y="27"/>
                      <a:pt x="0" y="170"/>
                    </a:cubicBezTo>
                    <a:cubicBezTo>
                      <a:pt x="104" y="207"/>
                      <a:pt x="206" y="225"/>
                      <a:pt x="305" y="225"/>
                    </a:cubicBezTo>
                    <a:cubicBezTo>
                      <a:pt x="511" y="225"/>
                      <a:pt x="706" y="149"/>
                      <a:pt x="890" y="10"/>
                    </a:cubicBezTo>
                    <a:cubicBezTo>
                      <a:pt x="890" y="10"/>
                      <a:pt x="810" y="1"/>
                      <a:pt x="693" y="1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7" name="Google Shape;1417;p41"/>
            <p:cNvGrpSpPr/>
            <p:nvPr/>
          </p:nvGrpSpPr>
          <p:grpSpPr>
            <a:xfrm>
              <a:off x="4089176" y="3335575"/>
              <a:ext cx="671555" cy="423540"/>
              <a:chOff x="4089172" y="3430799"/>
              <a:chExt cx="671555" cy="423540"/>
            </a:xfrm>
          </p:grpSpPr>
          <p:sp>
            <p:nvSpPr>
              <p:cNvPr id="1418" name="Google Shape;1418;p41"/>
              <p:cNvSpPr/>
              <p:nvPr/>
            </p:nvSpPr>
            <p:spPr>
              <a:xfrm>
                <a:off x="4089909" y="3430799"/>
                <a:ext cx="670818" cy="423540"/>
              </a:xfrm>
              <a:custGeom>
                <a:avLst/>
                <a:gdLst/>
                <a:ahLst/>
                <a:cxnLst/>
                <a:rect l="l" t="t" r="r" b="b"/>
                <a:pathLst>
                  <a:path w="20932" h="13216" extrusionOk="0">
                    <a:moveTo>
                      <a:pt x="571" y="0"/>
                    </a:moveTo>
                    <a:cubicBezTo>
                      <a:pt x="274" y="0"/>
                      <a:pt x="0" y="251"/>
                      <a:pt x="0" y="594"/>
                    </a:cubicBezTo>
                    <a:lnTo>
                      <a:pt x="457" y="12851"/>
                    </a:lnTo>
                    <a:cubicBezTo>
                      <a:pt x="457" y="13033"/>
                      <a:pt x="639" y="13216"/>
                      <a:pt x="868" y="13216"/>
                    </a:cubicBezTo>
                    <a:lnTo>
                      <a:pt x="20064" y="13216"/>
                    </a:lnTo>
                    <a:cubicBezTo>
                      <a:pt x="20269" y="13216"/>
                      <a:pt x="20475" y="13033"/>
                      <a:pt x="20475" y="12851"/>
                    </a:cubicBezTo>
                    <a:lnTo>
                      <a:pt x="20931" y="594"/>
                    </a:lnTo>
                    <a:cubicBezTo>
                      <a:pt x="20931" y="297"/>
                      <a:pt x="20657" y="0"/>
                      <a:pt x="2036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41"/>
              <p:cNvSpPr/>
              <p:nvPr/>
            </p:nvSpPr>
            <p:spPr>
              <a:xfrm>
                <a:off x="4212784" y="3440285"/>
                <a:ext cx="460170" cy="414054"/>
              </a:xfrm>
              <a:custGeom>
                <a:avLst/>
                <a:gdLst/>
                <a:ahLst/>
                <a:cxnLst/>
                <a:rect l="l" t="t" r="r" b="b"/>
                <a:pathLst>
                  <a:path w="14359" h="12920" extrusionOk="0">
                    <a:moveTo>
                      <a:pt x="3585" y="1"/>
                    </a:moveTo>
                    <a:cubicBezTo>
                      <a:pt x="3425" y="1"/>
                      <a:pt x="3219" y="252"/>
                      <a:pt x="3128" y="572"/>
                    </a:cubicBezTo>
                    <a:lnTo>
                      <a:pt x="47" y="12555"/>
                    </a:lnTo>
                    <a:cubicBezTo>
                      <a:pt x="1" y="12737"/>
                      <a:pt x="47" y="12920"/>
                      <a:pt x="161" y="12920"/>
                    </a:cubicBezTo>
                    <a:lnTo>
                      <a:pt x="10364" y="12920"/>
                    </a:lnTo>
                    <a:cubicBezTo>
                      <a:pt x="10478" y="12920"/>
                      <a:pt x="10615" y="12737"/>
                      <a:pt x="10660" y="12555"/>
                    </a:cubicBezTo>
                    <a:lnTo>
                      <a:pt x="14244" y="572"/>
                    </a:lnTo>
                    <a:cubicBezTo>
                      <a:pt x="14358" y="252"/>
                      <a:pt x="14290" y="1"/>
                      <a:pt x="14130" y="1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41"/>
              <p:cNvSpPr/>
              <p:nvPr/>
            </p:nvSpPr>
            <p:spPr>
              <a:xfrm>
                <a:off x="4089172" y="3430799"/>
                <a:ext cx="670081" cy="36598"/>
              </a:xfrm>
              <a:custGeom>
                <a:avLst/>
                <a:gdLst/>
                <a:ahLst/>
                <a:cxnLst/>
                <a:rect l="l" t="t" r="r" b="b"/>
                <a:pathLst>
                  <a:path w="20909" h="1142" extrusionOk="0">
                    <a:moveTo>
                      <a:pt x="571" y="0"/>
                    </a:moveTo>
                    <a:cubicBezTo>
                      <a:pt x="252" y="0"/>
                      <a:pt x="0" y="251"/>
                      <a:pt x="0" y="594"/>
                    </a:cubicBezTo>
                    <a:lnTo>
                      <a:pt x="23" y="1141"/>
                    </a:lnTo>
                    <a:cubicBezTo>
                      <a:pt x="92" y="913"/>
                      <a:pt x="320" y="708"/>
                      <a:pt x="571" y="708"/>
                    </a:cubicBezTo>
                    <a:lnTo>
                      <a:pt x="20338" y="708"/>
                    </a:lnTo>
                    <a:cubicBezTo>
                      <a:pt x="20612" y="708"/>
                      <a:pt x="20840" y="890"/>
                      <a:pt x="20886" y="1141"/>
                    </a:cubicBezTo>
                    <a:lnTo>
                      <a:pt x="20908" y="594"/>
                    </a:lnTo>
                    <a:cubicBezTo>
                      <a:pt x="20908" y="297"/>
                      <a:pt x="20657" y="0"/>
                      <a:pt x="2033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41"/>
              <p:cNvSpPr/>
              <p:nvPr/>
            </p:nvSpPr>
            <p:spPr>
              <a:xfrm>
                <a:off x="4371552" y="3609277"/>
                <a:ext cx="106077" cy="89284"/>
              </a:xfrm>
              <a:custGeom>
                <a:avLst/>
                <a:gdLst/>
                <a:ahLst/>
                <a:cxnLst/>
                <a:rect l="l" t="t" r="r" b="b"/>
                <a:pathLst>
                  <a:path w="3310" h="2786" extrusionOk="0">
                    <a:moveTo>
                      <a:pt x="1666" y="0"/>
                    </a:moveTo>
                    <a:cubicBezTo>
                      <a:pt x="753" y="0"/>
                      <a:pt x="0" y="617"/>
                      <a:pt x="0" y="1393"/>
                    </a:cubicBezTo>
                    <a:cubicBezTo>
                      <a:pt x="0" y="2169"/>
                      <a:pt x="753" y="2785"/>
                      <a:pt x="1666" y="2785"/>
                    </a:cubicBezTo>
                    <a:cubicBezTo>
                      <a:pt x="2579" y="2785"/>
                      <a:pt x="3310" y="2169"/>
                      <a:pt x="3310" y="1393"/>
                    </a:cubicBezTo>
                    <a:cubicBezTo>
                      <a:pt x="3310" y="617"/>
                      <a:pt x="2579" y="0"/>
                      <a:pt x="166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41"/>
              <p:cNvSpPr/>
              <p:nvPr/>
            </p:nvSpPr>
            <p:spPr>
              <a:xfrm>
                <a:off x="4378859" y="3610751"/>
                <a:ext cx="91464" cy="79029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466" extrusionOk="0">
                    <a:moveTo>
                      <a:pt x="1438" y="0"/>
                    </a:moveTo>
                    <a:cubicBezTo>
                      <a:pt x="639" y="0"/>
                      <a:pt x="0" y="548"/>
                      <a:pt x="0" y="1233"/>
                    </a:cubicBezTo>
                    <a:cubicBezTo>
                      <a:pt x="0" y="1917"/>
                      <a:pt x="639" y="2465"/>
                      <a:pt x="1438" y="2465"/>
                    </a:cubicBezTo>
                    <a:cubicBezTo>
                      <a:pt x="2237" y="2465"/>
                      <a:pt x="2853" y="1917"/>
                      <a:pt x="2853" y="1233"/>
                    </a:cubicBezTo>
                    <a:cubicBezTo>
                      <a:pt x="2853" y="548"/>
                      <a:pt x="2237" y="0"/>
                      <a:pt x="14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23" name="Google Shape;1423;p41"/>
            <p:cNvSpPr/>
            <p:nvPr/>
          </p:nvSpPr>
          <p:spPr>
            <a:xfrm>
              <a:off x="3677775" y="4967056"/>
              <a:ext cx="1568960" cy="40192"/>
            </a:xfrm>
            <a:custGeom>
              <a:avLst/>
              <a:gdLst/>
              <a:ahLst/>
              <a:cxnLst/>
              <a:rect l="l" t="t" r="r" b="b"/>
              <a:pathLst>
                <a:path w="49030" h="1256" extrusionOk="0">
                  <a:moveTo>
                    <a:pt x="24515" y="1"/>
                  </a:moveTo>
                  <a:cubicBezTo>
                    <a:pt x="10957" y="1"/>
                    <a:pt x="0" y="275"/>
                    <a:pt x="0" y="617"/>
                  </a:cubicBezTo>
                  <a:cubicBezTo>
                    <a:pt x="0" y="959"/>
                    <a:pt x="11002" y="1256"/>
                    <a:pt x="24515" y="1256"/>
                  </a:cubicBezTo>
                  <a:cubicBezTo>
                    <a:pt x="38073" y="1256"/>
                    <a:pt x="49029" y="959"/>
                    <a:pt x="49029" y="617"/>
                  </a:cubicBezTo>
                  <a:cubicBezTo>
                    <a:pt x="49029" y="275"/>
                    <a:pt x="38027" y="1"/>
                    <a:pt x="2451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24" name="Google Shape;1424;p41"/>
            <p:cNvGrpSpPr/>
            <p:nvPr/>
          </p:nvGrpSpPr>
          <p:grpSpPr>
            <a:xfrm>
              <a:off x="3898267" y="3740829"/>
              <a:ext cx="1127976" cy="1247263"/>
              <a:chOff x="3898267" y="3740829"/>
              <a:chExt cx="1127976" cy="1247263"/>
            </a:xfrm>
          </p:grpSpPr>
          <p:sp>
            <p:nvSpPr>
              <p:cNvPr id="1425" name="Google Shape;1425;p41"/>
              <p:cNvSpPr/>
              <p:nvPr/>
            </p:nvSpPr>
            <p:spPr>
              <a:xfrm>
                <a:off x="3941404" y="3770089"/>
                <a:ext cx="1042409" cy="1192359"/>
              </a:xfrm>
              <a:custGeom>
                <a:avLst/>
                <a:gdLst/>
                <a:ahLst/>
                <a:cxnLst/>
                <a:rect l="l" t="t" r="r" b="b"/>
                <a:pathLst>
                  <a:path w="32527" h="37206" extrusionOk="0">
                    <a:moveTo>
                      <a:pt x="1" y="0"/>
                    </a:moveTo>
                    <a:lnTo>
                      <a:pt x="1" y="37205"/>
                    </a:lnTo>
                    <a:lnTo>
                      <a:pt x="32527" y="37205"/>
                    </a:lnTo>
                    <a:lnTo>
                      <a:pt x="3252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41"/>
              <p:cNvSpPr/>
              <p:nvPr/>
            </p:nvSpPr>
            <p:spPr>
              <a:xfrm>
                <a:off x="3967748" y="3770089"/>
                <a:ext cx="988281" cy="1192359"/>
              </a:xfrm>
              <a:custGeom>
                <a:avLst/>
                <a:gdLst/>
                <a:ahLst/>
                <a:cxnLst/>
                <a:rect l="l" t="t" r="r" b="b"/>
                <a:pathLst>
                  <a:path w="30838" h="37206" extrusionOk="0">
                    <a:moveTo>
                      <a:pt x="0" y="0"/>
                    </a:moveTo>
                    <a:lnTo>
                      <a:pt x="0" y="37205"/>
                    </a:lnTo>
                    <a:lnTo>
                      <a:pt x="30837" y="37205"/>
                    </a:lnTo>
                    <a:lnTo>
                      <a:pt x="3083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41"/>
              <p:cNvSpPr/>
              <p:nvPr/>
            </p:nvSpPr>
            <p:spPr>
              <a:xfrm>
                <a:off x="4057004" y="3770089"/>
                <a:ext cx="810513" cy="1191622"/>
              </a:xfrm>
              <a:custGeom>
                <a:avLst/>
                <a:gdLst/>
                <a:ahLst/>
                <a:cxnLst/>
                <a:rect l="l" t="t" r="r" b="b"/>
                <a:pathLst>
                  <a:path w="25291" h="37183" extrusionOk="0">
                    <a:moveTo>
                      <a:pt x="5866" y="0"/>
                    </a:moveTo>
                    <a:lnTo>
                      <a:pt x="0" y="37183"/>
                    </a:lnTo>
                    <a:lnTo>
                      <a:pt x="19447" y="37183"/>
                    </a:lnTo>
                    <a:lnTo>
                      <a:pt x="25291" y="0"/>
                    </a:ln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41"/>
              <p:cNvSpPr/>
              <p:nvPr/>
            </p:nvSpPr>
            <p:spPr>
              <a:xfrm>
                <a:off x="3967748" y="3770089"/>
                <a:ext cx="988281" cy="90726"/>
              </a:xfrm>
              <a:custGeom>
                <a:avLst/>
                <a:gdLst/>
                <a:ahLst/>
                <a:cxnLst/>
                <a:rect l="l" t="t" r="r" b="b"/>
                <a:pathLst>
                  <a:path w="30838" h="2831" extrusionOk="0">
                    <a:moveTo>
                      <a:pt x="0" y="0"/>
                    </a:moveTo>
                    <a:lnTo>
                      <a:pt x="0" y="2831"/>
                    </a:lnTo>
                    <a:lnTo>
                      <a:pt x="30837" y="2831"/>
                    </a:lnTo>
                    <a:lnTo>
                      <a:pt x="30837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41"/>
              <p:cNvSpPr/>
              <p:nvPr/>
            </p:nvSpPr>
            <p:spPr>
              <a:xfrm>
                <a:off x="3919451" y="3740829"/>
                <a:ext cx="1086314" cy="56340"/>
              </a:xfrm>
              <a:custGeom>
                <a:avLst/>
                <a:gdLst/>
                <a:ahLst/>
                <a:cxnLst/>
                <a:rect l="l" t="t" r="r" b="b"/>
                <a:pathLst>
                  <a:path w="33897" h="1758" extrusionOk="0">
                    <a:moveTo>
                      <a:pt x="594" y="0"/>
                    </a:moveTo>
                    <a:cubicBezTo>
                      <a:pt x="252" y="0"/>
                      <a:pt x="1" y="251"/>
                      <a:pt x="1" y="548"/>
                    </a:cubicBezTo>
                    <a:lnTo>
                      <a:pt x="1" y="1210"/>
                    </a:lnTo>
                    <a:cubicBezTo>
                      <a:pt x="1" y="1530"/>
                      <a:pt x="252" y="1758"/>
                      <a:pt x="594" y="1758"/>
                    </a:cubicBezTo>
                    <a:lnTo>
                      <a:pt x="33280" y="1758"/>
                    </a:lnTo>
                    <a:cubicBezTo>
                      <a:pt x="33623" y="1758"/>
                      <a:pt x="33897" y="1507"/>
                      <a:pt x="33897" y="1210"/>
                    </a:cubicBezTo>
                    <a:lnTo>
                      <a:pt x="33897" y="548"/>
                    </a:lnTo>
                    <a:cubicBezTo>
                      <a:pt x="33897" y="229"/>
                      <a:pt x="33600" y="0"/>
                      <a:pt x="332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41"/>
              <p:cNvSpPr/>
              <p:nvPr/>
            </p:nvSpPr>
            <p:spPr>
              <a:xfrm>
                <a:off x="3898267" y="4905410"/>
                <a:ext cx="1127976" cy="82683"/>
              </a:xfrm>
              <a:custGeom>
                <a:avLst/>
                <a:gdLst/>
                <a:ahLst/>
                <a:cxnLst/>
                <a:rect l="l" t="t" r="r" b="b"/>
                <a:pathLst>
                  <a:path w="35197" h="2580" extrusionOk="0">
                    <a:moveTo>
                      <a:pt x="1301" y="0"/>
                    </a:moveTo>
                    <a:cubicBezTo>
                      <a:pt x="594" y="0"/>
                      <a:pt x="0" y="616"/>
                      <a:pt x="0" y="1324"/>
                    </a:cubicBezTo>
                    <a:lnTo>
                      <a:pt x="0" y="2579"/>
                    </a:lnTo>
                    <a:lnTo>
                      <a:pt x="35197" y="2579"/>
                    </a:lnTo>
                    <a:lnTo>
                      <a:pt x="35197" y="1324"/>
                    </a:lnTo>
                    <a:cubicBezTo>
                      <a:pt x="35197" y="616"/>
                      <a:pt x="34603" y="0"/>
                      <a:pt x="338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41"/>
              <p:cNvSpPr/>
              <p:nvPr/>
            </p:nvSpPr>
            <p:spPr>
              <a:xfrm>
                <a:off x="4315219" y="3740829"/>
                <a:ext cx="295542" cy="56340"/>
              </a:xfrm>
              <a:custGeom>
                <a:avLst/>
                <a:gdLst/>
                <a:ahLst/>
                <a:cxnLst/>
                <a:rect l="l" t="t" r="r" b="b"/>
                <a:pathLst>
                  <a:path w="9222" h="1758" extrusionOk="0">
                    <a:moveTo>
                      <a:pt x="685" y="0"/>
                    </a:moveTo>
                    <a:cubicBezTo>
                      <a:pt x="594" y="0"/>
                      <a:pt x="457" y="251"/>
                      <a:pt x="343" y="548"/>
                    </a:cubicBezTo>
                    <a:lnTo>
                      <a:pt x="115" y="1210"/>
                    </a:lnTo>
                    <a:cubicBezTo>
                      <a:pt x="0" y="1530"/>
                      <a:pt x="0" y="1758"/>
                      <a:pt x="69" y="1758"/>
                    </a:cubicBezTo>
                    <a:lnTo>
                      <a:pt x="8514" y="1758"/>
                    </a:lnTo>
                    <a:cubicBezTo>
                      <a:pt x="8606" y="1758"/>
                      <a:pt x="8765" y="1507"/>
                      <a:pt x="8857" y="1210"/>
                    </a:cubicBezTo>
                    <a:lnTo>
                      <a:pt x="9085" y="548"/>
                    </a:lnTo>
                    <a:cubicBezTo>
                      <a:pt x="9176" y="229"/>
                      <a:pt x="9222" y="0"/>
                      <a:pt x="9131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41"/>
              <p:cNvSpPr/>
              <p:nvPr/>
            </p:nvSpPr>
            <p:spPr>
              <a:xfrm>
                <a:off x="4130876" y="4905410"/>
                <a:ext cx="656173" cy="82683"/>
              </a:xfrm>
              <a:custGeom>
                <a:avLst/>
                <a:gdLst/>
                <a:ahLst/>
                <a:cxnLst/>
                <a:rect l="l" t="t" r="r" b="b"/>
                <a:pathLst>
                  <a:path w="20475" h="2580" extrusionOk="0">
                    <a:moveTo>
                      <a:pt x="2260" y="0"/>
                    </a:moveTo>
                    <a:cubicBezTo>
                      <a:pt x="1735" y="0"/>
                      <a:pt x="1073" y="434"/>
                      <a:pt x="822" y="981"/>
                    </a:cubicBezTo>
                    <a:lnTo>
                      <a:pt x="1" y="2579"/>
                    </a:lnTo>
                    <a:lnTo>
                      <a:pt x="19448" y="2579"/>
                    </a:lnTo>
                    <a:lnTo>
                      <a:pt x="20247" y="981"/>
                    </a:lnTo>
                    <a:cubicBezTo>
                      <a:pt x="20475" y="434"/>
                      <a:pt x="20269" y="0"/>
                      <a:pt x="19722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3" name="Google Shape;1433;p41"/>
          <p:cNvGrpSpPr/>
          <p:nvPr/>
        </p:nvGrpSpPr>
        <p:grpSpPr>
          <a:xfrm>
            <a:off x="6069725" y="2652173"/>
            <a:ext cx="2892448" cy="2418356"/>
            <a:chOff x="6069725" y="2652173"/>
            <a:chExt cx="2892448" cy="2418356"/>
          </a:xfrm>
        </p:grpSpPr>
        <p:sp>
          <p:nvSpPr>
            <p:cNvPr id="1434" name="Google Shape;1434;p41"/>
            <p:cNvSpPr/>
            <p:nvPr/>
          </p:nvSpPr>
          <p:spPr>
            <a:xfrm>
              <a:off x="6069725" y="5028097"/>
              <a:ext cx="2892448" cy="42432"/>
            </a:xfrm>
            <a:custGeom>
              <a:avLst/>
              <a:gdLst/>
              <a:ahLst/>
              <a:cxnLst/>
              <a:rect l="l" t="t" r="r" b="b"/>
              <a:pathLst>
                <a:path w="90389" h="1326" extrusionOk="0">
                  <a:moveTo>
                    <a:pt x="45195" y="1"/>
                  </a:moveTo>
                  <a:cubicBezTo>
                    <a:pt x="20247" y="1"/>
                    <a:pt x="1" y="298"/>
                    <a:pt x="1" y="663"/>
                  </a:cubicBezTo>
                  <a:cubicBezTo>
                    <a:pt x="1" y="1028"/>
                    <a:pt x="20247" y="1325"/>
                    <a:pt x="45195" y="1325"/>
                  </a:cubicBezTo>
                  <a:cubicBezTo>
                    <a:pt x="46040" y="1326"/>
                    <a:pt x="46879" y="1326"/>
                    <a:pt x="47712" y="1326"/>
                  </a:cubicBezTo>
                  <a:cubicBezTo>
                    <a:pt x="71511" y="1326"/>
                    <a:pt x="90389" y="1016"/>
                    <a:pt x="90389" y="663"/>
                  </a:cubicBezTo>
                  <a:cubicBezTo>
                    <a:pt x="90389" y="298"/>
                    <a:pt x="70166" y="1"/>
                    <a:pt x="4519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5" name="Google Shape;1435;p41"/>
            <p:cNvGrpSpPr/>
            <p:nvPr/>
          </p:nvGrpSpPr>
          <p:grpSpPr>
            <a:xfrm>
              <a:off x="6672162" y="2652173"/>
              <a:ext cx="1152162" cy="1182616"/>
              <a:chOff x="6672162" y="2652173"/>
              <a:chExt cx="1152162" cy="1182616"/>
            </a:xfrm>
          </p:grpSpPr>
          <p:sp>
            <p:nvSpPr>
              <p:cNvPr id="1436" name="Google Shape;1436;p41"/>
              <p:cNvSpPr/>
              <p:nvPr/>
            </p:nvSpPr>
            <p:spPr>
              <a:xfrm>
                <a:off x="7533884" y="3111557"/>
                <a:ext cx="286793" cy="705622"/>
              </a:xfrm>
              <a:custGeom>
                <a:avLst/>
                <a:gdLst/>
                <a:ahLst/>
                <a:cxnLst/>
                <a:rect l="l" t="t" r="r" b="b"/>
                <a:pathLst>
                  <a:path w="8949" h="22018" extrusionOk="0">
                    <a:moveTo>
                      <a:pt x="1827" y="1"/>
                    </a:moveTo>
                    <a:lnTo>
                      <a:pt x="1" y="9199"/>
                    </a:lnTo>
                    <a:cubicBezTo>
                      <a:pt x="1" y="9199"/>
                      <a:pt x="594" y="21730"/>
                      <a:pt x="1690" y="21981"/>
                    </a:cubicBezTo>
                    <a:cubicBezTo>
                      <a:pt x="1803" y="22005"/>
                      <a:pt x="1972" y="22017"/>
                      <a:pt x="2184" y="22017"/>
                    </a:cubicBezTo>
                    <a:cubicBezTo>
                      <a:pt x="3994" y="22017"/>
                      <a:pt x="8948" y="21155"/>
                      <a:pt x="8948" y="19562"/>
                    </a:cubicBezTo>
                    <a:cubicBezTo>
                      <a:pt x="8948" y="14632"/>
                      <a:pt x="5410" y="2671"/>
                      <a:pt x="18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41"/>
              <p:cNvSpPr/>
              <p:nvPr/>
            </p:nvSpPr>
            <p:spPr>
              <a:xfrm>
                <a:off x="7533884" y="3111557"/>
                <a:ext cx="286793" cy="705622"/>
              </a:xfrm>
              <a:custGeom>
                <a:avLst/>
                <a:gdLst/>
                <a:ahLst/>
                <a:cxnLst/>
                <a:rect l="l" t="t" r="r" b="b"/>
                <a:pathLst>
                  <a:path w="8949" h="22018" extrusionOk="0">
                    <a:moveTo>
                      <a:pt x="1827" y="1"/>
                    </a:moveTo>
                    <a:lnTo>
                      <a:pt x="1" y="9199"/>
                    </a:lnTo>
                    <a:cubicBezTo>
                      <a:pt x="1" y="9199"/>
                      <a:pt x="594" y="21730"/>
                      <a:pt x="1690" y="21981"/>
                    </a:cubicBezTo>
                    <a:cubicBezTo>
                      <a:pt x="1803" y="22005"/>
                      <a:pt x="1972" y="22017"/>
                      <a:pt x="2184" y="22017"/>
                    </a:cubicBezTo>
                    <a:cubicBezTo>
                      <a:pt x="3994" y="22017"/>
                      <a:pt x="8948" y="21155"/>
                      <a:pt x="8948" y="19562"/>
                    </a:cubicBezTo>
                    <a:cubicBezTo>
                      <a:pt x="8948" y="14632"/>
                      <a:pt x="5410" y="2671"/>
                      <a:pt x="1827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41"/>
              <p:cNvSpPr/>
              <p:nvPr/>
            </p:nvSpPr>
            <p:spPr>
              <a:xfrm>
                <a:off x="7548530" y="3111557"/>
                <a:ext cx="274327" cy="705622"/>
              </a:xfrm>
              <a:custGeom>
                <a:avLst/>
                <a:gdLst/>
                <a:ahLst/>
                <a:cxnLst/>
                <a:rect l="l" t="t" r="r" b="b"/>
                <a:pathLst>
                  <a:path w="8560" h="22018" extrusionOk="0">
                    <a:moveTo>
                      <a:pt x="1370" y="1"/>
                    </a:moveTo>
                    <a:lnTo>
                      <a:pt x="480" y="2511"/>
                    </a:lnTo>
                    <a:cubicBezTo>
                      <a:pt x="2077" y="2557"/>
                      <a:pt x="4337" y="6346"/>
                      <a:pt x="5136" y="11002"/>
                    </a:cubicBezTo>
                    <a:cubicBezTo>
                      <a:pt x="5981" y="15864"/>
                      <a:pt x="5341" y="20041"/>
                      <a:pt x="3698" y="20338"/>
                    </a:cubicBezTo>
                    <a:cubicBezTo>
                      <a:pt x="3635" y="20349"/>
                      <a:pt x="3572" y="20355"/>
                      <a:pt x="3508" y="20355"/>
                    </a:cubicBezTo>
                    <a:cubicBezTo>
                      <a:pt x="2297" y="20355"/>
                      <a:pt x="933" y="18331"/>
                      <a:pt x="0" y="15339"/>
                    </a:cubicBezTo>
                    <a:lnTo>
                      <a:pt x="0" y="15339"/>
                    </a:lnTo>
                    <a:cubicBezTo>
                      <a:pt x="274" y="18557"/>
                      <a:pt x="708" y="21844"/>
                      <a:pt x="1279" y="21981"/>
                    </a:cubicBezTo>
                    <a:cubicBezTo>
                      <a:pt x="1391" y="22005"/>
                      <a:pt x="1561" y="22017"/>
                      <a:pt x="1774" y="22017"/>
                    </a:cubicBezTo>
                    <a:cubicBezTo>
                      <a:pt x="3588" y="22017"/>
                      <a:pt x="8560" y="21155"/>
                      <a:pt x="8560" y="19562"/>
                    </a:cubicBezTo>
                    <a:cubicBezTo>
                      <a:pt x="8491" y="14632"/>
                      <a:pt x="4953" y="2671"/>
                      <a:pt x="13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41"/>
              <p:cNvSpPr/>
              <p:nvPr/>
            </p:nvSpPr>
            <p:spPr>
              <a:xfrm>
                <a:off x="7548530" y="3111557"/>
                <a:ext cx="274327" cy="705622"/>
              </a:xfrm>
              <a:custGeom>
                <a:avLst/>
                <a:gdLst/>
                <a:ahLst/>
                <a:cxnLst/>
                <a:rect l="l" t="t" r="r" b="b"/>
                <a:pathLst>
                  <a:path w="8560" h="22018" extrusionOk="0">
                    <a:moveTo>
                      <a:pt x="1370" y="1"/>
                    </a:moveTo>
                    <a:lnTo>
                      <a:pt x="480" y="2511"/>
                    </a:lnTo>
                    <a:cubicBezTo>
                      <a:pt x="2077" y="2557"/>
                      <a:pt x="4337" y="6346"/>
                      <a:pt x="5136" y="11002"/>
                    </a:cubicBezTo>
                    <a:cubicBezTo>
                      <a:pt x="5981" y="15864"/>
                      <a:pt x="5341" y="20041"/>
                      <a:pt x="3698" y="20338"/>
                    </a:cubicBezTo>
                    <a:cubicBezTo>
                      <a:pt x="3635" y="20349"/>
                      <a:pt x="3572" y="20355"/>
                      <a:pt x="3508" y="20355"/>
                    </a:cubicBezTo>
                    <a:cubicBezTo>
                      <a:pt x="2297" y="20355"/>
                      <a:pt x="933" y="18331"/>
                      <a:pt x="0" y="15339"/>
                    </a:cubicBezTo>
                    <a:lnTo>
                      <a:pt x="0" y="15339"/>
                    </a:lnTo>
                    <a:cubicBezTo>
                      <a:pt x="274" y="18557"/>
                      <a:pt x="708" y="21844"/>
                      <a:pt x="1279" y="21981"/>
                    </a:cubicBezTo>
                    <a:cubicBezTo>
                      <a:pt x="1391" y="22005"/>
                      <a:pt x="1561" y="22017"/>
                      <a:pt x="1774" y="22017"/>
                    </a:cubicBezTo>
                    <a:cubicBezTo>
                      <a:pt x="3588" y="22017"/>
                      <a:pt x="8560" y="21155"/>
                      <a:pt x="8560" y="19562"/>
                    </a:cubicBezTo>
                    <a:cubicBezTo>
                      <a:pt x="8491" y="14632"/>
                      <a:pt x="4953" y="2671"/>
                      <a:pt x="137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41"/>
              <p:cNvSpPr/>
              <p:nvPr/>
            </p:nvSpPr>
            <p:spPr>
              <a:xfrm>
                <a:off x="6994026" y="2930867"/>
                <a:ext cx="647424" cy="888805"/>
              </a:xfrm>
              <a:custGeom>
                <a:avLst/>
                <a:gdLst/>
                <a:ahLst/>
                <a:cxnLst/>
                <a:rect l="l" t="t" r="r" b="b"/>
                <a:pathLst>
                  <a:path w="20202" h="27734" extrusionOk="0">
                    <a:moveTo>
                      <a:pt x="9747" y="1"/>
                    </a:moveTo>
                    <a:cubicBezTo>
                      <a:pt x="7282" y="1"/>
                      <a:pt x="1142" y="4703"/>
                      <a:pt x="914" y="5753"/>
                    </a:cubicBezTo>
                    <a:cubicBezTo>
                      <a:pt x="412" y="8034"/>
                      <a:pt x="2623" y="16833"/>
                      <a:pt x="6" y="27711"/>
                    </a:cubicBezTo>
                    <a:lnTo>
                      <a:pt x="18649" y="27711"/>
                    </a:lnTo>
                    <a:cubicBezTo>
                      <a:pt x="18649" y="27711"/>
                      <a:pt x="20201" y="7259"/>
                      <a:pt x="18581" y="5684"/>
                    </a:cubicBezTo>
                    <a:cubicBezTo>
                      <a:pt x="16869" y="4064"/>
                      <a:pt x="12189" y="1"/>
                      <a:pt x="9747" y="1"/>
                    </a:cubicBezTo>
                    <a:close/>
                    <a:moveTo>
                      <a:pt x="1" y="27711"/>
                    </a:moveTo>
                    <a:lnTo>
                      <a:pt x="1" y="27733"/>
                    </a:lnTo>
                    <a:cubicBezTo>
                      <a:pt x="3" y="27726"/>
                      <a:pt x="4" y="27718"/>
                      <a:pt x="6" y="277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41"/>
              <p:cNvSpPr/>
              <p:nvPr/>
            </p:nvSpPr>
            <p:spPr>
              <a:xfrm>
                <a:off x="7008672" y="3111557"/>
                <a:ext cx="589610" cy="708122"/>
              </a:xfrm>
              <a:custGeom>
                <a:avLst/>
                <a:gdLst/>
                <a:ahLst/>
                <a:cxnLst/>
                <a:rect l="l" t="t" r="r" b="b"/>
                <a:pathLst>
                  <a:path w="18398" h="22096" extrusionOk="0">
                    <a:moveTo>
                      <a:pt x="525" y="1"/>
                    </a:moveTo>
                    <a:cubicBezTo>
                      <a:pt x="502" y="46"/>
                      <a:pt x="457" y="115"/>
                      <a:pt x="457" y="138"/>
                    </a:cubicBezTo>
                    <a:cubicBezTo>
                      <a:pt x="0" y="2192"/>
                      <a:pt x="1781" y="9587"/>
                      <a:pt x="183" y="19014"/>
                    </a:cubicBezTo>
                    <a:cubicBezTo>
                      <a:pt x="685" y="19105"/>
                      <a:pt x="1210" y="19197"/>
                      <a:pt x="1735" y="19288"/>
                    </a:cubicBezTo>
                    <a:cubicBezTo>
                      <a:pt x="5433" y="19950"/>
                      <a:pt x="8537" y="21045"/>
                      <a:pt x="10203" y="22095"/>
                    </a:cubicBezTo>
                    <a:lnTo>
                      <a:pt x="18146" y="22095"/>
                    </a:lnTo>
                    <a:cubicBezTo>
                      <a:pt x="18146" y="22095"/>
                      <a:pt x="18261" y="20612"/>
                      <a:pt x="18397" y="18398"/>
                    </a:cubicBezTo>
                    <a:cubicBezTo>
                      <a:pt x="14494" y="18398"/>
                      <a:pt x="9633" y="8240"/>
                      <a:pt x="5410" y="2283"/>
                    </a:cubicBezTo>
                    <a:cubicBezTo>
                      <a:pt x="4677" y="1241"/>
                      <a:pt x="3948" y="1003"/>
                      <a:pt x="3276" y="1003"/>
                    </a:cubicBezTo>
                    <a:cubicBezTo>
                      <a:pt x="2711" y="1003"/>
                      <a:pt x="2188" y="1171"/>
                      <a:pt x="1737" y="1171"/>
                    </a:cubicBezTo>
                    <a:cubicBezTo>
                      <a:pt x="1220" y="1171"/>
                      <a:pt x="800" y="950"/>
                      <a:pt x="525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41"/>
              <p:cNvSpPr/>
              <p:nvPr/>
            </p:nvSpPr>
            <p:spPr>
              <a:xfrm>
                <a:off x="7131547" y="2933078"/>
                <a:ext cx="490134" cy="296279"/>
              </a:xfrm>
              <a:custGeom>
                <a:avLst/>
                <a:gdLst/>
                <a:ahLst/>
                <a:cxnLst/>
                <a:rect l="l" t="t" r="r" b="b"/>
                <a:pathLst>
                  <a:path w="15294" h="9245" extrusionOk="0">
                    <a:moveTo>
                      <a:pt x="5456" y="0"/>
                    </a:moveTo>
                    <a:cubicBezTo>
                      <a:pt x="4155" y="0"/>
                      <a:pt x="1918" y="1256"/>
                      <a:pt x="1" y="2625"/>
                    </a:cubicBezTo>
                    <a:cubicBezTo>
                      <a:pt x="1051" y="4474"/>
                      <a:pt x="3470" y="6323"/>
                      <a:pt x="6620" y="7418"/>
                    </a:cubicBezTo>
                    <a:cubicBezTo>
                      <a:pt x="9839" y="8560"/>
                      <a:pt x="13057" y="7738"/>
                      <a:pt x="15294" y="9244"/>
                    </a:cubicBezTo>
                    <a:cubicBezTo>
                      <a:pt x="15157" y="8080"/>
                      <a:pt x="14632" y="5821"/>
                      <a:pt x="14381" y="5570"/>
                    </a:cubicBezTo>
                    <a:cubicBezTo>
                      <a:pt x="12692" y="3926"/>
                      <a:pt x="7898" y="0"/>
                      <a:pt x="54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41"/>
              <p:cNvSpPr/>
              <p:nvPr/>
            </p:nvSpPr>
            <p:spPr>
              <a:xfrm>
                <a:off x="7604135" y="3235905"/>
                <a:ext cx="141201" cy="305060"/>
              </a:xfrm>
              <a:custGeom>
                <a:avLst/>
                <a:gdLst/>
                <a:ahLst/>
                <a:cxnLst/>
                <a:rect l="l" t="t" r="r" b="b"/>
                <a:pathLst>
                  <a:path w="4406" h="9519" extrusionOk="0">
                    <a:moveTo>
                      <a:pt x="0" y="1"/>
                    </a:moveTo>
                    <a:cubicBezTo>
                      <a:pt x="0" y="1"/>
                      <a:pt x="753" y="5411"/>
                      <a:pt x="594" y="8378"/>
                    </a:cubicBezTo>
                    <a:cubicBezTo>
                      <a:pt x="573" y="9018"/>
                      <a:pt x="1094" y="9489"/>
                      <a:pt x="1717" y="9489"/>
                    </a:cubicBezTo>
                    <a:cubicBezTo>
                      <a:pt x="1783" y="9489"/>
                      <a:pt x="1850" y="9484"/>
                      <a:pt x="1917" y="9473"/>
                    </a:cubicBezTo>
                    <a:cubicBezTo>
                      <a:pt x="2301" y="9397"/>
                      <a:pt x="2652" y="9364"/>
                      <a:pt x="2992" y="9364"/>
                    </a:cubicBezTo>
                    <a:cubicBezTo>
                      <a:pt x="3464" y="9364"/>
                      <a:pt x="3915" y="9426"/>
                      <a:pt x="4405" y="9519"/>
                    </a:cubicBezTo>
                    <a:cubicBezTo>
                      <a:pt x="3515" y="6050"/>
                      <a:pt x="1461" y="1873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41"/>
              <p:cNvSpPr/>
              <p:nvPr/>
            </p:nvSpPr>
            <p:spPr>
              <a:xfrm>
                <a:off x="7131547" y="2933078"/>
                <a:ext cx="490134" cy="296279"/>
              </a:xfrm>
              <a:custGeom>
                <a:avLst/>
                <a:gdLst/>
                <a:ahLst/>
                <a:cxnLst/>
                <a:rect l="l" t="t" r="r" b="b"/>
                <a:pathLst>
                  <a:path w="15294" h="9245" extrusionOk="0">
                    <a:moveTo>
                      <a:pt x="5456" y="0"/>
                    </a:moveTo>
                    <a:cubicBezTo>
                      <a:pt x="4155" y="0"/>
                      <a:pt x="1918" y="1256"/>
                      <a:pt x="1" y="2625"/>
                    </a:cubicBezTo>
                    <a:cubicBezTo>
                      <a:pt x="1051" y="4474"/>
                      <a:pt x="3470" y="6323"/>
                      <a:pt x="6620" y="7418"/>
                    </a:cubicBezTo>
                    <a:cubicBezTo>
                      <a:pt x="9839" y="8560"/>
                      <a:pt x="13057" y="7738"/>
                      <a:pt x="15294" y="9244"/>
                    </a:cubicBezTo>
                    <a:cubicBezTo>
                      <a:pt x="15157" y="8080"/>
                      <a:pt x="14632" y="5821"/>
                      <a:pt x="14381" y="5570"/>
                    </a:cubicBezTo>
                    <a:cubicBezTo>
                      <a:pt x="12692" y="3926"/>
                      <a:pt x="7898" y="0"/>
                      <a:pt x="545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41"/>
              <p:cNvSpPr/>
              <p:nvPr/>
            </p:nvSpPr>
            <p:spPr>
              <a:xfrm>
                <a:off x="7362713" y="2870904"/>
                <a:ext cx="92201" cy="46821"/>
              </a:xfrm>
              <a:custGeom>
                <a:avLst/>
                <a:gdLst/>
                <a:ahLst/>
                <a:cxnLst/>
                <a:rect l="l" t="t" r="r" b="b"/>
                <a:pathLst>
                  <a:path w="2877" h="1461" extrusionOk="0">
                    <a:moveTo>
                      <a:pt x="1" y="0"/>
                    </a:moveTo>
                    <a:lnTo>
                      <a:pt x="92" y="160"/>
                    </a:lnTo>
                    <a:lnTo>
                      <a:pt x="2877" y="1461"/>
                    </a:lnTo>
                    <a:lnTo>
                      <a:pt x="2877" y="1461"/>
                    </a:lnTo>
                    <a:lnTo>
                      <a:pt x="2831" y="118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F3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41"/>
              <p:cNvSpPr/>
              <p:nvPr/>
            </p:nvSpPr>
            <p:spPr>
              <a:xfrm>
                <a:off x="7182023" y="2965255"/>
                <a:ext cx="302080" cy="640822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19996" extrusionOk="0">
                    <a:moveTo>
                      <a:pt x="4794" y="1"/>
                    </a:moveTo>
                    <a:cubicBezTo>
                      <a:pt x="3813" y="1"/>
                      <a:pt x="2283" y="708"/>
                      <a:pt x="800" y="1644"/>
                    </a:cubicBezTo>
                    <a:cubicBezTo>
                      <a:pt x="275" y="1963"/>
                      <a:pt x="1" y="2534"/>
                      <a:pt x="24" y="3105"/>
                    </a:cubicBezTo>
                    <a:cubicBezTo>
                      <a:pt x="526" y="12395"/>
                      <a:pt x="5935" y="19973"/>
                      <a:pt x="6666" y="19995"/>
                    </a:cubicBezTo>
                    <a:cubicBezTo>
                      <a:pt x="6667" y="19995"/>
                      <a:pt x="6669" y="19996"/>
                      <a:pt x="6670" y="19996"/>
                    </a:cubicBezTo>
                    <a:cubicBezTo>
                      <a:pt x="7472" y="19996"/>
                      <a:pt x="9426" y="8137"/>
                      <a:pt x="8378" y="2078"/>
                    </a:cubicBezTo>
                    <a:cubicBezTo>
                      <a:pt x="8286" y="1598"/>
                      <a:pt x="8013" y="1187"/>
                      <a:pt x="7579" y="959"/>
                    </a:cubicBezTo>
                    <a:cubicBezTo>
                      <a:pt x="6529" y="389"/>
                      <a:pt x="5547" y="1"/>
                      <a:pt x="4794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41"/>
              <p:cNvSpPr/>
              <p:nvPr/>
            </p:nvSpPr>
            <p:spPr>
              <a:xfrm>
                <a:off x="7160807" y="2950641"/>
                <a:ext cx="302817" cy="640822"/>
              </a:xfrm>
              <a:custGeom>
                <a:avLst/>
                <a:gdLst/>
                <a:ahLst/>
                <a:cxnLst/>
                <a:rect l="l" t="t" r="r" b="b"/>
                <a:pathLst>
                  <a:path w="9449" h="19996" extrusionOk="0">
                    <a:moveTo>
                      <a:pt x="4794" y="0"/>
                    </a:moveTo>
                    <a:cubicBezTo>
                      <a:pt x="3813" y="0"/>
                      <a:pt x="2306" y="730"/>
                      <a:pt x="800" y="1643"/>
                    </a:cubicBezTo>
                    <a:cubicBezTo>
                      <a:pt x="275" y="1963"/>
                      <a:pt x="1" y="2534"/>
                      <a:pt x="24" y="3104"/>
                    </a:cubicBezTo>
                    <a:cubicBezTo>
                      <a:pt x="526" y="12394"/>
                      <a:pt x="5936" y="19972"/>
                      <a:pt x="6666" y="19995"/>
                    </a:cubicBezTo>
                    <a:cubicBezTo>
                      <a:pt x="6667" y="19995"/>
                      <a:pt x="6669" y="19995"/>
                      <a:pt x="6671" y="19995"/>
                    </a:cubicBezTo>
                    <a:cubicBezTo>
                      <a:pt x="7472" y="19995"/>
                      <a:pt x="9449" y="8137"/>
                      <a:pt x="8378" y="2077"/>
                    </a:cubicBezTo>
                    <a:cubicBezTo>
                      <a:pt x="8309" y="1598"/>
                      <a:pt x="8013" y="1187"/>
                      <a:pt x="7579" y="959"/>
                    </a:cubicBezTo>
                    <a:cubicBezTo>
                      <a:pt x="6529" y="388"/>
                      <a:pt x="5547" y="0"/>
                      <a:pt x="47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41"/>
              <p:cNvSpPr/>
              <p:nvPr/>
            </p:nvSpPr>
            <p:spPr>
              <a:xfrm>
                <a:off x="7161544" y="2950641"/>
                <a:ext cx="278749" cy="640822"/>
              </a:xfrm>
              <a:custGeom>
                <a:avLst/>
                <a:gdLst/>
                <a:ahLst/>
                <a:cxnLst/>
                <a:rect l="l" t="t" r="r" b="b"/>
                <a:pathLst>
                  <a:path w="8698" h="19996" extrusionOk="0">
                    <a:moveTo>
                      <a:pt x="4771" y="0"/>
                    </a:moveTo>
                    <a:cubicBezTo>
                      <a:pt x="3835" y="0"/>
                      <a:pt x="2283" y="708"/>
                      <a:pt x="800" y="1643"/>
                    </a:cubicBezTo>
                    <a:cubicBezTo>
                      <a:pt x="297" y="1963"/>
                      <a:pt x="1" y="2534"/>
                      <a:pt x="24" y="3104"/>
                    </a:cubicBezTo>
                    <a:cubicBezTo>
                      <a:pt x="549" y="12394"/>
                      <a:pt x="5935" y="19972"/>
                      <a:pt x="6689" y="19995"/>
                    </a:cubicBezTo>
                    <a:cubicBezTo>
                      <a:pt x="6690" y="19995"/>
                      <a:pt x="6692" y="19995"/>
                      <a:pt x="6694" y="19995"/>
                    </a:cubicBezTo>
                    <a:cubicBezTo>
                      <a:pt x="6992" y="19995"/>
                      <a:pt x="7490" y="18244"/>
                      <a:pt x="7898" y="15704"/>
                    </a:cubicBezTo>
                    <a:cubicBezTo>
                      <a:pt x="7214" y="15476"/>
                      <a:pt x="6574" y="15110"/>
                      <a:pt x="5958" y="14608"/>
                    </a:cubicBezTo>
                    <a:cubicBezTo>
                      <a:pt x="3744" y="12714"/>
                      <a:pt x="3082" y="9861"/>
                      <a:pt x="4475" y="8171"/>
                    </a:cubicBezTo>
                    <a:cubicBezTo>
                      <a:pt x="5138" y="7413"/>
                      <a:pt x="6120" y="7037"/>
                      <a:pt x="7199" y="7037"/>
                    </a:cubicBezTo>
                    <a:cubicBezTo>
                      <a:pt x="7678" y="7037"/>
                      <a:pt x="8176" y="7111"/>
                      <a:pt x="8674" y="7258"/>
                    </a:cubicBezTo>
                    <a:cubicBezTo>
                      <a:pt x="8697" y="5364"/>
                      <a:pt x="8629" y="3561"/>
                      <a:pt x="8355" y="2077"/>
                    </a:cubicBezTo>
                    <a:cubicBezTo>
                      <a:pt x="8286" y="1598"/>
                      <a:pt x="7990" y="1187"/>
                      <a:pt x="7556" y="959"/>
                    </a:cubicBezTo>
                    <a:cubicBezTo>
                      <a:pt x="6506" y="388"/>
                      <a:pt x="5547" y="0"/>
                      <a:pt x="4771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41"/>
              <p:cNvSpPr/>
              <p:nvPr/>
            </p:nvSpPr>
            <p:spPr>
              <a:xfrm>
                <a:off x="7357585" y="3557128"/>
                <a:ext cx="466740" cy="277307"/>
              </a:xfrm>
              <a:custGeom>
                <a:avLst/>
                <a:gdLst/>
                <a:ahLst/>
                <a:cxnLst/>
                <a:rect l="l" t="t" r="r" b="b"/>
                <a:pathLst>
                  <a:path w="14564" h="8653" extrusionOk="0">
                    <a:moveTo>
                      <a:pt x="11217" y="1"/>
                    </a:moveTo>
                    <a:cubicBezTo>
                      <a:pt x="9166" y="1"/>
                      <a:pt x="1735" y="1550"/>
                      <a:pt x="754" y="2030"/>
                    </a:cubicBezTo>
                    <a:cubicBezTo>
                      <a:pt x="1" y="2463"/>
                      <a:pt x="69" y="8352"/>
                      <a:pt x="1416" y="8512"/>
                    </a:cubicBezTo>
                    <a:cubicBezTo>
                      <a:pt x="2068" y="8588"/>
                      <a:pt x="3232" y="8653"/>
                      <a:pt x="4604" y="8653"/>
                    </a:cubicBezTo>
                    <a:cubicBezTo>
                      <a:pt x="8561" y="8653"/>
                      <a:pt x="14251" y="8118"/>
                      <a:pt x="14404" y="5796"/>
                    </a:cubicBezTo>
                    <a:cubicBezTo>
                      <a:pt x="14563" y="2691"/>
                      <a:pt x="12623" y="386"/>
                      <a:pt x="11642" y="44"/>
                    </a:cubicBezTo>
                    <a:cubicBezTo>
                      <a:pt x="11554" y="14"/>
                      <a:pt x="11409" y="1"/>
                      <a:pt x="112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41"/>
              <p:cNvSpPr/>
              <p:nvPr/>
            </p:nvSpPr>
            <p:spPr>
              <a:xfrm>
                <a:off x="7366366" y="3592157"/>
                <a:ext cx="455747" cy="242632"/>
              </a:xfrm>
              <a:custGeom>
                <a:avLst/>
                <a:gdLst/>
                <a:ahLst/>
                <a:cxnLst/>
                <a:rect l="l" t="t" r="r" b="b"/>
                <a:pathLst>
                  <a:path w="14221" h="7571" extrusionOk="0">
                    <a:moveTo>
                      <a:pt x="12623" y="1"/>
                    </a:moveTo>
                    <a:lnTo>
                      <a:pt x="12623" y="1"/>
                    </a:lnTo>
                    <a:cubicBezTo>
                      <a:pt x="12646" y="366"/>
                      <a:pt x="12669" y="754"/>
                      <a:pt x="12646" y="1119"/>
                    </a:cubicBezTo>
                    <a:cubicBezTo>
                      <a:pt x="12504" y="3437"/>
                      <a:pt x="6765" y="3958"/>
                      <a:pt x="2810" y="3958"/>
                    </a:cubicBezTo>
                    <a:cubicBezTo>
                      <a:pt x="1664" y="3958"/>
                      <a:pt x="667" y="3915"/>
                      <a:pt x="1" y="3858"/>
                    </a:cubicBezTo>
                    <a:lnTo>
                      <a:pt x="1" y="3858"/>
                    </a:lnTo>
                    <a:cubicBezTo>
                      <a:pt x="69" y="5547"/>
                      <a:pt x="412" y="7328"/>
                      <a:pt x="1142" y="7419"/>
                    </a:cubicBezTo>
                    <a:cubicBezTo>
                      <a:pt x="1815" y="7502"/>
                      <a:pt x="3007" y="7570"/>
                      <a:pt x="4405" y="7570"/>
                    </a:cubicBezTo>
                    <a:cubicBezTo>
                      <a:pt x="8363" y="7570"/>
                      <a:pt x="13972" y="7026"/>
                      <a:pt x="14107" y="4748"/>
                    </a:cubicBezTo>
                    <a:cubicBezTo>
                      <a:pt x="14221" y="2717"/>
                      <a:pt x="13445" y="1028"/>
                      <a:pt x="12623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41"/>
              <p:cNvSpPr/>
              <p:nvPr/>
            </p:nvSpPr>
            <p:spPr>
              <a:xfrm>
                <a:off x="7328325" y="3643210"/>
                <a:ext cx="122197" cy="185331"/>
              </a:xfrm>
              <a:custGeom>
                <a:avLst/>
                <a:gdLst/>
                <a:ahLst/>
                <a:cxnLst/>
                <a:rect l="l" t="t" r="r" b="b"/>
                <a:pathLst>
                  <a:path w="3813" h="5783" extrusionOk="0">
                    <a:moveTo>
                      <a:pt x="1707" y="1"/>
                    </a:moveTo>
                    <a:cubicBezTo>
                      <a:pt x="1657" y="1"/>
                      <a:pt x="1606" y="2"/>
                      <a:pt x="1553" y="5"/>
                    </a:cubicBezTo>
                    <a:cubicBezTo>
                      <a:pt x="47" y="97"/>
                      <a:pt x="1" y="1398"/>
                      <a:pt x="115" y="2996"/>
                    </a:cubicBezTo>
                    <a:cubicBezTo>
                      <a:pt x="182" y="4552"/>
                      <a:pt x="725" y="5783"/>
                      <a:pt x="2166" y="5783"/>
                    </a:cubicBezTo>
                    <a:cubicBezTo>
                      <a:pt x="2204" y="5783"/>
                      <a:pt x="2244" y="5782"/>
                      <a:pt x="2283" y="5780"/>
                    </a:cubicBezTo>
                    <a:cubicBezTo>
                      <a:pt x="3790" y="5689"/>
                      <a:pt x="3813" y="4365"/>
                      <a:pt x="3721" y="2767"/>
                    </a:cubicBezTo>
                    <a:cubicBezTo>
                      <a:pt x="3655" y="1224"/>
                      <a:pt x="3121" y="1"/>
                      <a:pt x="17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41"/>
              <p:cNvSpPr/>
              <p:nvPr/>
            </p:nvSpPr>
            <p:spPr>
              <a:xfrm>
                <a:off x="7326883" y="3660837"/>
                <a:ext cx="78260" cy="165461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5163" extrusionOk="0">
                    <a:moveTo>
                      <a:pt x="819" y="0"/>
                    </a:moveTo>
                    <a:cubicBezTo>
                      <a:pt x="0" y="0"/>
                      <a:pt x="5" y="1161"/>
                      <a:pt x="160" y="2537"/>
                    </a:cubicBezTo>
                    <a:cubicBezTo>
                      <a:pt x="274" y="3975"/>
                      <a:pt x="662" y="5116"/>
                      <a:pt x="1552" y="5162"/>
                    </a:cubicBezTo>
                    <a:cubicBezTo>
                      <a:pt x="1561" y="5162"/>
                      <a:pt x="1570" y="5162"/>
                      <a:pt x="1578" y="5162"/>
                    </a:cubicBezTo>
                    <a:cubicBezTo>
                      <a:pt x="2442" y="5162"/>
                      <a:pt x="2396" y="4029"/>
                      <a:pt x="2283" y="2628"/>
                    </a:cubicBezTo>
                    <a:cubicBezTo>
                      <a:pt x="2169" y="1190"/>
                      <a:pt x="1781" y="49"/>
                      <a:pt x="890" y="3"/>
                    </a:cubicBezTo>
                    <a:cubicBezTo>
                      <a:pt x="866" y="1"/>
                      <a:pt x="842" y="0"/>
                      <a:pt x="819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41"/>
              <p:cNvSpPr/>
              <p:nvPr/>
            </p:nvSpPr>
            <p:spPr>
              <a:xfrm>
                <a:off x="6840417" y="3067682"/>
                <a:ext cx="207764" cy="545384"/>
              </a:xfrm>
              <a:custGeom>
                <a:avLst/>
                <a:gdLst/>
                <a:ahLst/>
                <a:cxnLst/>
                <a:rect l="l" t="t" r="r" b="b"/>
                <a:pathLst>
                  <a:path w="6483" h="17018" extrusionOk="0">
                    <a:moveTo>
                      <a:pt x="6483" y="0"/>
                    </a:moveTo>
                    <a:cubicBezTo>
                      <a:pt x="4702" y="160"/>
                      <a:pt x="3196" y="1438"/>
                      <a:pt x="2260" y="3378"/>
                    </a:cubicBezTo>
                    <a:cubicBezTo>
                      <a:pt x="1028" y="7829"/>
                      <a:pt x="0" y="14859"/>
                      <a:pt x="46" y="16046"/>
                    </a:cubicBezTo>
                    <a:cubicBezTo>
                      <a:pt x="66" y="16806"/>
                      <a:pt x="1152" y="17017"/>
                      <a:pt x="2353" y="17017"/>
                    </a:cubicBezTo>
                    <a:cubicBezTo>
                      <a:pt x="3859" y="17017"/>
                      <a:pt x="5547" y="16685"/>
                      <a:pt x="5547" y="16685"/>
                    </a:cubicBezTo>
                    <a:lnTo>
                      <a:pt x="64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41"/>
              <p:cNvSpPr/>
              <p:nvPr/>
            </p:nvSpPr>
            <p:spPr>
              <a:xfrm>
                <a:off x="7109625" y="2666723"/>
                <a:ext cx="325539" cy="352683"/>
              </a:xfrm>
              <a:custGeom>
                <a:avLst/>
                <a:gdLst/>
                <a:ahLst/>
                <a:cxnLst/>
                <a:rect l="l" t="t" r="r" b="b"/>
                <a:pathLst>
                  <a:path w="10158" h="11005" extrusionOk="0">
                    <a:moveTo>
                      <a:pt x="6034" y="0"/>
                    </a:moveTo>
                    <a:cubicBezTo>
                      <a:pt x="5576" y="0"/>
                      <a:pt x="5103" y="205"/>
                      <a:pt x="4679" y="779"/>
                    </a:cubicBezTo>
                    <a:cubicBezTo>
                      <a:pt x="4679" y="779"/>
                      <a:pt x="4406" y="720"/>
                      <a:pt x="4043" y="720"/>
                    </a:cubicBezTo>
                    <a:cubicBezTo>
                      <a:pt x="3421" y="720"/>
                      <a:pt x="2536" y="893"/>
                      <a:pt x="2306" y="1829"/>
                    </a:cubicBezTo>
                    <a:cubicBezTo>
                      <a:pt x="2306" y="1829"/>
                      <a:pt x="160" y="2263"/>
                      <a:pt x="160" y="3678"/>
                    </a:cubicBezTo>
                    <a:cubicBezTo>
                      <a:pt x="160" y="5116"/>
                      <a:pt x="548" y="5367"/>
                      <a:pt x="548" y="5367"/>
                    </a:cubicBezTo>
                    <a:cubicBezTo>
                      <a:pt x="548" y="5367"/>
                      <a:pt x="0" y="7467"/>
                      <a:pt x="936" y="8768"/>
                    </a:cubicBezTo>
                    <a:cubicBezTo>
                      <a:pt x="1872" y="10046"/>
                      <a:pt x="4109" y="11005"/>
                      <a:pt x="4109" y="11005"/>
                    </a:cubicBezTo>
                    <a:lnTo>
                      <a:pt x="8993" y="4522"/>
                    </a:lnTo>
                    <a:cubicBezTo>
                      <a:pt x="9975" y="4340"/>
                      <a:pt x="10157" y="2514"/>
                      <a:pt x="9678" y="2057"/>
                    </a:cubicBezTo>
                    <a:cubicBezTo>
                      <a:pt x="9176" y="1601"/>
                      <a:pt x="9359" y="802"/>
                      <a:pt x="9359" y="802"/>
                    </a:cubicBezTo>
                    <a:lnTo>
                      <a:pt x="9359" y="802"/>
                    </a:lnTo>
                    <a:cubicBezTo>
                      <a:pt x="9358" y="802"/>
                      <a:pt x="8354" y="893"/>
                      <a:pt x="8240" y="1281"/>
                    </a:cubicBezTo>
                    <a:cubicBezTo>
                      <a:pt x="8240" y="1281"/>
                      <a:pt x="7180" y="0"/>
                      <a:pt x="60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41"/>
              <p:cNvSpPr/>
              <p:nvPr/>
            </p:nvSpPr>
            <p:spPr>
              <a:xfrm>
                <a:off x="7111067" y="2717263"/>
                <a:ext cx="325571" cy="303618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9474" extrusionOk="0">
                    <a:moveTo>
                      <a:pt x="2397" y="1"/>
                    </a:moveTo>
                    <a:lnTo>
                      <a:pt x="2397" y="1"/>
                    </a:lnTo>
                    <a:cubicBezTo>
                      <a:pt x="2264" y="109"/>
                      <a:pt x="2153" y="224"/>
                      <a:pt x="2063" y="344"/>
                    </a:cubicBezTo>
                    <a:lnTo>
                      <a:pt x="2063" y="344"/>
                    </a:lnTo>
                    <a:cubicBezTo>
                      <a:pt x="2225" y="296"/>
                      <a:pt x="2329" y="275"/>
                      <a:pt x="2329" y="275"/>
                    </a:cubicBezTo>
                    <a:cubicBezTo>
                      <a:pt x="2352" y="161"/>
                      <a:pt x="2375" y="92"/>
                      <a:pt x="2397" y="1"/>
                    </a:cubicBezTo>
                    <a:close/>
                    <a:moveTo>
                      <a:pt x="9428" y="115"/>
                    </a:moveTo>
                    <a:cubicBezTo>
                      <a:pt x="8606" y="594"/>
                      <a:pt x="4977" y="3082"/>
                      <a:pt x="3607" y="3082"/>
                    </a:cubicBezTo>
                    <a:cubicBezTo>
                      <a:pt x="2264" y="3082"/>
                      <a:pt x="1201" y="1492"/>
                      <a:pt x="2063" y="344"/>
                    </a:cubicBezTo>
                    <a:lnTo>
                      <a:pt x="2063" y="344"/>
                    </a:lnTo>
                    <a:cubicBezTo>
                      <a:pt x="1488" y="513"/>
                      <a:pt x="183" y="1020"/>
                      <a:pt x="183" y="2124"/>
                    </a:cubicBezTo>
                    <a:cubicBezTo>
                      <a:pt x="183" y="3562"/>
                      <a:pt x="549" y="3813"/>
                      <a:pt x="549" y="3813"/>
                    </a:cubicBezTo>
                    <a:cubicBezTo>
                      <a:pt x="549" y="3813"/>
                      <a:pt x="1" y="5935"/>
                      <a:pt x="959" y="7214"/>
                    </a:cubicBezTo>
                    <a:cubicBezTo>
                      <a:pt x="1895" y="8492"/>
                      <a:pt x="4109" y="9473"/>
                      <a:pt x="4109" y="9473"/>
                    </a:cubicBezTo>
                    <a:lnTo>
                      <a:pt x="8994" y="2922"/>
                    </a:lnTo>
                    <a:cubicBezTo>
                      <a:pt x="9998" y="2763"/>
                      <a:pt x="10158" y="937"/>
                      <a:pt x="9679" y="480"/>
                    </a:cubicBezTo>
                    <a:cubicBezTo>
                      <a:pt x="9542" y="366"/>
                      <a:pt x="9450" y="252"/>
                      <a:pt x="9428" y="115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41"/>
              <p:cNvSpPr/>
              <p:nvPr/>
            </p:nvSpPr>
            <p:spPr>
              <a:xfrm>
                <a:off x="7308583" y="3029641"/>
                <a:ext cx="103898" cy="134728"/>
              </a:xfrm>
              <a:custGeom>
                <a:avLst/>
                <a:gdLst/>
                <a:ahLst/>
                <a:cxnLst/>
                <a:rect l="l" t="t" r="r" b="b"/>
                <a:pathLst>
                  <a:path w="3242" h="4204" extrusionOk="0">
                    <a:moveTo>
                      <a:pt x="2466" y="0"/>
                    </a:moveTo>
                    <a:lnTo>
                      <a:pt x="1" y="2579"/>
                    </a:lnTo>
                    <a:cubicBezTo>
                      <a:pt x="1" y="2579"/>
                      <a:pt x="1625" y="4204"/>
                      <a:pt x="1772" y="4204"/>
                    </a:cubicBezTo>
                    <a:cubicBezTo>
                      <a:pt x="1776" y="4204"/>
                      <a:pt x="1779" y="4202"/>
                      <a:pt x="1781" y="4200"/>
                    </a:cubicBezTo>
                    <a:cubicBezTo>
                      <a:pt x="3242" y="2374"/>
                      <a:pt x="2466" y="46"/>
                      <a:pt x="24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41"/>
              <p:cNvSpPr/>
              <p:nvPr/>
            </p:nvSpPr>
            <p:spPr>
              <a:xfrm>
                <a:off x="7206188" y="3003297"/>
                <a:ext cx="120723" cy="167608"/>
              </a:xfrm>
              <a:custGeom>
                <a:avLst/>
                <a:gdLst/>
                <a:ahLst/>
                <a:cxnLst/>
                <a:rect l="l" t="t" r="r" b="b"/>
                <a:pathLst>
                  <a:path w="3767" h="5230" extrusionOk="0">
                    <a:moveTo>
                      <a:pt x="0" y="0"/>
                    </a:moveTo>
                    <a:cubicBezTo>
                      <a:pt x="0" y="1"/>
                      <a:pt x="274" y="3424"/>
                      <a:pt x="2625" y="5227"/>
                    </a:cubicBezTo>
                    <a:cubicBezTo>
                      <a:pt x="2627" y="5229"/>
                      <a:pt x="2629" y="5230"/>
                      <a:pt x="2632" y="5230"/>
                    </a:cubicBezTo>
                    <a:cubicBezTo>
                      <a:pt x="2773" y="5230"/>
                      <a:pt x="3766" y="2648"/>
                      <a:pt x="3766" y="264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41"/>
              <p:cNvSpPr/>
              <p:nvPr/>
            </p:nvSpPr>
            <p:spPr>
              <a:xfrm>
                <a:off x="7300539" y="3156906"/>
                <a:ext cx="87810" cy="435269"/>
              </a:xfrm>
              <a:custGeom>
                <a:avLst/>
                <a:gdLst/>
                <a:ahLst/>
                <a:cxnLst/>
                <a:rect l="l" t="t" r="r" b="b"/>
                <a:pathLst>
                  <a:path w="2740" h="13582" extrusionOk="0">
                    <a:moveTo>
                      <a:pt x="914" y="1"/>
                    </a:moveTo>
                    <a:lnTo>
                      <a:pt x="526" y="138"/>
                    </a:lnTo>
                    <a:cubicBezTo>
                      <a:pt x="1" y="1735"/>
                      <a:pt x="411" y="9245"/>
                      <a:pt x="548" y="11642"/>
                    </a:cubicBezTo>
                    <a:cubicBezTo>
                      <a:pt x="1439" y="12874"/>
                      <a:pt x="2078" y="13559"/>
                      <a:pt x="2306" y="13582"/>
                    </a:cubicBezTo>
                    <a:cubicBezTo>
                      <a:pt x="2420" y="13582"/>
                      <a:pt x="2580" y="13353"/>
                      <a:pt x="2694" y="12897"/>
                    </a:cubicBezTo>
                    <a:cubicBezTo>
                      <a:pt x="2740" y="10477"/>
                      <a:pt x="914" y="1"/>
                      <a:pt x="9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41"/>
              <p:cNvSpPr/>
              <p:nvPr/>
            </p:nvSpPr>
            <p:spPr>
              <a:xfrm>
                <a:off x="7304192" y="3110083"/>
                <a:ext cx="40284" cy="61499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19" extrusionOk="0">
                    <a:moveTo>
                      <a:pt x="1051" y="1"/>
                    </a:moveTo>
                    <a:lnTo>
                      <a:pt x="1" y="69"/>
                    </a:lnTo>
                    <a:lnTo>
                      <a:pt x="1" y="1302"/>
                    </a:lnTo>
                    <a:lnTo>
                      <a:pt x="548" y="1895"/>
                    </a:lnTo>
                    <a:lnTo>
                      <a:pt x="777" y="1918"/>
                    </a:lnTo>
                    <a:lnTo>
                      <a:pt x="1256" y="1256"/>
                    </a:lnTo>
                    <a:lnTo>
                      <a:pt x="10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41"/>
              <p:cNvSpPr/>
              <p:nvPr/>
            </p:nvSpPr>
            <p:spPr>
              <a:xfrm>
                <a:off x="7161544" y="3009162"/>
                <a:ext cx="179242" cy="553749"/>
              </a:xfrm>
              <a:custGeom>
                <a:avLst/>
                <a:gdLst/>
                <a:ahLst/>
                <a:cxnLst/>
                <a:rect l="l" t="t" r="r" b="b"/>
                <a:pathLst>
                  <a:path w="5593" h="17279" extrusionOk="0">
                    <a:moveTo>
                      <a:pt x="571" y="0"/>
                    </a:moveTo>
                    <a:cubicBezTo>
                      <a:pt x="206" y="297"/>
                      <a:pt x="1" y="799"/>
                      <a:pt x="24" y="1301"/>
                    </a:cubicBezTo>
                    <a:cubicBezTo>
                      <a:pt x="434" y="8559"/>
                      <a:pt x="3790" y="14836"/>
                      <a:pt x="5593" y="17279"/>
                    </a:cubicBezTo>
                    <a:cubicBezTo>
                      <a:pt x="4292" y="14791"/>
                      <a:pt x="1462" y="7350"/>
                      <a:pt x="5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41"/>
              <p:cNvSpPr/>
              <p:nvPr/>
            </p:nvSpPr>
            <p:spPr>
              <a:xfrm>
                <a:off x="7362713" y="2980606"/>
                <a:ext cx="111910" cy="617427"/>
              </a:xfrm>
              <a:custGeom>
                <a:avLst/>
                <a:gdLst/>
                <a:ahLst/>
                <a:cxnLst/>
                <a:rect l="l" t="t" r="r" b="b"/>
                <a:pathLst>
                  <a:path w="3492" h="19266" extrusionOk="0">
                    <a:moveTo>
                      <a:pt x="1233" y="1"/>
                    </a:moveTo>
                    <a:cubicBezTo>
                      <a:pt x="1598" y="6940"/>
                      <a:pt x="594" y="18124"/>
                      <a:pt x="1" y="18969"/>
                    </a:cubicBezTo>
                    <a:cubicBezTo>
                      <a:pt x="183" y="19151"/>
                      <a:pt x="320" y="19265"/>
                      <a:pt x="412" y="19265"/>
                    </a:cubicBezTo>
                    <a:cubicBezTo>
                      <a:pt x="412" y="19265"/>
                      <a:pt x="413" y="19265"/>
                      <a:pt x="414" y="19265"/>
                    </a:cubicBezTo>
                    <a:cubicBezTo>
                      <a:pt x="1169" y="19265"/>
                      <a:pt x="3492" y="7117"/>
                      <a:pt x="2397" y="1028"/>
                    </a:cubicBezTo>
                    <a:cubicBezTo>
                      <a:pt x="2306" y="549"/>
                      <a:pt x="1690" y="252"/>
                      <a:pt x="1279" y="24"/>
                    </a:cubicBezTo>
                    <a:cubicBezTo>
                      <a:pt x="1256" y="24"/>
                      <a:pt x="1256" y="1"/>
                      <a:pt x="1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41"/>
              <p:cNvSpPr/>
              <p:nvPr/>
            </p:nvSpPr>
            <p:spPr>
              <a:xfrm>
                <a:off x="7402229" y="2980606"/>
                <a:ext cx="48296" cy="20632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6438" extrusionOk="0">
                    <a:moveTo>
                      <a:pt x="0" y="1"/>
                    </a:moveTo>
                    <a:cubicBezTo>
                      <a:pt x="92" y="1873"/>
                      <a:pt x="92" y="4109"/>
                      <a:pt x="23" y="6323"/>
                    </a:cubicBezTo>
                    <a:cubicBezTo>
                      <a:pt x="480" y="6369"/>
                      <a:pt x="959" y="6392"/>
                      <a:pt x="1415" y="6438"/>
                    </a:cubicBezTo>
                    <a:cubicBezTo>
                      <a:pt x="1507" y="4452"/>
                      <a:pt x="1461" y="2534"/>
                      <a:pt x="1164" y="1028"/>
                    </a:cubicBezTo>
                    <a:cubicBezTo>
                      <a:pt x="1073" y="549"/>
                      <a:pt x="457" y="252"/>
                      <a:pt x="46" y="24"/>
                    </a:cubicBezTo>
                    <a:cubicBezTo>
                      <a:pt x="23" y="24"/>
                      <a:pt x="23" y="1"/>
                      <a:pt x="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41"/>
              <p:cNvSpPr/>
              <p:nvPr/>
            </p:nvSpPr>
            <p:spPr>
              <a:xfrm>
                <a:off x="7361976" y="3503639"/>
                <a:ext cx="44674" cy="94412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2946" extrusionOk="0">
                    <a:moveTo>
                      <a:pt x="549" y="1"/>
                    </a:moveTo>
                    <a:cubicBezTo>
                      <a:pt x="366" y="1416"/>
                      <a:pt x="161" y="2420"/>
                      <a:pt x="1" y="2649"/>
                    </a:cubicBezTo>
                    <a:cubicBezTo>
                      <a:pt x="161" y="2831"/>
                      <a:pt x="320" y="2945"/>
                      <a:pt x="389" y="2945"/>
                    </a:cubicBezTo>
                    <a:cubicBezTo>
                      <a:pt x="617" y="2945"/>
                      <a:pt x="1028" y="1873"/>
                      <a:pt x="1393" y="206"/>
                    </a:cubicBezTo>
                    <a:cubicBezTo>
                      <a:pt x="1119" y="138"/>
                      <a:pt x="823" y="92"/>
                      <a:pt x="549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41"/>
              <p:cNvSpPr/>
              <p:nvPr/>
            </p:nvSpPr>
            <p:spPr>
              <a:xfrm>
                <a:off x="7190131" y="2742646"/>
                <a:ext cx="255258" cy="376174"/>
              </a:xfrm>
              <a:custGeom>
                <a:avLst/>
                <a:gdLst/>
                <a:ahLst/>
                <a:cxnLst/>
                <a:rect l="l" t="t" r="r" b="b"/>
                <a:pathLst>
                  <a:path w="7965" h="11738" extrusionOk="0">
                    <a:moveTo>
                      <a:pt x="4758" y="0"/>
                    </a:moveTo>
                    <a:cubicBezTo>
                      <a:pt x="3369" y="0"/>
                      <a:pt x="0" y="2402"/>
                      <a:pt x="22" y="3089"/>
                    </a:cubicBezTo>
                    <a:cubicBezTo>
                      <a:pt x="45" y="3819"/>
                      <a:pt x="1346" y="10758"/>
                      <a:pt x="1916" y="11238"/>
                    </a:cubicBezTo>
                    <a:cubicBezTo>
                      <a:pt x="2269" y="11536"/>
                      <a:pt x="3514" y="11737"/>
                      <a:pt x="4697" y="11737"/>
                    </a:cubicBezTo>
                    <a:cubicBezTo>
                      <a:pt x="5506" y="11737"/>
                      <a:pt x="6287" y="11643"/>
                      <a:pt x="6732" y="11420"/>
                    </a:cubicBezTo>
                    <a:cubicBezTo>
                      <a:pt x="7006" y="11283"/>
                      <a:pt x="7668" y="10370"/>
                      <a:pt x="7805" y="9754"/>
                    </a:cubicBezTo>
                    <a:cubicBezTo>
                      <a:pt x="7965" y="9183"/>
                      <a:pt x="7326" y="5143"/>
                      <a:pt x="7326" y="5143"/>
                    </a:cubicBezTo>
                    <a:cubicBezTo>
                      <a:pt x="7326" y="5143"/>
                      <a:pt x="7486" y="4938"/>
                      <a:pt x="7531" y="4641"/>
                    </a:cubicBezTo>
                    <a:cubicBezTo>
                      <a:pt x="7668" y="3477"/>
                      <a:pt x="6162" y="373"/>
                      <a:pt x="4998" y="30"/>
                    </a:cubicBezTo>
                    <a:cubicBezTo>
                      <a:pt x="4927" y="10"/>
                      <a:pt x="4846" y="0"/>
                      <a:pt x="4758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41"/>
              <p:cNvSpPr/>
              <p:nvPr/>
            </p:nvSpPr>
            <p:spPr>
              <a:xfrm>
                <a:off x="7190804" y="2802865"/>
                <a:ext cx="252406" cy="316469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9875" extrusionOk="0">
                    <a:moveTo>
                      <a:pt x="1028" y="0"/>
                    </a:moveTo>
                    <a:cubicBezTo>
                      <a:pt x="434" y="502"/>
                      <a:pt x="1" y="982"/>
                      <a:pt x="1" y="1210"/>
                    </a:cubicBezTo>
                    <a:cubicBezTo>
                      <a:pt x="24" y="1918"/>
                      <a:pt x="1279" y="8857"/>
                      <a:pt x="1895" y="9359"/>
                    </a:cubicBezTo>
                    <a:cubicBezTo>
                      <a:pt x="2245" y="9668"/>
                      <a:pt x="3470" y="9875"/>
                      <a:pt x="4644" y="9875"/>
                    </a:cubicBezTo>
                    <a:cubicBezTo>
                      <a:pt x="5461" y="9875"/>
                      <a:pt x="6253" y="9775"/>
                      <a:pt x="6711" y="9541"/>
                    </a:cubicBezTo>
                    <a:cubicBezTo>
                      <a:pt x="6985" y="9404"/>
                      <a:pt x="7647" y="8491"/>
                      <a:pt x="7784" y="7921"/>
                    </a:cubicBezTo>
                    <a:cubicBezTo>
                      <a:pt x="7875" y="7624"/>
                      <a:pt x="7739" y="6483"/>
                      <a:pt x="7624" y="5410"/>
                    </a:cubicBezTo>
                    <a:cubicBezTo>
                      <a:pt x="7453" y="5488"/>
                      <a:pt x="7300" y="5525"/>
                      <a:pt x="7160" y="5525"/>
                    </a:cubicBezTo>
                    <a:cubicBezTo>
                      <a:pt x="6197" y="5525"/>
                      <a:pt x="5844" y="3794"/>
                      <a:pt x="4429" y="1940"/>
                    </a:cubicBezTo>
                    <a:cubicBezTo>
                      <a:pt x="3721" y="1005"/>
                      <a:pt x="1370" y="1027"/>
                      <a:pt x="1028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41"/>
              <p:cNvSpPr/>
              <p:nvPr/>
            </p:nvSpPr>
            <p:spPr>
              <a:xfrm>
                <a:off x="7149846" y="2721878"/>
                <a:ext cx="288235" cy="280704"/>
              </a:xfrm>
              <a:custGeom>
                <a:avLst/>
                <a:gdLst/>
                <a:ahLst/>
                <a:cxnLst/>
                <a:rect l="l" t="t" r="r" b="b"/>
                <a:pathLst>
                  <a:path w="8994" h="8759" extrusionOk="0">
                    <a:moveTo>
                      <a:pt x="5591" y="1"/>
                    </a:moveTo>
                    <a:cubicBezTo>
                      <a:pt x="3406" y="1"/>
                      <a:pt x="1320" y="1015"/>
                      <a:pt x="799" y="2116"/>
                    </a:cubicBezTo>
                    <a:cubicBezTo>
                      <a:pt x="1" y="3760"/>
                      <a:pt x="2032" y="8759"/>
                      <a:pt x="2032" y="8759"/>
                    </a:cubicBezTo>
                    <a:lnTo>
                      <a:pt x="2968" y="8120"/>
                    </a:lnTo>
                    <a:cubicBezTo>
                      <a:pt x="2968" y="8120"/>
                      <a:pt x="2557" y="6225"/>
                      <a:pt x="2899" y="5335"/>
                    </a:cubicBezTo>
                    <a:cubicBezTo>
                      <a:pt x="3191" y="4595"/>
                      <a:pt x="2030" y="2799"/>
                      <a:pt x="3716" y="2799"/>
                    </a:cubicBezTo>
                    <a:cubicBezTo>
                      <a:pt x="3747" y="2799"/>
                      <a:pt x="3779" y="2800"/>
                      <a:pt x="3812" y="2801"/>
                    </a:cubicBezTo>
                    <a:cubicBezTo>
                      <a:pt x="3900" y="2805"/>
                      <a:pt x="3984" y="2806"/>
                      <a:pt x="4063" y="2806"/>
                    </a:cubicBezTo>
                    <a:cubicBezTo>
                      <a:pt x="6655" y="2806"/>
                      <a:pt x="4699" y="1086"/>
                      <a:pt x="5675" y="1086"/>
                    </a:cubicBezTo>
                    <a:cubicBezTo>
                      <a:pt x="5699" y="1086"/>
                      <a:pt x="5725" y="1087"/>
                      <a:pt x="5753" y="1089"/>
                    </a:cubicBezTo>
                    <a:cubicBezTo>
                      <a:pt x="6299" y="1110"/>
                      <a:pt x="7205" y="2727"/>
                      <a:pt x="7800" y="2727"/>
                    </a:cubicBezTo>
                    <a:cubicBezTo>
                      <a:pt x="7877" y="2727"/>
                      <a:pt x="7948" y="2701"/>
                      <a:pt x="8012" y="2641"/>
                    </a:cubicBezTo>
                    <a:cubicBezTo>
                      <a:pt x="8560" y="2139"/>
                      <a:pt x="8994" y="405"/>
                      <a:pt x="6506" y="62"/>
                    </a:cubicBezTo>
                    <a:cubicBezTo>
                      <a:pt x="6202" y="20"/>
                      <a:pt x="5895" y="1"/>
                      <a:pt x="55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41"/>
              <p:cNvSpPr/>
              <p:nvPr/>
            </p:nvSpPr>
            <p:spPr>
              <a:xfrm>
                <a:off x="7149846" y="2721878"/>
                <a:ext cx="288235" cy="280704"/>
              </a:xfrm>
              <a:custGeom>
                <a:avLst/>
                <a:gdLst/>
                <a:ahLst/>
                <a:cxnLst/>
                <a:rect l="l" t="t" r="r" b="b"/>
                <a:pathLst>
                  <a:path w="8994" h="8759" extrusionOk="0">
                    <a:moveTo>
                      <a:pt x="5591" y="1"/>
                    </a:moveTo>
                    <a:cubicBezTo>
                      <a:pt x="3406" y="1"/>
                      <a:pt x="1320" y="1015"/>
                      <a:pt x="799" y="2116"/>
                    </a:cubicBezTo>
                    <a:cubicBezTo>
                      <a:pt x="1" y="3760"/>
                      <a:pt x="2032" y="8759"/>
                      <a:pt x="2032" y="8759"/>
                    </a:cubicBezTo>
                    <a:lnTo>
                      <a:pt x="2968" y="8120"/>
                    </a:lnTo>
                    <a:cubicBezTo>
                      <a:pt x="2968" y="8120"/>
                      <a:pt x="2557" y="6225"/>
                      <a:pt x="2899" y="5335"/>
                    </a:cubicBezTo>
                    <a:cubicBezTo>
                      <a:pt x="3191" y="4595"/>
                      <a:pt x="2030" y="2799"/>
                      <a:pt x="3716" y="2799"/>
                    </a:cubicBezTo>
                    <a:cubicBezTo>
                      <a:pt x="3747" y="2799"/>
                      <a:pt x="3779" y="2800"/>
                      <a:pt x="3812" y="2801"/>
                    </a:cubicBezTo>
                    <a:cubicBezTo>
                      <a:pt x="3900" y="2805"/>
                      <a:pt x="3984" y="2806"/>
                      <a:pt x="4063" y="2806"/>
                    </a:cubicBezTo>
                    <a:cubicBezTo>
                      <a:pt x="6655" y="2806"/>
                      <a:pt x="4699" y="1086"/>
                      <a:pt x="5675" y="1086"/>
                    </a:cubicBezTo>
                    <a:cubicBezTo>
                      <a:pt x="5699" y="1086"/>
                      <a:pt x="5725" y="1087"/>
                      <a:pt x="5753" y="1089"/>
                    </a:cubicBezTo>
                    <a:cubicBezTo>
                      <a:pt x="6299" y="1110"/>
                      <a:pt x="7205" y="2727"/>
                      <a:pt x="7800" y="2727"/>
                    </a:cubicBezTo>
                    <a:cubicBezTo>
                      <a:pt x="7877" y="2727"/>
                      <a:pt x="7948" y="2701"/>
                      <a:pt x="8012" y="2641"/>
                    </a:cubicBezTo>
                    <a:cubicBezTo>
                      <a:pt x="8560" y="2139"/>
                      <a:pt x="8994" y="405"/>
                      <a:pt x="6506" y="62"/>
                    </a:cubicBezTo>
                    <a:cubicBezTo>
                      <a:pt x="6202" y="20"/>
                      <a:pt x="5895" y="1"/>
                      <a:pt x="5591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41"/>
              <p:cNvSpPr/>
              <p:nvPr/>
            </p:nvSpPr>
            <p:spPr>
              <a:xfrm>
                <a:off x="7205450" y="2946955"/>
                <a:ext cx="92201" cy="46116"/>
              </a:xfrm>
              <a:custGeom>
                <a:avLst/>
                <a:gdLst/>
                <a:ahLst/>
                <a:cxnLst/>
                <a:rect l="l" t="t" r="r" b="b"/>
                <a:pathLst>
                  <a:path w="2877" h="1439" extrusionOk="0">
                    <a:moveTo>
                      <a:pt x="0" y="1"/>
                    </a:moveTo>
                    <a:lnTo>
                      <a:pt x="92" y="161"/>
                    </a:lnTo>
                    <a:lnTo>
                      <a:pt x="2876" y="1439"/>
                    </a:lnTo>
                    <a:lnTo>
                      <a:pt x="2808" y="118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41"/>
              <p:cNvSpPr/>
              <p:nvPr/>
            </p:nvSpPr>
            <p:spPr>
              <a:xfrm>
                <a:off x="7174716" y="2938975"/>
                <a:ext cx="76850" cy="83291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599" extrusionOk="0">
                    <a:moveTo>
                      <a:pt x="616" y="1"/>
                    </a:moveTo>
                    <a:cubicBezTo>
                      <a:pt x="464" y="1"/>
                      <a:pt x="336" y="59"/>
                      <a:pt x="252" y="181"/>
                    </a:cubicBezTo>
                    <a:cubicBezTo>
                      <a:pt x="1" y="547"/>
                      <a:pt x="229" y="1346"/>
                      <a:pt x="731" y="1939"/>
                    </a:cubicBezTo>
                    <a:cubicBezTo>
                      <a:pt x="1081" y="2365"/>
                      <a:pt x="1472" y="2598"/>
                      <a:pt x="1767" y="2598"/>
                    </a:cubicBezTo>
                    <a:cubicBezTo>
                      <a:pt x="1915" y="2598"/>
                      <a:pt x="2040" y="2540"/>
                      <a:pt x="2123" y="2418"/>
                    </a:cubicBezTo>
                    <a:cubicBezTo>
                      <a:pt x="2397" y="2030"/>
                      <a:pt x="2169" y="1231"/>
                      <a:pt x="1644" y="638"/>
                    </a:cubicBezTo>
                    <a:cubicBezTo>
                      <a:pt x="1310" y="229"/>
                      <a:pt x="917" y="1"/>
                      <a:pt x="616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41"/>
              <p:cNvSpPr/>
              <p:nvPr/>
            </p:nvSpPr>
            <p:spPr>
              <a:xfrm>
                <a:off x="6999891" y="2652173"/>
                <a:ext cx="130978" cy="472572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14746" extrusionOk="0">
                    <a:moveTo>
                      <a:pt x="3287" y="0"/>
                    </a:moveTo>
                    <a:cubicBezTo>
                      <a:pt x="3287" y="0"/>
                      <a:pt x="776" y="1370"/>
                      <a:pt x="0" y="4999"/>
                    </a:cubicBezTo>
                    <a:lnTo>
                      <a:pt x="1941" y="14745"/>
                    </a:lnTo>
                    <a:lnTo>
                      <a:pt x="3903" y="11413"/>
                    </a:lnTo>
                    <a:lnTo>
                      <a:pt x="4086" y="6985"/>
                    </a:lnTo>
                    <a:lnTo>
                      <a:pt x="32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41"/>
              <p:cNvSpPr/>
              <p:nvPr/>
            </p:nvSpPr>
            <p:spPr>
              <a:xfrm>
                <a:off x="7033542" y="2819691"/>
                <a:ext cx="218756" cy="39283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12258" extrusionOk="0">
                    <a:moveTo>
                      <a:pt x="2306" y="0"/>
                    </a:moveTo>
                    <a:lnTo>
                      <a:pt x="0" y="6095"/>
                    </a:lnTo>
                    <a:lnTo>
                      <a:pt x="2876" y="9473"/>
                    </a:lnTo>
                    <a:lnTo>
                      <a:pt x="4406" y="12257"/>
                    </a:lnTo>
                    <a:lnTo>
                      <a:pt x="5159" y="8126"/>
                    </a:lnTo>
                    <a:lnTo>
                      <a:pt x="6825" y="5478"/>
                    </a:lnTo>
                    <a:lnTo>
                      <a:pt x="3766" y="3287"/>
                    </a:lnTo>
                    <a:lnTo>
                      <a:pt x="23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41"/>
              <p:cNvSpPr/>
              <p:nvPr/>
            </p:nvSpPr>
            <p:spPr>
              <a:xfrm>
                <a:off x="7033542" y="2819691"/>
                <a:ext cx="218756" cy="39283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12258" extrusionOk="0">
                    <a:moveTo>
                      <a:pt x="2306" y="0"/>
                    </a:moveTo>
                    <a:lnTo>
                      <a:pt x="0" y="6095"/>
                    </a:lnTo>
                    <a:lnTo>
                      <a:pt x="2876" y="9473"/>
                    </a:lnTo>
                    <a:lnTo>
                      <a:pt x="4406" y="12257"/>
                    </a:lnTo>
                    <a:lnTo>
                      <a:pt x="5159" y="8126"/>
                    </a:lnTo>
                    <a:lnTo>
                      <a:pt x="6825" y="5478"/>
                    </a:lnTo>
                    <a:lnTo>
                      <a:pt x="3766" y="3287"/>
                    </a:lnTo>
                    <a:lnTo>
                      <a:pt x="2306" y="0"/>
                    </a:ln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41"/>
              <p:cNvSpPr/>
              <p:nvPr/>
            </p:nvSpPr>
            <p:spPr>
              <a:xfrm>
                <a:off x="6999891" y="2652173"/>
                <a:ext cx="130978" cy="472572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14746" extrusionOk="0">
                    <a:moveTo>
                      <a:pt x="3287" y="0"/>
                    </a:moveTo>
                    <a:cubicBezTo>
                      <a:pt x="3287" y="0"/>
                      <a:pt x="776" y="1370"/>
                      <a:pt x="0" y="4999"/>
                    </a:cubicBezTo>
                    <a:lnTo>
                      <a:pt x="1941" y="14745"/>
                    </a:lnTo>
                    <a:lnTo>
                      <a:pt x="3903" y="11413"/>
                    </a:lnTo>
                    <a:lnTo>
                      <a:pt x="4086" y="6985"/>
                    </a:lnTo>
                    <a:lnTo>
                      <a:pt x="3287" y="0"/>
                    </a:ln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41"/>
              <p:cNvSpPr/>
              <p:nvPr/>
            </p:nvSpPr>
            <p:spPr>
              <a:xfrm>
                <a:off x="7012326" y="2737037"/>
                <a:ext cx="229716" cy="400145"/>
              </a:xfrm>
              <a:custGeom>
                <a:avLst/>
                <a:gdLst/>
                <a:ahLst/>
                <a:cxnLst/>
                <a:rect l="l" t="t" r="r" b="b"/>
                <a:pathLst>
                  <a:path w="7168" h="12486" extrusionOk="0">
                    <a:moveTo>
                      <a:pt x="2580" y="0"/>
                    </a:moveTo>
                    <a:lnTo>
                      <a:pt x="274" y="2237"/>
                    </a:lnTo>
                    <a:lnTo>
                      <a:pt x="0" y="4337"/>
                    </a:lnTo>
                    <a:lnTo>
                      <a:pt x="2854" y="10043"/>
                    </a:lnTo>
                    <a:lnTo>
                      <a:pt x="4862" y="12485"/>
                    </a:lnTo>
                    <a:lnTo>
                      <a:pt x="5593" y="8856"/>
                    </a:lnTo>
                    <a:lnTo>
                      <a:pt x="7168" y="6277"/>
                    </a:lnTo>
                    <a:lnTo>
                      <a:pt x="3767" y="2922"/>
                    </a:lnTo>
                    <a:lnTo>
                      <a:pt x="258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41"/>
              <p:cNvSpPr/>
              <p:nvPr/>
            </p:nvSpPr>
            <p:spPr>
              <a:xfrm>
                <a:off x="7012326" y="2737037"/>
                <a:ext cx="229716" cy="400145"/>
              </a:xfrm>
              <a:custGeom>
                <a:avLst/>
                <a:gdLst/>
                <a:ahLst/>
                <a:cxnLst/>
                <a:rect l="l" t="t" r="r" b="b"/>
                <a:pathLst>
                  <a:path w="7168" h="12486" extrusionOk="0">
                    <a:moveTo>
                      <a:pt x="2580" y="0"/>
                    </a:moveTo>
                    <a:lnTo>
                      <a:pt x="274" y="2237"/>
                    </a:lnTo>
                    <a:lnTo>
                      <a:pt x="0" y="4337"/>
                    </a:lnTo>
                    <a:lnTo>
                      <a:pt x="2854" y="10043"/>
                    </a:lnTo>
                    <a:lnTo>
                      <a:pt x="4862" y="12485"/>
                    </a:lnTo>
                    <a:lnTo>
                      <a:pt x="5593" y="8856"/>
                    </a:lnTo>
                    <a:lnTo>
                      <a:pt x="7168" y="6277"/>
                    </a:lnTo>
                    <a:lnTo>
                      <a:pt x="3767" y="2922"/>
                    </a:lnTo>
                    <a:lnTo>
                      <a:pt x="2580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41"/>
              <p:cNvSpPr/>
              <p:nvPr/>
            </p:nvSpPr>
            <p:spPr>
              <a:xfrm>
                <a:off x="6792857" y="2654352"/>
                <a:ext cx="335794" cy="477700"/>
              </a:xfrm>
              <a:custGeom>
                <a:avLst/>
                <a:gdLst/>
                <a:ahLst/>
                <a:cxnLst/>
                <a:rect l="l" t="t" r="r" b="b"/>
                <a:pathLst>
                  <a:path w="10478" h="14906" extrusionOk="0">
                    <a:moveTo>
                      <a:pt x="5525" y="1"/>
                    </a:moveTo>
                    <a:cubicBezTo>
                      <a:pt x="5525" y="1"/>
                      <a:pt x="2603" y="3379"/>
                      <a:pt x="2283" y="4064"/>
                    </a:cubicBezTo>
                    <a:cubicBezTo>
                      <a:pt x="1987" y="4748"/>
                      <a:pt x="1" y="9884"/>
                      <a:pt x="298" y="10112"/>
                    </a:cubicBezTo>
                    <a:cubicBezTo>
                      <a:pt x="571" y="10341"/>
                      <a:pt x="5821" y="11824"/>
                      <a:pt x="5821" y="11824"/>
                    </a:cubicBezTo>
                    <a:lnTo>
                      <a:pt x="7191" y="13011"/>
                    </a:lnTo>
                    <a:lnTo>
                      <a:pt x="9428" y="14906"/>
                    </a:lnTo>
                    <a:lnTo>
                      <a:pt x="10478" y="8104"/>
                    </a:lnTo>
                    <a:lnTo>
                      <a:pt x="9884" y="4748"/>
                    </a:lnTo>
                    <a:lnTo>
                      <a:pt x="552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41"/>
              <p:cNvSpPr/>
              <p:nvPr/>
            </p:nvSpPr>
            <p:spPr>
              <a:xfrm>
                <a:off x="6913548" y="2849688"/>
                <a:ext cx="215103" cy="295542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9222" extrusionOk="0">
                    <a:moveTo>
                      <a:pt x="2169" y="0"/>
                    </a:moveTo>
                    <a:cubicBezTo>
                      <a:pt x="2169" y="0"/>
                      <a:pt x="1713" y="2830"/>
                      <a:pt x="1005" y="4428"/>
                    </a:cubicBezTo>
                    <a:cubicBezTo>
                      <a:pt x="275" y="6026"/>
                      <a:pt x="1" y="7304"/>
                      <a:pt x="1" y="7304"/>
                    </a:cubicBezTo>
                    <a:cubicBezTo>
                      <a:pt x="1" y="7304"/>
                      <a:pt x="1733" y="6833"/>
                      <a:pt x="2829" y="6833"/>
                    </a:cubicBezTo>
                    <a:cubicBezTo>
                      <a:pt x="3077" y="6833"/>
                      <a:pt x="3292" y="6857"/>
                      <a:pt x="3448" y="6916"/>
                    </a:cubicBezTo>
                    <a:cubicBezTo>
                      <a:pt x="4315" y="7259"/>
                      <a:pt x="6712" y="9222"/>
                      <a:pt x="6712" y="9222"/>
                    </a:cubicBezTo>
                    <a:lnTo>
                      <a:pt x="6072" y="2534"/>
                    </a:lnTo>
                    <a:lnTo>
                      <a:pt x="4246" y="1370"/>
                    </a:lnTo>
                    <a:lnTo>
                      <a:pt x="216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41"/>
              <p:cNvSpPr/>
              <p:nvPr/>
            </p:nvSpPr>
            <p:spPr>
              <a:xfrm>
                <a:off x="6913548" y="2849688"/>
                <a:ext cx="215103" cy="295542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9222" extrusionOk="0">
                    <a:moveTo>
                      <a:pt x="2169" y="0"/>
                    </a:moveTo>
                    <a:cubicBezTo>
                      <a:pt x="2169" y="0"/>
                      <a:pt x="1713" y="2830"/>
                      <a:pt x="1005" y="4428"/>
                    </a:cubicBezTo>
                    <a:cubicBezTo>
                      <a:pt x="275" y="6026"/>
                      <a:pt x="1" y="7304"/>
                      <a:pt x="1" y="7304"/>
                    </a:cubicBezTo>
                    <a:cubicBezTo>
                      <a:pt x="1" y="7304"/>
                      <a:pt x="1733" y="6833"/>
                      <a:pt x="2829" y="6833"/>
                    </a:cubicBezTo>
                    <a:cubicBezTo>
                      <a:pt x="3077" y="6833"/>
                      <a:pt x="3292" y="6857"/>
                      <a:pt x="3448" y="6916"/>
                    </a:cubicBezTo>
                    <a:cubicBezTo>
                      <a:pt x="4315" y="7259"/>
                      <a:pt x="6712" y="9222"/>
                      <a:pt x="6712" y="9222"/>
                    </a:cubicBezTo>
                    <a:lnTo>
                      <a:pt x="6072" y="2534"/>
                    </a:lnTo>
                    <a:lnTo>
                      <a:pt x="4246" y="1370"/>
                    </a:lnTo>
                    <a:lnTo>
                      <a:pt x="2169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41"/>
              <p:cNvSpPr/>
              <p:nvPr/>
            </p:nvSpPr>
            <p:spPr>
              <a:xfrm>
                <a:off x="6978675" y="2999451"/>
                <a:ext cx="131683" cy="218211"/>
              </a:xfrm>
              <a:custGeom>
                <a:avLst/>
                <a:gdLst/>
                <a:ahLst/>
                <a:cxnLst/>
                <a:rect l="l" t="t" r="r" b="b"/>
                <a:pathLst>
                  <a:path w="4109" h="6809" extrusionOk="0">
                    <a:moveTo>
                      <a:pt x="683" y="1"/>
                    </a:moveTo>
                    <a:cubicBezTo>
                      <a:pt x="381" y="1"/>
                      <a:pt x="153" y="155"/>
                      <a:pt x="69" y="554"/>
                    </a:cubicBezTo>
                    <a:cubicBezTo>
                      <a:pt x="0" y="805"/>
                      <a:pt x="320" y="3909"/>
                      <a:pt x="320" y="3909"/>
                    </a:cubicBezTo>
                    <a:lnTo>
                      <a:pt x="137" y="5895"/>
                    </a:lnTo>
                    <a:lnTo>
                      <a:pt x="3675" y="6808"/>
                    </a:lnTo>
                    <a:cubicBezTo>
                      <a:pt x="3675" y="6808"/>
                      <a:pt x="4109" y="5507"/>
                      <a:pt x="4086" y="5051"/>
                    </a:cubicBezTo>
                    <a:cubicBezTo>
                      <a:pt x="4018" y="4594"/>
                      <a:pt x="3516" y="1718"/>
                      <a:pt x="3516" y="1718"/>
                    </a:cubicBezTo>
                    <a:cubicBezTo>
                      <a:pt x="3516" y="1718"/>
                      <a:pt x="1690" y="1"/>
                      <a:pt x="683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41"/>
              <p:cNvSpPr/>
              <p:nvPr/>
            </p:nvSpPr>
            <p:spPr>
              <a:xfrm>
                <a:off x="6984540" y="3049383"/>
                <a:ext cx="126556" cy="169019"/>
              </a:xfrm>
              <a:custGeom>
                <a:avLst/>
                <a:gdLst/>
                <a:ahLst/>
                <a:cxnLst/>
                <a:rect l="l" t="t" r="r" b="b"/>
                <a:pathLst>
                  <a:path w="3949" h="5274" extrusionOk="0">
                    <a:moveTo>
                      <a:pt x="3127" y="0"/>
                    </a:moveTo>
                    <a:lnTo>
                      <a:pt x="3127" y="0"/>
                    </a:lnTo>
                    <a:cubicBezTo>
                      <a:pt x="3424" y="1667"/>
                      <a:pt x="2899" y="3150"/>
                      <a:pt x="1895" y="3447"/>
                    </a:cubicBezTo>
                    <a:cubicBezTo>
                      <a:pt x="1793" y="3470"/>
                      <a:pt x="1691" y="3482"/>
                      <a:pt x="1589" y="3482"/>
                    </a:cubicBezTo>
                    <a:cubicBezTo>
                      <a:pt x="1093" y="3482"/>
                      <a:pt x="591" y="3213"/>
                      <a:pt x="137" y="2739"/>
                    </a:cubicBezTo>
                    <a:lnTo>
                      <a:pt x="0" y="4360"/>
                    </a:lnTo>
                    <a:lnTo>
                      <a:pt x="3538" y="5273"/>
                    </a:lnTo>
                    <a:cubicBezTo>
                      <a:pt x="3538" y="5250"/>
                      <a:pt x="3949" y="3949"/>
                      <a:pt x="3903" y="3493"/>
                    </a:cubicBezTo>
                    <a:cubicBezTo>
                      <a:pt x="3835" y="3036"/>
                      <a:pt x="3333" y="160"/>
                      <a:pt x="3333" y="160"/>
                    </a:cubicBezTo>
                    <a:cubicBezTo>
                      <a:pt x="3333" y="160"/>
                      <a:pt x="3241" y="69"/>
                      <a:pt x="3127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41"/>
              <p:cNvSpPr/>
              <p:nvPr/>
            </p:nvSpPr>
            <p:spPr>
              <a:xfrm>
                <a:off x="6975758" y="2911061"/>
                <a:ext cx="57077" cy="142740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4454" extrusionOk="0">
                    <a:moveTo>
                      <a:pt x="1154" y="1"/>
                    </a:moveTo>
                    <a:cubicBezTo>
                      <a:pt x="1099" y="1"/>
                      <a:pt x="1047" y="8"/>
                      <a:pt x="1004" y="25"/>
                    </a:cubicBezTo>
                    <a:cubicBezTo>
                      <a:pt x="776" y="139"/>
                      <a:pt x="0" y="3221"/>
                      <a:pt x="183" y="3677"/>
                    </a:cubicBezTo>
                    <a:cubicBezTo>
                      <a:pt x="343" y="4157"/>
                      <a:pt x="1438" y="4453"/>
                      <a:pt x="1438" y="4453"/>
                    </a:cubicBezTo>
                    <a:cubicBezTo>
                      <a:pt x="1187" y="1943"/>
                      <a:pt x="1780" y="390"/>
                      <a:pt x="1758" y="254"/>
                    </a:cubicBezTo>
                    <a:cubicBezTo>
                      <a:pt x="1721" y="142"/>
                      <a:pt x="1397" y="1"/>
                      <a:pt x="1154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41"/>
              <p:cNvSpPr/>
              <p:nvPr/>
            </p:nvSpPr>
            <p:spPr>
              <a:xfrm>
                <a:off x="7013800" y="2911926"/>
                <a:ext cx="59993" cy="142611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4450" extrusionOk="0">
                    <a:moveTo>
                      <a:pt x="1149" y="0"/>
                    </a:moveTo>
                    <a:cubicBezTo>
                      <a:pt x="1112" y="0"/>
                      <a:pt x="1079" y="7"/>
                      <a:pt x="1050" y="21"/>
                    </a:cubicBezTo>
                    <a:cubicBezTo>
                      <a:pt x="822" y="135"/>
                      <a:pt x="0" y="3194"/>
                      <a:pt x="160" y="3673"/>
                    </a:cubicBezTo>
                    <a:cubicBezTo>
                      <a:pt x="297" y="4130"/>
                      <a:pt x="1392" y="4449"/>
                      <a:pt x="1392" y="4449"/>
                    </a:cubicBezTo>
                    <a:cubicBezTo>
                      <a:pt x="1187" y="1938"/>
                      <a:pt x="1872" y="637"/>
                      <a:pt x="1849" y="455"/>
                    </a:cubicBezTo>
                    <a:cubicBezTo>
                      <a:pt x="1829" y="315"/>
                      <a:pt x="1407" y="0"/>
                      <a:pt x="1149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41"/>
              <p:cNvSpPr/>
              <p:nvPr/>
            </p:nvSpPr>
            <p:spPr>
              <a:xfrm>
                <a:off x="7048893" y="2943110"/>
                <a:ext cx="54160" cy="142868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4458" extrusionOk="0">
                    <a:moveTo>
                      <a:pt x="1095" y="1"/>
                    </a:moveTo>
                    <a:cubicBezTo>
                      <a:pt x="1009" y="1"/>
                      <a:pt x="929" y="16"/>
                      <a:pt x="868" y="52"/>
                    </a:cubicBezTo>
                    <a:cubicBezTo>
                      <a:pt x="640" y="167"/>
                      <a:pt x="1" y="3271"/>
                      <a:pt x="206" y="3750"/>
                    </a:cubicBezTo>
                    <a:cubicBezTo>
                      <a:pt x="412" y="4252"/>
                      <a:pt x="1530" y="4458"/>
                      <a:pt x="1530" y="4458"/>
                    </a:cubicBezTo>
                    <a:cubicBezTo>
                      <a:pt x="1142" y="1947"/>
                      <a:pt x="1690" y="395"/>
                      <a:pt x="1644" y="235"/>
                    </a:cubicBezTo>
                    <a:cubicBezTo>
                      <a:pt x="1611" y="118"/>
                      <a:pt x="1331" y="1"/>
                      <a:pt x="1095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41"/>
              <p:cNvSpPr/>
              <p:nvPr/>
            </p:nvSpPr>
            <p:spPr>
              <a:xfrm>
                <a:off x="6942107" y="3166007"/>
                <a:ext cx="175556" cy="119697"/>
              </a:xfrm>
              <a:custGeom>
                <a:avLst/>
                <a:gdLst/>
                <a:ahLst/>
                <a:cxnLst/>
                <a:rect l="l" t="t" r="r" b="b"/>
                <a:pathLst>
                  <a:path w="5478" h="3735" extrusionOk="0">
                    <a:moveTo>
                      <a:pt x="885" y="1"/>
                    </a:moveTo>
                    <a:cubicBezTo>
                      <a:pt x="852" y="1"/>
                      <a:pt x="831" y="5"/>
                      <a:pt x="822" y="13"/>
                    </a:cubicBezTo>
                    <a:cubicBezTo>
                      <a:pt x="685" y="150"/>
                      <a:pt x="0" y="2524"/>
                      <a:pt x="0" y="2524"/>
                    </a:cubicBezTo>
                    <a:lnTo>
                      <a:pt x="5022" y="3734"/>
                    </a:lnTo>
                    <a:cubicBezTo>
                      <a:pt x="5022" y="3734"/>
                      <a:pt x="5022" y="3735"/>
                      <a:pt x="5023" y="3735"/>
                    </a:cubicBezTo>
                    <a:cubicBezTo>
                      <a:pt x="5053" y="3735"/>
                      <a:pt x="5477" y="1564"/>
                      <a:pt x="5387" y="1406"/>
                    </a:cubicBezTo>
                    <a:cubicBezTo>
                      <a:pt x="5344" y="1233"/>
                      <a:pt x="1447" y="1"/>
                      <a:pt x="8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41"/>
              <p:cNvSpPr/>
              <p:nvPr/>
            </p:nvSpPr>
            <p:spPr>
              <a:xfrm>
                <a:off x="7015242" y="3186166"/>
                <a:ext cx="102424" cy="100245"/>
              </a:xfrm>
              <a:custGeom>
                <a:avLst/>
                <a:gdLst/>
                <a:ahLst/>
                <a:cxnLst/>
                <a:rect l="l" t="t" r="r" b="b"/>
                <a:pathLst>
                  <a:path w="3196" h="3128" extrusionOk="0">
                    <a:moveTo>
                      <a:pt x="1005" y="1"/>
                    </a:moveTo>
                    <a:lnTo>
                      <a:pt x="1005" y="1"/>
                    </a:lnTo>
                    <a:cubicBezTo>
                      <a:pt x="1096" y="206"/>
                      <a:pt x="1142" y="434"/>
                      <a:pt x="1142" y="685"/>
                    </a:cubicBezTo>
                    <a:cubicBezTo>
                      <a:pt x="1142" y="1439"/>
                      <a:pt x="685" y="2055"/>
                      <a:pt x="1" y="2443"/>
                    </a:cubicBezTo>
                    <a:lnTo>
                      <a:pt x="2763" y="3128"/>
                    </a:lnTo>
                    <a:cubicBezTo>
                      <a:pt x="2763" y="3128"/>
                      <a:pt x="2763" y="3128"/>
                      <a:pt x="2763" y="3128"/>
                    </a:cubicBezTo>
                    <a:cubicBezTo>
                      <a:pt x="2767" y="3128"/>
                      <a:pt x="3196" y="936"/>
                      <a:pt x="3105" y="777"/>
                    </a:cubicBezTo>
                    <a:cubicBezTo>
                      <a:pt x="3082" y="685"/>
                      <a:pt x="2055" y="343"/>
                      <a:pt x="1005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41"/>
              <p:cNvSpPr/>
              <p:nvPr/>
            </p:nvSpPr>
            <p:spPr>
              <a:xfrm>
                <a:off x="6826508" y="3230297"/>
                <a:ext cx="312175" cy="503755"/>
              </a:xfrm>
              <a:custGeom>
                <a:avLst/>
                <a:gdLst/>
                <a:ahLst/>
                <a:cxnLst/>
                <a:rect l="l" t="t" r="r" b="b"/>
                <a:pathLst>
                  <a:path w="9741" h="15719" extrusionOk="0">
                    <a:moveTo>
                      <a:pt x="3537" y="0"/>
                    </a:moveTo>
                    <a:cubicBezTo>
                      <a:pt x="3395" y="0"/>
                      <a:pt x="3300" y="20"/>
                      <a:pt x="3265" y="62"/>
                    </a:cubicBezTo>
                    <a:cubicBezTo>
                      <a:pt x="3267" y="50"/>
                      <a:pt x="3267" y="44"/>
                      <a:pt x="3266" y="44"/>
                    </a:cubicBezTo>
                    <a:lnTo>
                      <a:pt x="3266" y="44"/>
                    </a:lnTo>
                    <a:cubicBezTo>
                      <a:pt x="3230" y="44"/>
                      <a:pt x="1524" y="6543"/>
                      <a:pt x="571" y="9557"/>
                    </a:cubicBezTo>
                    <a:cubicBezTo>
                      <a:pt x="1" y="11406"/>
                      <a:pt x="275" y="14670"/>
                      <a:pt x="2603" y="15514"/>
                    </a:cubicBezTo>
                    <a:cubicBezTo>
                      <a:pt x="2988" y="15656"/>
                      <a:pt x="3379" y="15719"/>
                      <a:pt x="3767" y="15719"/>
                    </a:cubicBezTo>
                    <a:cubicBezTo>
                      <a:pt x="5749" y="15719"/>
                      <a:pt x="7638" y="14088"/>
                      <a:pt x="8058" y="13095"/>
                    </a:cubicBezTo>
                    <a:cubicBezTo>
                      <a:pt x="8606" y="11885"/>
                      <a:pt x="9610" y="5426"/>
                      <a:pt x="9679" y="2709"/>
                    </a:cubicBezTo>
                    <a:cubicBezTo>
                      <a:pt x="9740" y="1521"/>
                      <a:pt x="4794" y="0"/>
                      <a:pt x="3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41"/>
              <p:cNvSpPr/>
              <p:nvPr/>
            </p:nvSpPr>
            <p:spPr>
              <a:xfrm>
                <a:off x="6879196" y="3247635"/>
                <a:ext cx="258976" cy="486225"/>
              </a:xfrm>
              <a:custGeom>
                <a:avLst/>
                <a:gdLst/>
                <a:ahLst/>
                <a:cxnLst/>
                <a:rect l="l" t="t" r="r" b="b"/>
                <a:pathLst>
                  <a:path w="8081" h="15172" extrusionOk="0">
                    <a:moveTo>
                      <a:pt x="4383" y="0"/>
                    </a:moveTo>
                    <a:cubicBezTo>
                      <a:pt x="4542" y="1461"/>
                      <a:pt x="4542" y="3081"/>
                      <a:pt x="4360" y="4816"/>
                    </a:cubicBezTo>
                    <a:cubicBezTo>
                      <a:pt x="3812" y="9769"/>
                      <a:pt x="1963" y="13741"/>
                      <a:pt x="0" y="14334"/>
                    </a:cubicBezTo>
                    <a:cubicBezTo>
                      <a:pt x="274" y="14608"/>
                      <a:pt x="594" y="14836"/>
                      <a:pt x="1004" y="14973"/>
                    </a:cubicBezTo>
                    <a:cubicBezTo>
                      <a:pt x="1383" y="15111"/>
                      <a:pt x="1770" y="15172"/>
                      <a:pt x="2153" y="15172"/>
                    </a:cubicBezTo>
                    <a:cubicBezTo>
                      <a:pt x="4124" y="15172"/>
                      <a:pt x="6017" y="13567"/>
                      <a:pt x="6437" y="12554"/>
                    </a:cubicBezTo>
                    <a:cubicBezTo>
                      <a:pt x="6962" y="11344"/>
                      <a:pt x="7989" y="4862"/>
                      <a:pt x="8080" y="2168"/>
                    </a:cubicBezTo>
                    <a:cubicBezTo>
                      <a:pt x="8080" y="1415"/>
                      <a:pt x="6140" y="548"/>
                      <a:pt x="4383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41"/>
              <p:cNvSpPr/>
              <p:nvPr/>
            </p:nvSpPr>
            <p:spPr>
              <a:xfrm>
                <a:off x="7149109" y="3665324"/>
                <a:ext cx="221673" cy="146329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4566" extrusionOk="0">
                    <a:moveTo>
                      <a:pt x="5890" y="0"/>
                    </a:moveTo>
                    <a:lnTo>
                      <a:pt x="3949" y="183"/>
                    </a:lnTo>
                    <a:cubicBezTo>
                      <a:pt x="3949" y="183"/>
                      <a:pt x="343" y="1005"/>
                      <a:pt x="1" y="4565"/>
                    </a:cubicBezTo>
                    <a:lnTo>
                      <a:pt x="6917" y="4565"/>
                    </a:lnTo>
                    <a:lnTo>
                      <a:pt x="5890" y="0"/>
                    </a:ln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41"/>
              <p:cNvSpPr/>
              <p:nvPr/>
            </p:nvSpPr>
            <p:spPr>
              <a:xfrm>
                <a:off x="7039375" y="2934521"/>
                <a:ext cx="70280" cy="199752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6233" extrusionOk="0">
                    <a:moveTo>
                      <a:pt x="1781" y="1"/>
                    </a:moveTo>
                    <a:lnTo>
                      <a:pt x="1393" y="1873"/>
                    </a:lnTo>
                    <a:lnTo>
                      <a:pt x="1" y="3082"/>
                    </a:lnTo>
                    <a:lnTo>
                      <a:pt x="2192" y="6232"/>
                    </a:lnTo>
                    <a:lnTo>
                      <a:pt x="2192" y="2261"/>
                    </a:lnTo>
                    <a:lnTo>
                      <a:pt x="178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41"/>
              <p:cNvSpPr/>
              <p:nvPr/>
            </p:nvSpPr>
            <p:spPr>
              <a:xfrm>
                <a:off x="7075974" y="2912599"/>
                <a:ext cx="85599" cy="327718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0226" extrusionOk="0">
                    <a:moveTo>
                      <a:pt x="1621" y="0"/>
                    </a:moveTo>
                    <a:lnTo>
                      <a:pt x="0" y="3721"/>
                    </a:lnTo>
                    <a:lnTo>
                      <a:pt x="708" y="7692"/>
                    </a:lnTo>
                    <a:lnTo>
                      <a:pt x="2671" y="10226"/>
                    </a:lnTo>
                    <a:lnTo>
                      <a:pt x="2077" y="6825"/>
                    </a:lnTo>
                    <a:lnTo>
                      <a:pt x="2169" y="3378"/>
                    </a:lnTo>
                    <a:lnTo>
                      <a:pt x="16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41"/>
              <p:cNvSpPr/>
              <p:nvPr/>
            </p:nvSpPr>
            <p:spPr>
              <a:xfrm>
                <a:off x="7293232" y="2946250"/>
                <a:ext cx="75376" cy="90438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822" extrusionOk="0">
                    <a:moveTo>
                      <a:pt x="2077" y="0"/>
                    </a:moveTo>
                    <a:lnTo>
                      <a:pt x="0" y="982"/>
                    </a:lnTo>
                    <a:cubicBezTo>
                      <a:pt x="0" y="982"/>
                      <a:pt x="183" y="2671"/>
                      <a:pt x="639" y="2808"/>
                    </a:cubicBezTo>
                    <a:cubicBezTo>
                      <a:pt x="679" y="2817"/>
                      <a:pt x="722" y="2822"/>
                      <a:pt x="770" y="2822"/>
                    </a:cubicBezTo>
                    <a:cubicBezTo>
                      <a:pt x="1273" y="2822"/>
                      <a:pt x="2177" y="2303"/>
                      <a:pt x="2260" y="2032"/>
                    </a:cubicBezTo>
                    <a:cubicBezTo>
                      <a:pt x="2351" y="1758"/>
                      <a:pt x="2077" y="0"/>
                      <a:pt x="20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41"/>
              <p:cNvSpPr/>
              <p:nvPr/>
            </p:nvSpPr>
            <p:spPr>
              <a:xfrm>
                <a:off x="7387582" y="2898690"/>
                <a:ext cx="74639" cy="90470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2823" extrusionOk="0">
                    <a:moveTo>
                      <a:pt x="2078" y="0"/>
                    </a:moveTo>
                    <a:lnTo>
                      <a:pt x="1" y="982"/>
                    </a:lnTo>
                    <a:cubicBezTo>
                      <a:pt x="1" y="982"/>
                      <a:pt x="161" y="2671"/>
                      <a:pt x="617" y="2808"/>
                    </a:cubicBezTo>
                    <a:cubicBezTo>
                      <a:pt x="656" y="2818"/>
                      <a:pt x="700" y="2822"/>
                      <a:pt x="748" y="2822"/>
                    </a:cubicBezTo>
                    <a:cubicBezTo>
                      <a:pt x="1254" y="2822"/>
                      <a:pt x="2177" y="2303"/>
                      <a:pt x="2260" y="2032"/>
                    </a:cubicBezTo>
                    <a:cubicBezTo>
                      <a:pt x="2329" y="1758"/>
                      <a:pt x="2078" y="0"/>
                      <a:pt x="20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41"/>
              <p:cNvSpPr/>
              <p:nvPr/>
            </p:nvSpPr>
            <p:spPr>
              <a:xfrm>
                <a:off x="7299801" y="2955737"/>
                <a:ext cx="60025" cy="73549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2295" extrusionOk="0">
                    <a:moveTo>
                      <a:pt x="1644" y="1"/>
                    </a:moveTo>
                    <a:lnTo>
                      <a:pt x="1" y="800"/>
                    </a:lnTo>
                    <a:cubicBezTo>
                      <a:pt x="1" y="800"/>
                      <a:pt x="138" y="2169"/>
                      <a:pt x="503" y="2283"/>
                    </a:cubicBezTo>
                    <a:cubicBezTo>
                      <a:pt x="534" y="2291"/>
                      <a:pt x="569" y="2295"/>
                      <a:pt x="606" y="2295"/>
                    </a:cubicBezTo>
                    <a:cubicBezTo>
                      <a:pt x="1010" y="2295"/>
                      <a:pt x="1739" y="1876"/>
                      <a:pt x="1781" y="1667"/>
                    </a:cubicBezTo>
                    <a:cubicBezTo>
                      <a:pt x="1872" y="1439"/>
                      <a:pt x="1644" y="1"/>
                      <a:pt x="1644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41"/>
              <p:cNvSpPr/>
              <p:nvPr/>
            </p:nvSpPr>
            <p:spPr>
              <a:xfrm>
                <a:off x="7395627" y="2908914"/>
                <a:ext cx="60025" cy="73549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2295" extrusionOk="0">
                    <a:moveTo>
                      <a:pt x="1644" y="1"/>
                    </a:moveTo>
                    <a:lnTo>
                      <a:pt x="1" y="800"/>
                    </a:lnTo>
                    <a:cubicBezTo>
                      <a:pt x="1" y="800"/>
                      <a:pt x="138" y="2169"/>
                      <a:pt x="503" y="2284"/>
                    </a:cubicBezTo>
                    <a:cubicBezTo>
                      <a:pt x="536" y="2291"/>
                      <a:pt x="572" y="2295"/>
                      <a:pt x="611" y="2295"/>
                    </a:cubicBezTo>
                    <a:cubicBezTo>
                      <a:pt x="1029" y="2295"/>
                      <a:pt x="1741" y="1876"/>
                      <a:pt x="1804" y="1667"/>
                    </a:cubicBezTo>
                    <a:cubicBezTo>
                      <a:pt x="1873" y="1439"/>
                      <a:pt x="1644" y="1"/>
                      <a:pt x="1644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41"/>
              <p:cNvSpPr/>
              <p:nvPr/>
            </p:nvSpPr>
            <p:spPr>
              <a:xfrm>
                <a:off x="7260318" y="2888339"/>
                <a:ext cx="75087" cy="69671"/>
              </a:xfrm>
              <a:custGeom>
                <a:avLst/>
                <a:gdLst/>
                <a:ahLst/>
                <a:cxnLst/>
                <a:rect l="l" t="t" r="r" b="b"/>
                <a:pathLst>
                  <a:path w="2343" h="2174" extrusionOk="0">
                    <a:moveTo>
                      <a:pt x="1741" y="0"/>
                    </a:moveTo>
                    <a:cubicBezTo>
                      <a:pt x="1724" y="0"/>
                      <a:pt x="1707" y="1"/>
                      <a:pt x="1689" y="4"/>
                    </a:cubicBezTo>
                    <a:cubicBezTo>
                      <a:pt x="1507" y="4"/>
                      <a:pt x="1027" y="278"/>
                      <a:pt x="662" y="689"/>
                    </a:cubicBezTo>
                    <a:cubicBezTo>
                      <a:pt x="343" y="1031"/>
                      <a:pt x="91" y="1442"/>
                      <a:pt x="69" y="1602"/>
                    </a:cubicBezTo>
                    <a:cubicBezTo>
                      <a:pt x="0" y="1944"/>
                      <a:pt x="69" y="2104"/>
                      <a:pt x="525" y="2172"/>
                    </a:cubicBezTo>
                    <a:cubicBezTo>
                      <a:pt x="532" y="2173"/>
                      <a:pt x="538" y="2173"/>
                      <a:pt x="544" y="2173"/>
                    </a:cubicBezTo>
                    <a:cubicBezTo>
                      <a:pt x="789" y="2173"/>
                      <a:pt x="1037" y="1752"/>
                      <a:pt x="1393" y="1396"/>
                    </a:cubicBezTo>
                    <a:cubicBezTo>
                      <a:pt x="1712" y="1077"/>
                      <a:pt x="2146" y="803"/>
                      <a:pt x="2191" y="689"/>
                    </a:cubicBezTo>
                    <a:cubicBezTo>
                      <a:pt x="2343" y="365"/>
                      <a:pt x="2044" y="0"/>
                      <a:pt x="17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41"/>
              <p:cNvSpPr/>
              <p:nvPr/>
            </p:nvSpPr>
            <p:spPr>
              <a:xfrm>
                <a:off x="7366366" y="2869814"/>
                <a:ext cx="70280" cy="33426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1043" extrusionOk="0">
                    <a:moveTo>
                      <a:pt x="915" y="1"/>
                    </a:moveTo>
                    <a:cubicBezTo>
                      <a:pt x="551" y="1"/>
                      <a:pt x="215" y="94"/>
                      <a:pt x="138" y="171"/>
                    </a:cubicBezTo>
                    <a:cubicBezTo>
                      <a:pt x="1" y="376"/>
                      <a:pt x="69" y="879"/>
                      <a:pt x="343" y="1038"/>
                    </a:cubicBezTo>
                    <a:cubicBezTo>
                      <a:pt x="356" y="1041"/>
                      <a:pt x="372" y="1042"/>
                      <a:pt x="390" y="1042"/>
                    </a:cubicBezTo>
                    <a:cubicBezTo>
                      <a:pt x="538" y="1042"/>
                      <a:pt x="861" y="970"/>
                      <a:pt x="1165" y="970"/>
                    </a:cubicBezTo>
                    <a:cubicBezTo>
                      <a:pt x="1380" y="970"/>
                      <a:pt x="1602" y="1009"/>
                      <a:pt x="1763" y="1009"/>
                    </a:cubicBezTo>
                    <a:cubicBezTo>
                      <a:pt x="1876" y="1009"/>
                      <a:pt x="1958" y="990"/>
                      <a:pt x="1987" y="924"/>
                    </a:cubicBezTo>
                    <a:cubicBezTo>
                      <a:pt x="2192" y="605"/>
                      <a:pt x="2146" y="422"/>
                      <a:pt x="1941" y="262"/>
                    </a:cubicBezTo>
                    <a:cubicBezTo>
                      <a:pt x="1850" y="171"/>
                      <a:pt x="1484" y="34"/>
                      <a:pt x="1119" y="11"/>
                    </a:cubicBezTo>
                    <a:cubicBezTo>
                      <a:pt x="1051" y="4"/>
                      <a:pt x="983" y="1"/>
                      <a:pt x="9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41"/>
              <p:cNvSpPr/>
              <p:nvPr/>
            </p:nvSpPr>
            <p:spPr>
              <a:xfrm>
                <a:off x="7149109" y="3726761"/>
                <a:ext cx="221673" cy="84157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2626" extrusionOk="0">
                    <a:moveTo>
                      <a:pt x="6323" y="1"/>
                    </a:moveTo>
                    <a:cubicBezTo>
                      <a:pt x="5753" y="457"/>
                      <a:pt x="5022" y="891"/>
                      <a:pt x="4155" y="1165"/>
                    </a:cubicBezTo>
                    <a:cubicBezTo>
                      <a:pt x="3375" y="1436"/>
                      <a:pt x="2602" y="1567"/>
                      <a:pt x="1923" y="1567"/>
                    </a:cubicBezTo>
                    <a:cubicBezTo>
                      <a:pt x="1290" y="1567"/>
                      <a:pt x="740" y="1453"/>
                      <a:pt x="343" y="1233"/>
                    </a:cubicBezTo>
                    <a:cubicBezTo>
                      <a:pt x="160" y="1621"/>
                      <a:pt x="46" y="2078"/>
                      <a:pt x="1" y="2625"/>
                    </a:cubicBezTo>
                    <a:lnTo>
                      <a:pt x="6917" y="2625"/>
                    </a:lnTo>
                    <a:lnTo>
                      <a:pt x="6323" y="1"/>
                    </a:ln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41"/>
              <p:cNvSpPr/>
              <p:nvPr/>
            </p:nvSpPr>
            <p:spPr>
              <a:xfrm>
                <a:off x="6850641" y="2721654"/>
                <a:ext cx="142675" cy="226063"/>
              </a:xfrm>
              <a:custGeom>
                <a:avLst/>
                <a:gdLst/>
                <a:ahLst/>
                <a:cxnLst/>
                <a:rect l="l" t="t" r="r" b="b"/>
                <a:pathLst>
                  <a:path w="4452" h="7054" extrusionOk="0">
                    <a:moveTo>
                      <a:pt x="4201" y="1"/>
                    </a:moveTo>
                    <a:lnTo>
                      <a:pt x="1256" y="3333"/>
                    </a:lnTo>
                    <a:lnTo>
                      <a:pt x="1" y="7054"/>
                    </a:lnTo>
                    <a:lnTo>
                      <a:pt x="1" y="7054"/>
                    </a:lnTo>
                    <a:lnTo>
                      <a:pt x="321" y="7031"/>
                    </a:lnTo>
                    <a:lnTo>
                      <a:pt x="1553" y="3447"/>
                    </a:lnTo>
                    <a:lnTo>
                      <a:pt x="4452" y="320"/>
                    </a:lnTo>
                    <a:lnTo>
                      <a:pt x="4201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41"/>
              <p:cNvSpPr/>
              <p:nvPr/>
            </p:nvSpPr>
            <p:spPr>
              <a:xfrm>
                <a:off x="6871857" y="2806519"/>
                <a:ext cx="91496" cy="156584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4886" extrusionOk="0">
                    <a:moveTo>
                      <a:pt x="2626" y="0"/>
                    </a:moveTo>
                    <a:lnTo>
                      <a:pt x="1393" y="1142"/>
                    </a:lnTo>
                    <a:lnTo>
                      <a:pt x="161" y="4383"/>
                    </a:lnTo>
                    <a:lnTo>
                      <a:pt x="1" y="4725"/>
                    </a:lnTo>
                    <a:lnTo>
                      <a:pt x="435" y="4885"/>
                    </a:lnTo>
                    <a:lnTo>
                      <a:pt x="1758" y="1256"/>
                    </a:lnTo>
                    <a:lnTo>
                      <a:pt x="2854" y="434"/>
                    </a:lnTo>
                    <a:lnTo>
                      <a:pt x="2626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41"/>
              <p:cNvSpPr/>
              <p:nvPr/>
            </p:nvSpPr>
            <p:spPr>
              <a:xfrm>
                <a:off x="6970631" y="2747261"/>
                <a:ext cx="43905" cy="54897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1713" extrusionOk="0">
                    <a:moveTo>
                      <a:pt x="1164" y="1"/>
                    </a:moveTo>
                    <a:lnTo>
                      <a:pt x="0" y="1347"/>
                    </a:lnTo>
                    <a:lnTo>
                      <a:pt x="229" y="1713"/>
                    </a:lnTo>
                    <a:lnTo>
                      <a:pt x="1370" y="480"/>
                    </a:lnTo>
                    <a:lnTo>
                      <a:pt x="1164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41"/>
              <p:cNvSpPr/>
              <p:nvPr/>
            </p:nvSpPr>
            <p:spPr>
              <a:xfrm>
                <a:off x="6983066" y="2767003"/>
                <a:ext cx="67332" cy="74671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2330" extrusionOk="0">
                    <a:moveTo>
                      <a:pt x="1758" y="1"/>
                    </a:moveTo>
                    <a:lnTo>
                      <a:pt x="0" y="2078"/>
                    </a:lnTo>
                    <a:lnTo>
                      <a:pt x="343" y="2329"/>
                    </a:lnTo>
                    <a:lnTo>
                      <a:pt x="2100" y="389"/>
                    </a:lnTo>
                    <a:lnTo>
                      <a:pt x="1758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41"/>
              <p:cNvSpPr/>
              <p:nvPr/>
            </p:nvSpPr>
            <p:spPr>
              <a:xfrm>
                <a:off x="7019633" y="2837958"/>
                <a:ext cx="21985" cy="26375"/>
              </a:xfrm>
              <a:custGeom>
                <a:avLst/>
                <a:gdLst/>
                <a:ahLst/>
                <a:cxnLst/>
                <a:rect l="l" t="t" r="r" b="b"/>
                <a:pathLst>
                  <a:path w="686" h="823" extrusionOk="0">
                    <a:moveTo>
                      <a:pt x="343" y="1"/>
                    </a:moveTo>
                    <a:lnTo>
                      <a:pt x="1" y="594"/>
                    </a:lnTo>
                    <a:lnTo>
                      <a:pt x="320" y="823"/>
                    </a:lnTo>
                    <a:lnTo>
                      <a:pt x="685" y="161"/>
                    </a:lnTo>
                    <a:lnTo>
                      <a:pt x="343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41"/>
              <p:cNvSpPr/>
              <p:nvPr/>
            </p:nvSpPr>
            <p:spPr>
              <a:xfrm>
                <a:off x="7041586" y="2805044"/>
                <a:ext cx="52686" cy="76113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375" extrusionOk="0">
                    <a:moveTo>
                      <a:pt x="1530" y="1"/>
                    </a:moveTo>
                    <a:lnTo>
                      <a:pt x="0" y="2238"/>
                    </a:lnTo>
                    <a:lnTo>
                      <a:pt x="69" y="2375"/>
                    </a:lnTo>
                    <a:lnTo>
                      <a:pt x="1644" y="480"/>
                    </a:lnTo>
                    <a:lnTo>
                      <a:pt x="1530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41"/>
              <p:cNvSpPr/>
              <p:nvPr/>
            </p:nvSpPr>
            <p:spPr>
              <a:xfrm>
                <a:off x="6956722" y="2879653"/>
                <a:ext cx="42463" cy="98065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3060" extrusionOk="0">
                    <a:moveTo>
                      <a:pt x="777" y="1"/>
                    </a:moveTo>
                    <a:lnTo>
                      <a:pt x="366" y="2398"/>
                    </a:lnTo>
                    <a:lnTo>
                      <a:pt x="1" y="3060"/>
                    </a:lnTo>
                    <a:lnTo>
                      <a:pt x="685" y="2603"/>
                    </a:lnTo>
                    <a:lnTo>
                      <a:pt x="1325" y="343"/>
                    </a:lnTo>
                    <a:lnTo>
                      <a:pt x="777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41"/>
              <p:cNvSpPr/>
              <p:nvPr/>
            </p:nvSpPr>
            <p:spPr>
              <a:xfrm>
                <a:off x="6937717" y="2996727"/>
                <a:ext cx="24901" cy="5047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575" extrusionOk="0">
                    <a:moveTo>
                      <a:pt x="480" y="0"/>
                    </a:moveTo>
                    <a:lnTo>
                      <a:pt x="0" y="1575"/>
                    </a:lnTo>
                    <a:lnTo>
                      <a:pt x="0" y="1575"/>
                    </a:lnTo>
                    <a:lnTo>
                      <a:pt x="434" y="1529"/>
                    </a:lnTo>
                    <a:lnTo>
                      <a:pt x="776" y="183"/>
                    </a:lnTo>
                    <a:lnTo>
                      <a:pt x="480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41"/>
              <p:cNvSpPr/>
              <p:nvPr/>
            </p:nvSpPr>
            <p:spPr>
              <a:xfrm>
                <a:off x="7332715" y="3042588"/>
                <a:ext cx="67332" cy="48552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1515" extrusionOk="0">
                    <a:moveTo>
                      <a:pt x="1653" y="0"/>
                    </a:moveTo>
                    <a:cubicBezTo>
                      <a:pt x="1367" y="0"/>
                      <a:pt x="1010" y="40"/>
                      <a:pt x="823" y="53"/>
                    </a:cubicBezTo>
                    <a:cubicBezTo>
                      <a:pt x="480" y="98"/>
                      <a:pt x="1" y="692"/>
                      <a:pt x="366" y="1422"/>
                    </a:cubicBezTo>
                    <a:cubicBezTo>
                      <a:pt x="403" y="1487"/>
                      <a:pt x="422" y="1515"/>
                      <a:pt x="478" y="1515"/>
                    </a:cubicBezTo>
                    <a:cubicBezTo>
                      <a:pt x="561" y="1515"/>
                      <a:pt x="724" y="1458"/>
                      <a:pt x="1142" y="1377"/>
                    </a:cubicBezTo>
                    <a:cubicBezTo>
                      <a:pt x="1873" y="1194"/>
                      <a:pt x="2101" y="281"/>
                      <a:pt x="2078" y="121"/>
                    </a:cubicBezTo>
                    <a:cubicBezTo>
                      <a:pt x="2078" y="28"/>
                      <a:pt x="1890" y="0"/>
                      <a:pt x="16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41"/>
              <p:cNvSpPr/>
              <p:nvPr/>
            </p:nvSpPr>
            <p:spPr>
              <a:xfrm>
                <a:off x="7345150" y="3046691"/>
                <a:ext cx="43937" cy="18075"/>
              </a:xfrm>
              <a:custGeom>
                <a:avLst/>
                <a:gdLst/>
                <a:ahLst/>
                <a:cxnLst/>
                <a:rect l="l" t="t" r="r" b="b"/>
                <a:pathLst>
                  <a:path w="1371" h="564" extrusionOk="0">
                    <a:moveTo>
                      <a:pt x="1183" y="0"/>
                    </a:moveTo>
                    <a:cubicBezTo>
                      <a:pt x="954" y="0"/>
                      <a:pt x="629" y="39"/>
                      <a:pt x="457" y="39"/>
                    </a:cubicBezTo>
                    <a:cubicBezTo>
                      <a:pt x="298" y="39"/>
                      <a:pt x="69" y="267"/>
                      <a:pt x="1" y="564"/>
                    </a:cubicBezTo>
                    <a:cubicBezTo>
                      <a:pt x="572" y="450"/>
                      <a:pt x="1074" y="199"/>
                      <a:pt x="1370" y="16"/>
                    </a:cubicBezTo>
                    <a:cubicBezTo>
                      <a:pt x="1325" y="5"/>
                      <a:pt x="1259" y="0"/>
                      <a:pt x="118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41"/>
              <p:cNvSpPr/>
              <p:nvPr/>
            </p:nvSpPr>
            <p:spPr>
              <a:xfrm>
                <a:off x="7368578" y="2956442"/>
                <a:ext cx="49033" cy="89445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2791" extrusionOk="0">
                    <a:moveTo>
                      <a:pt x="629" y="1"/>
                    </a:moveTo>
                    <a:cubicBezTo>
                      <a:pt x="579" y="1"/>
                      <a:pt x="527" y="16"/>
                      <a:pt x="480" y="47"/>
                    </a:cubicBezTo>
                    <a:cubicBezTo>
                      <a:pt x="366" y="116"/>
                      <a:pt x="297" y="298"/>
                      <a:pt x="366" y="435"/>
                    </a:cubicBezTo>
                    <a:cubicBezTo>
                      <a:pt x="708" y="1189"/>
                      <a:pt x="845" y="1987"/>
                      <a:pt x="822" y="2170"/>
                    </a:cubicBezTo>
                    <a:cubicBezTo>
                      <a:pt x="776" y="2193"/>
                      <a:pt x="696" y="2204"/>
                      <a:pt x="608" y="2204"/>
                    </a:cubicBezTo>
                    <a:cubicBezTo>
                      <a:pt x="520" y="2204"/>
                      <a:pt x="423" y="2193"/>
                      <a:pt x="343" y="2170"/>
                    </a:cubicBezTo>
                    <a:cubicBezTo>
                      <a:pt x="326" y="2168"/>
                      <a:pt x="310" y="2167"/>
                      <a:pt x="295" y="2167"/>
                    </a:cubicBezTo>
                    <a:cubicBezTo>
                      <a:pt x="156" y="2167"/>
                      <a:pt x="44" y="2255"/>
                      <a:pt x="23" y="2398"/>
                    </a:cubicBezTo>
                    <a:cubicBezTo>
                      <a:pt x="0" y="2558"/>
                      <a:pt x="114" y="2718"/>
                      <a:pt x="251" y="2741"/>
                    </a:cubicBezTo>
                    <a:cubicBezTo>
                      <a:pt x="297" y="2741"/>
                      <a:pt x="411" y="2786"/>
                      <a:pt x="525" y="2786"/>
                    </a:cubicBezTo>
                    <a:cubicBezTo>
                      <a:pt x="558" y="2789"/>
                      <a:pt x="592" y="2790"/>
                      <a:pt x="627" y="2790"/>
                    </a:cubicBezTo>
                    <a:cubicBezTo>
                      <a:pt x="883" y="2790"/>
                      <a:pt x="1181" y="2713"/>
                      <a:pt x="1301" y="2512"/>
                    </a:cubicBezTo>
                    <a:cubicBezTo>
                      <a:pt x="1530" y="2102"/>
                      <a:pt x="1187" y="869"/>
                      <a:pt x="845" y="161"/>
                    </a:cubicBezTo>
                    <a:cubicBezTo>
                      <a:pt x="815" y="56"/>
                      <a:pt x="726" y="1"/>
                      <a:pt x="629" y="1"/>
                    </a:cubicBezTo>
                    <a:close/>
                  </a:path>
                </a:pathLst>
              </a:custGeom>
              <a:solidFill>
                <a:srgbClr val="CC4F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41"/>
              <p:cNvSpPr/>
              <p:nvPr/>
            </p:nvSpPr>
            <p:spPr>
              <a:xfrm>
                <a:off x="7362713" y="2955160"/>
                <a:ext cx="44674" cy="81817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2553" extrusionOk="0">
                    <a:moveTo>
                      <a:pt x="551" y="0"/>
                    </a:moveTo>
                    <a:cubicBezTo>
                      <a:pt x="511" y="0"/>
                      <a:pt x="470" y="13"/>
                      <a:pt x="434" y="42"/>
                    </a:cubicBezTo>
                    <a:cubicBezTo>
                      <a:pt x="320" y="133"/>
                      <a:pt x="252" y="270"/>
                      <a:pt x="320" y="407"/>
                    </a:cubicBezTo>
                    <a:cubicBezTo>
                      <a:pt x="640" y="1069"/>
                      <a:pt x="777" y="1822"/>
                      <a:pt x="754" y="1982"/>
                    </a:cubicBezTo>
                    <a:cubicBezTo>
                      <a:pt x="708" y="1993"/>
                      <a:pt x="640" y="1999"/>
                      <a:pt x="563" y="1999"/>
                    </a:cubicBezTo>
                    <a:cubicBezTo>
                      <a:pt x="486" y="1999"/>
                      <a:pt x="400" y="1993"/>
                      <a:pt x="320" y="1982"/>
                    </a:cubicBezTo>
                    <a:cubicBezTo>
                      <a:pt x="308" y="1980"/>
                      <a:pt x="297" y="1979"/>
                      <a:pt x="285" y="1979"/>
                    </a:cubicBezTo>
                    <a:cubicBezTo>
                      <a:pt x="164" y="1979"/>
                      <a:pt x="65" y="2085"/>
                      <a:pt x="24" y="2210"/>
                    </a:cubicBezTo>
                    <a:cubicBezTo>
                      <a:pt x="1" y="2347"/>
                      <a:pt x="92" y="2507"/>
                      <a:pt x="229" y="2530"/>
                    </a:cubicBezTo>
                    <a:cubicBezTo>
                      <a:pt x="297" y="2530"/>
                      <a:pt x="366" y="2552"/>
                      <a:pt x="480" y="2552"/>
                    </a:cubicBezTo>
                    <a:cubicBezTo>
                      <a:pt x="708" y="2552"/>
                      <a:pt x="1028" y="2530"/>
                      <a:pt x="1165" y="2301"/>
                    </a:cubicBezTo>
                    <a:cubicBezTo>
                      <a:pt x="1393" y="1936"/>
                      <a:pt x="1096" y="818"/>
                      <a:pt x="777" y="156"/>
                    </a:cubicBezTo>
                    <a:cubicBezTo>
                      <a:pt x="730" y="62"/>
                      <a:pt x="640" y="0"/>
                      <a:pt x="551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41"/>
              <p:cNvSpPr/>
              <p:nvPr/>
            </p:nvSpPr>
            <p:spPr>
              <a:xfrm>
                <a:off x="7310794" y="2952820"/>
                <a:ext cx="23427" cy="36598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142" extrusionOk="0">
                    <a:moveTo>
                      <a:pt x="365" y="0"/>
                    </a:moveTo>
                    <a:cubicBezTo>
                      <a:pt x="160" y="0"/>
                      <a:pt x="0" y="274"/>
                      <a:pt x="0" y="571"/>
                    </a:cubicBezTo>
                    <a:cubicBezTo>
                      <a:pt x="0" y="891"/>
                      <a:pt x="160" y="1142"/>
                      <a:pt x="365" y="1142"/>
                    </a:cubicBezTo>
                    <a:cubicBezTo>
                      <a:pt x="571" y="1142"/>
                      <a:pt x="731" y="891"/>
                      <a:pt x="731" y="571"/>
                    </a:cubicBezTo>
                    <a:cubicBezTo>
                      <a:pt x="731" y="274"/>
                      <a:pt x="571" y="0"/>
                      <a:pt x="3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41"/>
              <p:cNvSpPr/>
              <p:nvPr/>
            </p:nvSpPr>
            <p:spPr>
              <a:xfrm>
                <a:off x="7405145" y="2908209"/>
                <a:ext cx="23427" cy="36598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142" extrusionOk="0">
                    <a:moveTo>
                      <a:pt x="366" y="0"/>
                    </a:moveTo>
                    <a:cubicBezTo>
                      <a:pt x="160" y="0"/>
                      <a:pt x="1" y="251"/>
                      <a:pt x="1" y="571"/>
                    </a:cubicBezTo>
                    <a:cubicBezTo>
                      <a:pt x="1" y="890"/>
                      <a:pt x="160" y="1141"/>
                      <a:pt x="366" y="1141"/>
                    </a:cubicBezTo>
                    <a:cubicBezTo>
                      <a:pt x="571" y="1141"/>
                      <a:pt x="731" y="890"/>
                      <a:pt x="731" y="571"/>
                    </a:cubicBezTo>
                    <a:cubicBezTo>
                      <a:pt x="731" y="251"/>
                      <a:pt x="571" y="0"/>
                      <a:pt x="3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41"/>
              <p:cNvSpPr/>
              <p:nvPr/>
            </p:nvSpPr>
            <p:spPr>
              <a:xfrm>
                <a:off x="6729946" y="3728235"/>
                <a:ext cx="534040" cy="103898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3242" extrusionOk="0">
                    <a:moveTo>
                      <a:pt x="3858" y="0"/>
                    </a:moveTo>
                    <a:lnTo>
                      <a:pt x="1" y="1027"/>
                    </a:lnTo>
                    <a:cubicBezTo>
                      <a:pt x="1" y="1027"/>
                      <a:pt x="4406" y="2945"/>
                      <a:pt x="6460" y="3150"/>
                    </a:cubicBezTo>
                    <a:cubicBezTo>
                      <a:pt x="6616" y="3166"/>
                      <a:pt x="6783" y="3173"/>
                      <a:pt x="6960" y="3173"/>
                    </a:cubicBezTo>
                    <a:cubicBezTo>
                      <a:pt x="8365" y="3173"/>
                      <a:pt x="10385" y="2735"/>
                      <a:pt x="12241" y="2735"/>
                    </a:cubicBezTo>
                    <a:cubicBezTo>
                      <a:pt x="13230" y="2735"/>
                      <a:pt x="14173" y="2860"/>
                      <a:pt x="14951" y="3241"/>
                    </a:cubicBezTo>
                    <a:lnTo>
                      <a:pt x="16663" y="2694"/>
                    </a:lnTo>
                    <a:lnTo>
                      <a:pt x="10478" y="0"/>
                    </a:lnTo>
                    <a:cubicBezTo>
                      <a:pt x="10478" y="0"/>
                      <a:pt x="9268" y="776"/>
                      <a:pt x="7853" y="1005"/>
                    </a:cubicBezTo>
                    <a:cubicBezTo>
                      <a:pt x="7729" y="1024"/>
                      <a:pt x="7597" y="1033"/>
                      <a:pt x="7460" y="1033"/>
                    </a:cubicBezTo>
                    <a:cubicBezTo>
                      <a:pt x="5981" y="1033"/>
                      <a:pt x="3858" y="0"/>
                      <a:pt x="385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41"/>
              <p:cNvSpPr/>
              <p:nvPr/>
            </p:nvSpPr>
            <p:spPr>
              <a:xfrm>
                <a:off x="6729946" y="3728235"/>
                <a:ext cx="534040" cy="103898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3242" extrusionOk="0">
                    <a:moveTo>
                      <a:pt x="3858" y="0"/>
                    </a:moveTo>
                    <a:lnTo>
                      <a:pt x="1" y="1027"/>
                    </a:lnTo>
                    <a:cubicBezTo>
                      <a:pt x="1" y="1027"/>
                      <a:pt x="4406" y="2945"/>
                      <a:pt x="6460" y="3150"/>
                    </a:cubicBezTo>
                    <a:cubicBezTo>
                      <a:pt x="6616" y="3166"/>
                      <a:pt x="6783" y="3173"/>
                      <a:pt x="6960" y="3173"/>
                    </a:cubicBezTo>
                    <a:cubicBezTo>
                      <a:pt x="8365" y="3173"/>
                      <a:pt x="10385" y="2735"/>
                      <a:pt x="12241" y="2735"/>
                    </a:cubicBezTo>
                    <a:cubicBezTo>
                      <a:pt x="13230" y="2735"/>
                      <a:pt x="14173" y="2860"/>
                      <a:pt x="14951" y="3241"/>
                    </a:cubicBezTo>
                    <a:lnTo>
                      <a:pt x="16663" y="2694"/>
                    </a:lnTo>
                    <a:lnTo>
                      <a:pt x="10478" y="0"/>
                    </a:lnTo>
                    <a:cubicBezTo>
                      <a:pt x="10478" y="0"/>
                      <a:pt x="9268" y="776"/>
                      <a:pt x="7853" y="1005"/>
                    </a:cubicBezTo>
                    <a:cubicBezTo>
                      <a:pt x="7729" y="1024"/>
                      <a:pt x="7597" y="1033"/>
                      <a:pt x="7460" y="1033"/>
                    </a:cubicBezTo>
                    <a:cubicBezTo>
                      <a:pt x="5981" y="1033"/>
                      <a:pt x="3858" y="0"/>
                      <a:pt x="3858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41"/>
              <p:cNvSpPr/>
              <p:nvPr/>
            </p:nvSpPr>
            <p:spPr>
              <a:xfrm>
                <a:off x="7359059" y="2941123"/>
                <a:ext cx="35156" cy="21247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663" extrusionOk="0">
                    <a:moveTo>
                      <a:pt x="1051" y="0"/>
                    </a:moveTo>
                    <a:lnTo>
                      <a:pt x="1" y="457"/>
                    </a:lnTo>
                    <a:lnTo>
                      <a:pt x="23" y="662"/>
                    </a:lnTo>
                    <a:lnTo>
                      <a:pt x="1096" y="251"/>
                    </a:lnTo>
                    <a:lnTo>
                      <a:pt x="10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41"/>
              <p:cNvSpPr/>
              <p:nvPr/>
            </p:nvSpPr>
            <p:spPr>
              <a:xfrm>
                <a:off x="6672162" y="3735542"/>
                <a:ext cx="627650" cy="91464"/>
              </a:xfrm>
              <a:custGeom>
                <a:avLst/>
                <a:gdLst/>
                <a:ahLst/>
                <a:cxnLst/>
                <a:rect l="l" t="t" r="r" b="b"/>
                <a:pathLst>
                  <a:path w="19585" h="2854" extrusionOk="0">
                    <a:moveTo>
                      <a:pt x="17416" y="0"/>
                    </a:moveTo>
                    <a:cubicBezTo>
                      <a:pt x="17416" y="0"/>
                      <a:pt x="14038" y="1370"/>
                      <a:pt x="10592" y="1644"/>
                    </a:cubicBezTo>
                    <a:cubicBezTo>
                      <a:pt x="10136" y="1680"/>
                      <a:pt x="9667" y="1693"/>
                      <a:pt x="9190" y="1693"/>
                    </a:cubicBezTo>
                    <a:cubicBezTo>
                      <a:pt x="7954" y="1693"/>
                      <a:pt x="6662" y="1605"/>
                      <a:pt x="5393" y="1605"/>
                    </a:cubicBezTo>
                    <a:cubicBezTo>
                      <a:pt x="3449" y="1605"/>
                      <a:pt x="1558" y="1811"/>
                      <a:pt x="1" y="2854"/>
                    </a:cubicBezTo>
                    <a:lnTo>
                      <a:pt x="19585" y="2717"/>
                    </a:lnTo>
                    <a:lnTo>
                      <a:pt x="1741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41"/>
              <p:cNvSpPr/>
              <p:nvPr/>
            </p:nvSpPr>
            <p:spPr>
              <a:xfrm>
                <a:off x="7176189" y="2721878"/>
                <a:ext cx="261892" cy="105148"/>
              </a:xfrm>
              <a:custGeom>
                <a:avLst/>
                <a:gdLst/>
                <a:ahLst/>
                <a:cxnLst/>
                <a:rect l="l" t="t" r="r" b="b"/>
                <a:pathLst>
                  <a:path w="8172" h="3281" extrusionOk="0">
                    <a:moveTo>
                      <a:pt x="4770" y="1"/>
                    </a:moveTo>
                    <a:cubicBezTo>
                      <a:pt x="2589" y="1"/>
                      <a:pt x="521" y="1015"/>
                      <a:pt x="0" y="2116"/>
                    </a:cubicBezTo>
                    <a:cubicBezTo>
                      <a:pt x="457" y="2619"/>
                      <a:pt x="1164" y="3029"/>
                      <a:pt x="2055" y="3281"/>
                    </a:cubicBezTo>
                    <a:cubicBezTo>
                      <a:pt x="2141" y="3001"/>
                      <a:pt x="2389" y="2822"/>
                      <a:pt x="2935" y="2822"/>
                    </a:cubicBezTo>
                    <a:cubicBezTo>
                      <a:pt x="2968" y="2822"/>
                      <a:pt x="3001" y="2823"/>
                      <a:pt x="3036" y="2824"/>
                    </a:cubicBezTo>
                    <a:cubicBezTo>
                      <a:pt x="3123" y="2827"/>
                      <a:pt x="3206" y="2829"/>
                      <a:pt x="3284" y="2829"/>
                    </a:cubicBezTo>
                    <a:cubicBezTo>
                      <a:pt x="5857" y="2829"/>
                      <a:pt x="3900" y="1109"/>
                      <a:pt x="4897" y="1109"/>
                    </a:cubicBezTo>
                    <a:cubicBezTo>
                      <a:pt x="4922" y="1109"/>
                      <a:pt x="4948" y="1110"/>
                      <a:pt x="4976" y="1112"/>
                    </a:cubicBezTo>
                    <a:cubicBezTo>
                      <a:pt x="5505" y="1133"/>
                      <a:pt x="6415" y="2766"/>
                      <a:pt x="7010" y="2766"/>
                    </a:cubicBezTo>
                    <a:cubicBezTo>
                      <a:pt x="7083" y="2766"/>
                      <a:pt x="7151" y="2742"/>
                      <a:pt x="7213" y="2687"/>
                    </a:cubicBezTo>
                    <a:cubicBezTo>
                      <a:pt x="7738" y="2139"/>
                      <a:pt x="8172" y="405"/>
                      <a:pt x="5684" y="62"/>
                    </a:cubicBezTo>
                    <a:cubicBezTo>
                      <a:pt x="5380" y="20"/>
                      <a:pt x="5074" y="1"/>
                      <a:pt x="47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41"/>
              <p:cNvSpPr/>
              <p:nvPr/>
            </p:nvSpPr>
            <p:spPr>
              <a:xfrm>
                <a:off x="6901468" y="3441892"/>
                <a:ext cx="84032" cy="269568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8424" extrusionOk="0">
                    <a:moveTo>
                      <a:pt x="1827" y="1"/>
                    </a:moveTo>
                    <a:cubicBezTo>
                      <a:pt x="1827" y="1"/>
                      <a:pt x="777" y="3676"/>
                      <a:pt x="1" y="8423"/>
                    </a:cubicBezTo>
                    <a:lnTo>
                      <a:pt x="2626" y="5479"/>
                    </a:lnTo>
                    <a:lnTo>
                      <a:pt x="18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41"/>
              <p:cNvSpPr/>
              <p:nvPr/>
            </p:nvSpPr>
            <p:spPr>
              <a:xfrm>
                <a:off x="6901468" y="3441892"/>
                <a:ext cx="84032" cy="269568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8424" extrusionOk="0">
                    <a:moveTo>
                      <a:pt x="1827" y="1"/>
                    </a:moveTo>
                    <a:cubicBezTo>
                      <a:pt x="1827" y="1"/>
                      <a:pt x="777" y="3676"/>
                      <a:pt x="1" y="8423"/>
                    </a:cubicBezTo>
                    <a:lnTo>
                      <a:pt x="2626" y="5479"/>
                    </a:lnTo>
                    <a:lnTo>
                      <a:pt x="1827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41"/>
              <p:cNvSpPr/>
              <p:nvPr/>
            </p:nvSpPr>
            <p:spPr>
              <a:xfrm>
                <a:off x="7075974" y="2912599"/>
                <a:ext cx="85599" cy="327718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0226" extrusionOk="0">
                    <a:moveTo>
                      <a:pt x="1621" y="0"/>
                    </a:moveTo>
                    <a:lnTo>
                      <a:pt x="0" y="3721"/>
                    </a:lnTo>
                    <a:lnTo>
                      <a:pt x="708" y="7692"/>
                    </a:lnTo>
                    <a:lnTo>
                      <a:pt x="2671" y="10226"/>
                    </a:lnTo>
                    <a:lnTo>
                      <a:pt x="2077" y="6825"/>
                    </a:lnTo>
                    <a:lnTo>
                      <a:pt x="2169" y="3378"/>
                    </a:lnTo>
                    <a:lnTo>
                      <a:pt x="1621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0" name="Google Shape;1520;p41"/>
            <p:cNvGrpSpPr/>
            <p:nvPr/>
          </p:nvGrpSpPr>
          <p:grpSpPr>
            <a:xfrm>
              <a:off x="7947920" y="3312373"/>
              <a:ext cx="964901" cy="1732582"/>
              <a:chOff x="7947916" y="3428972"/>
              <a:chExt cx="964901" cy="1732582"/>
            </a:xfrm>
          </p:grpSpPr>
          <p:sp>
            <p:nvSpPr>
              <p:cNvPr id="1521" name="Google Shape;1521;p41"/>
              <p:cNvSpPr/>
              <p:nvPr/>
            </p:nvSpPr>
            <p:spPr>
              <a:xfrm>
                <a:off x="8399993" y="4348830"/>
                <a:ext cx="79061" cy="812725"/>
              </a:xfrm>
              <a:custGeom>
                <a:avLst/>
                <a:gdLst/>
                <a:ahLst/>
                <a:cxnLst/>
                <a:rect l="l" t="t" r="r" b="b"/>
                <a:pathLst>
                  <a:path w="2467" h="25360" extrusionOk="0">
                    <a:moveTo>
                      <a:pt x="1" y="1"/>
                    </a:moveTo>
                    <a:lnTo>
                      <a:pt x="1713" y="25360"/>
                    </a:lnTo>
                    <a:lnTo>
                      <a:pt x="2466" y="25360"/>
                    </a:lnTo>
                    <a:lnTo>
                      <a:pt x="13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41"/>
              <p:cNvSpPr/>
              <p:nvPr/>
            </p:nvSpPr>
            <p:spPr>
              <a:xfrm>
                <a:off x="7987431" y="4470262"/>
                <a:ext cx="691297" cy="13941"/>
              </a:xfrm>
              <a:custGeom>
                <a:avLst/>
                <a:gdLst/>
                <a:ahLst/>
                <a:cxnLst/>
                <a:rect l="l" t="t" r="r" b="b"/>
                <a:pathLst>
                  <a:path w="21571" h="435" extrusionOk="0">
                    <a:moveTo>
                      <a:pt x="1" y="1"/>
                    </a:moveTo>
                    <a:lnTo>
                      <a:pt x="1" y="434"/>
                    </a:lnTo>
                    <a:lnTo>
                      <a:pt x="21570" y="434"/>
                    </a:lnTo>
                    <a:lnTo>
                      <a:pt x="215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41"/>
              <p:cNvSpPr/>
              <p:nvPr/>
            </p:nvSpPr>
            <p:spPr>
              <a:xfrm>
                <a:off x="8214207" y="4348830"/>
                <a:ext cx="68774" cy="812725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25360" extrusionOk="0">
                    <a:moveTo>
                      <a:pt x="776" y="1"/>
                    </a:moveTo>
                    <a:lnTo>
                      <a:pt x="0" y="25360"/>
                    </a:lnTo>
                    <a:lnTo>
                      <a:pt x="776" y="25360"/>
                    </a:lnTo>
                    <a:lnTo>
                      <a:pt x="214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41"/>
              <p:cNvSpPr/>
              <p:nvPr/>
            </p:nvSpPr>
            <p:spPr>
              <a:xfrm>
                <a:off x="8163731" y="3429228"/>
                <a:ext cx="749078" cy="911559"/>
              </a:xfrm>
              <a:custGeom>
                <a:avLst/>
                <a:gdLst/>
                <a:ahLst/>
                <a:cxnLst/>
                <a:rect l="l" t="t" r="r" b="b"/>
                <a:pathLst>
                  <a:path w="23374" h="28444" extrusionOk="0">
                    <a:moveTo>
                      <a:pt x="16652" y="0"/>
                    </a:moveTo>
                    <a:cubicBezTo>
                      <a:pt x="12799" y="0"/>
                      <a:pt x="8554" y="410"/>
                      <a:pt x="8103" y="848"/>
                    </a:cubicBezTo>
                    <a:cubicBezTo>
                      <a:pt x="5504" y="3357"/>
                      <a:pt x="10" y="28421"/>
                      <a:pt x="0" y="28444"/>
                    </a:cubicBezTo>
                    <a:lnTo>
                      <a:pt x="0" y="28444"/>
                    </a:lnTo>
                    <a:lnTo>
                      <a:pt x="16321" y="28330"/>
                    </a:lnTo>
                    <a:cubicBezTo>
                      <a:pt x="17895" y="22532"/>
                      <a:pt x="23374" y="1989"/>
                      <a:pt x="23031" y="1053"/>
                    </a:cubicBezTo>
                    <a:cubicBezTo>
                      <a:pt x="22742" y="279"/>
                      <a:pt x="19831" y="0"/>
                      <a:pt x="16652" y="0"/>
                    </a:cubicBezTo>
                    <a:close/>
                    <a:moveTo>
                      <a:pt x="0" y="28444"/>
                    </a:moveTo>
                    <a:lnTo>
                      <a:pt x="0" y="28444"/>
                    </a:lnTo>
                    <a:cubicBezTo>
                      <a:pt x="0" y="28444"/>
                      <a:pt x="0" y="28444"/>
                      <a:pt x="0" y="28444"/>
                    </a:cubicBezTo>
                    <a:cubicBezTo>
                      <a:pt x="0" y="28444"/>
                      <a:pt x="0" y="28444"/>
                      <a:pt x="0" y="2844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41"/>
              <p:cNvSpPr/>
              <p:nvPr/>
            </p:nvSpPr>
            <p:spPr>
              <a:xfrm>
                <a:off x="7969132" y="4323960"/>
                <a:ext cx="719114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22439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22438" y="1370"/>
                    </a:lnTo>
                    <a:lnTo>
                      <a:pt x="2243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41"/>
              <p:cNvSpPr/>
              <p:nvPr/>
            </p:nvSpPr>
            <p:spPr>
              <a:xfrm>
                <a:off x="8277856" y="4323960"/>
                <a:ext cx="411842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12851" h="1371" extrusionOk="0">
                    <a:moveTo>
                      <a:pt x="0" y="1"/>
                    </a:moveTo>
                    <a:lnTo>
                      <a:pt x="0" y="1370"/>
                    </a:lnTo>
                    <a:lnTo>
                      <a:pt x="12851" y="1370"/>
                    </a:lnTo>
                    <a:lnTo>
                      <a:pt x="1285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41"/>
              <p:cNvSpPr/>
              <p:nvPr/>
            </p:nvSpPr>
            <p:spPr>
              <a:xfrm>
                <a:off x="8645805" y="4348830"/>
                <a:ext cx="79766" cy="8127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5360" extrusionOk="0">
                    <a:moveTo>
                      <a:pt x="0" y="1"/>
                    </a:moveTo>
                    <a:lnTo>
                      <a:pt x="1712" y="25360"/>
                    </a:lnTo>
                    <a:lnTo>
                      <a:pt x="2488" y="25360"/>
                    </a:lnTo>
                    <a:lnTo>
                      <a:pt x="13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41"/>
              <p:cNvSpPr/>
              <p:nvPr/>
            </p:nvSpPr>
            <p:spPr>
              <a:xfrm>
                <a:off x="7947916" y="4348830"/>
                <a:ext cx="68806" cy="812725"/>
              </a:xfrm>
              <a:custGeom>
                <a:avLst/>
                <a:gdLst/>
                <a:ahLst/>
                <a:cxnLst/>
                <a:rect l="l" t="t" r="r" b="b"/>
                <a:pathLst>
                  <a:path w="2147" h="25360" extrusionOk="0">
                    <a:moveTo>
                      <a:pt x="777" y="1"/>
                    </a:moveTo>
                    <a:lnTo>
                      <a:pt x="1" y="25360"/>
                    </a:lnTo>
                    <a:lnTo>
                      <a:pt x="777" y="25360"/>
                    </a:lnTo>
                    <a:lnTo>
                      <a:pt x="214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41"/>
              <p:cNvSpPr/>
              <p:nvPr/>
            </p:nvSpPr>
            <p:spPr>
              <a:xfrm>
                <a:off x="8408069" y="3428972"/>
                <a:ext cx="504748" cy="908899"/>
              </a:xfrm>
              <a:custGeom>
                <a:avLst/>
                <a:gdLst/>
                <a:ahLst/>
                <a:cxnLst/>
                <a:rect l="l" t="t" r="r" b="b"/>
                <a:pathLst>
                  <a:path w="15750" h="28361" extrusionOk="0">
                    <a:moveTo>
                      <a:pt x="8977" y="0"/>
                    </a:moveTo>
                    <a:cubicBezTo>
                      <a:pt x="5138" y="0"/>
                      <a:pt x="928" y="408"/>
                      <a:pt x="479" y="856"/>
                    </a:cubicBezTo>
                    <a:cubicBezTo>
                      <a:pt x="342" y="993"/>
                      <a:pt x="160" y="1221"/>
                      <a:pt x="0" y="1541"/>
                    </a:cubicBezTo>
                    <a:cubicBezTo>
                      <a:pt x="1574" y="1252"/>
                      <a:pt x="4605" y="1033"/>
                      <a:pt x="7433" y="1033"/>
                    </a:cubicBezTo>
                    <a:cubicBezTo>
                      <a:pt x="10634" y="1033"/>
                      <a:pt x="13576" y="1313"/>
                      <a:pt x="13855" y="2089"/>
                    </a:cubicBezTo>
                    <a:cubicBezTo>
                      <a:pt x="14175" y="2979"/>
                      <a:pt x="9267" y="21490"/>
                      <a:pt x="7418" y="28360"/>
                    </a:cubicBezTo>
                    <a:lnTo>
                      <a:pt x="8697" y="28360"/>
                    </a:lnTo>
                    <a:cubicBezTo>
                      <a:pt x="10271" y="22540"/>
                      <a:pt x="15750" y="1997"/>
                      <a:pt x="15407" y="1061"/>
                    </a:cubicBezTo>
                    <a:cubicBezTo>
                      <a:pt x="15117" y="283"/>
                      <a:pt x="12176" y="0"/>
                      <a:pt x="89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41"/>
              <p:cNvSpPr/>
              <p:nvPr/>
            </p:nvSpPr>
            <p:spPr>
              <a:xfrm>
                <a:off x="8601899" y="3438651"/>
                <a:ext cx="269968" cy="391556"/>
              </a:xfrm>
              <a:custGeom>
                <a:avLst/>
                <a:gdLst/>
                <a:ahLst/>
                <a:cxnLst/>
                <a:rect l="l" t="t" r="r" b="b"/>
                <a:pathLst>
                  <a:path w="8424" h="12218" extrusionOk="0">
                    <a:moveTo>
                      <a:pt x="2344" y="0"/>
                    </a:moveTo>
                    <a:cubicBezTo>
                      <a:pt x="1567" y="0"/>
                      <a:pt x="772" y="19"/>
                      <a:pt x="1" y="52"/>
                    </a:cubicBezTo>
                    <a:lnTo>
                      <a:pt x="1" y="691"/>
                    </a:lnTo>
                    <a:cubicBezTo>
                      <a:pt x="1" y="6899"/>
                      <a:pt x="2534" y="11921"/>
                      <a:pt x="5753" y="12218"/>
                    </a:cubicBezTo>
                    <a:cubicBezTo>
                      <a:pt x="7191" y="6603"/>
                      <a:pt x="8423" y="1444"/>
                      <a:pt x="8264" y="988"/>
                    </a:cubicBezTo>
                    <a:cubicBezTo>
                      <a:pt x="7993" y="265"/>
                      <a:pt x="5292" y="0"/>
                      <a:pt x="2344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1" name="Google Shape;1531;p41"/>
            <p:cNvGrpSpPr/>
            <p:nvPr/>
          </p:nvGrpSpPr>
          <p:grpSpPr>
            <a:xfrm>
              <a:off x="7336369" y="3282183"/>
              <a:ext cx="321926" cy="525819"/>
              <a:chOff x="7336365" y="3398782"/>
              <a:chExt cx="321926" cy="525819"/>
            </a:xfrm>
          </p:grpSpPr>
          <p:sp>
            <p:nvSpPr>
              <p:cNvPr id="1532" name="Google Shape;1532;p41"/>
              <p:cNvSpPr/>
              <p:nvPr/>
            </p:nvSpPr>
            <p:spPr>
              <a:xfrm>
                <a:off x="7588747" y="3398782"/>
                <a:ext cx="695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2170" h="1975" extrusionOk="0">
                    <a:moveTo>
                      <a:pt x="1108" y="1"/>
                    </a:moveTo>
                    <a:cubicBezTo>
                      <a:pt x="857" y="1"/>
                      <a:pt x="606" y="98"/>
                      <a:pt x="412" y="292"/>
                    </a:cubicBezTo>
                    <a:cubicBezTo>
                      <a:pt x="1" y="680"/>
                      <a:pt x="1" y="1296"/>
                      <a:pt x="366" y="1684"/>
                    </a:cubicBezTo>
                    <a:cubicBezTo>
                      <a:pt x="549" y="1878"/>
                      <a:pt x="800" y="1975"/>
                      <a:pt x="1054" y="1975"/>
                    </a:cubicBezTo>
                    <a:cubicBezTo>
                      <a:pt x="1307" y="1975"/>
                      <a:pt x="1564" y="1878"/>
                      <a:pt x="1758" y="1684"/>
                    </a:cubicBezTo>
                    <a:cubicBezTo>
                      <a:pt x="2146" y="1296"/>
                      <a:pt x="2169" y="657"/>
                      <a:pt x="1804" y="292"/>
                    </a:cubicBezTo>
                    <a:cubicBezTo>
                      <a:pt x="1610" y="98"/>
                      <a:pt x="1359" y="1"/>
                      <a:pt x="11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41"/>
              <p:cNvSpPr/>
              <p:nvPr/>
            </p:nvSpPr>
            <p:spPr>
              <a:xfrm>
                <a:off x="7438792" y="3431504"/>
                <a:ext cx="182895" cy="471130"/>
              </a:xfrm>
              <a:custGeom>
                <a:avLst/>
                <a:gdLst/>
                <a:ahLst/>
                <a:cxnLst/>
                <a:rect l="l" t="t" r="r" b="b"/>
                <a:pathLst>
                  <a:path w="5707" h="14701" extrusionOk="0">
                    <a:moveTo>
                      <a:pt x="5342" y="1"/>
                    </a:moveTo>
                    <a:cubicBezTo>
                      <a:pt x="731" y="2854"/>
                      <a:pt x="206" y="11459"/>
                      <a:pt x="23" y="14267"/>
                    </a:cubicBezTo>
                    <a:lnTo>
                      <a:pt x="1" y="14678"/>
                    </a:lnTo>
                    <a:lnTo>
                      <a:pt x="685" y="14700"/>
                    </a:lnTo>
                    <a:lnTo>
                      <a:pt x="708" y="14312"/>
                    </a:lnTo>
                    <a:cubicBezTo>
                      <a:pt x="891" y="11573"/>
                      <a:pt x="1393" y="3242"/>
                      <a:pt x="5707" y="549"/>
                    </a:cubicBezTo>
                    <a:lnTo>
                      <a:pt x="534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41"/>
              <p:cNvSpPr/>
              <p:nvPr/>
            </p:nvSpPr>
            <p:spPr>
              <a:xfrm>
                <a:off x="7336365" y="3880664"/>
                <a:ext cx="230454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7191" h="1371" extrusionOk="0">
                    <a:moveTo>
                      <a:pt x="3585" y="1"/>
                    </a:moveTo>
                    <a:cubicBezTo>
                      <a:pt x="1918" y="1"/>
                      <a:pt x="480" y="571"/>
                      <a:pt x="1" y="1370"/>
                    </a:cubicBezTo>
                    <a:lnTo>
                      <a:pt x="7191" y="1370"/>
                    </a:lnTo>
                    <a:cubicBezTo>
                      <a:pt x="6734" y="571"/>
                      <a:pt x="5296" y="1"/>
                      <a:pt x="35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5" name="Google Shape;1535;p41"/>
            <p:cNvGrpSpPr/>
            <p:nvPr/>
          </p:nvGrpSpPr>
          <p:grpSpPr>
            <a:xfrm>
              <a:off x="6357606" y="3283465"/>
              <a:ext cx="319714" cy="524537"/>
              <a:chOff x="6357602" y="3400064"/>
              <a:chExt cx="319714" cy="524537"/>
            </a:xfrm>
          </p:grpSpPr>
          <p:sp>
            <p:nvSpPr>
              <p:cNvPr id="1536" name="Google Shape;1536;p41"/>
              <p:cNvSpPr/>
              <p:nvPr/>
            </p:nvSpPr>
            <p:spPr>
              <a:xfrm>
                <a:off x="6612163" y="3400064"/>
                <a:ext cx="65153" cy="62204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941" extrusionOk="0">
                    <a:moveTo>
                      <a:pt x="1051" y="0"/>
                    </a:moveTo>
                    <a:cubicBezTo>
                      <a:pt x="503" y="0"/>
                      <a:pt x="47" y="411"/>
                      <a:pt x="24" y="959"/>
                    </a:cubicBezTo>
                    <a:cubicBezTo>
                      <a:pt x="1" y="1507"/>
                      <a:pt x="435" y="1941"/>
                      <a:pt x="960" y="1941"/>
                    </a:cubicBezTo>
                    <a:cubicBezTo>
                      <a:pt x="1507" y="1941"/>
                      <a:pt x="1964" y="1507"/>
                      <a:pt x="1987" y="959"/>
                    </a:cubicBezTo>
                    <a:cubicBezTo>
                      <a:pt x="2032" y="411"/>
                      <a:pt x="1599" y="0"/>
                      <a:pt x="10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41"/>
              <p:cNvSpPr/>
              <p:nvPr/>
            </p:nvSpPr>
            <p:spPr>
              <a:xfrm>
                <a:off x="6460029" y="3431504"/>
                <a:ext cx="182895" cy="471130"/>
              </a:xfrm>
              <a:custGeom>
                <a:avLst/>
                <a:gdLst/>
                <a:ahLst/>
                <a:cxnLst/>
                <a:rect l="l" t="t" r="r" b="b"/>
                <a:pathLst>
                  <a:path w="5707" h="14701" extrusionOk="0">
                    <a:moveTo>
                      <a:pt x="5341" y="1"/>
                    </a:moveTo>
                    <a:cubicBezTo>
                      <a:pt x="754" y="2854"/>
                      <a:pt x="206" y="11459"/>
                      <a:pt x="46" y="14267"/>
                    </a:cubicBezTo>
                    <a:lnTo>
                      <a:pt x="0" y="14678"/>
                    </a:lnTo>
                    <a:lnTo>
                      <a:pt x="685" y="14700"/>
                    </a:lnTo>
                    <a:lnTo>
                      <a:pt x="731" y="14312"/>
                    </a:lnTo>
                    <a:cubicBezTo>
                      <a:pt x="890" y="11573"/>
                      <a:pt x="1415" y="3242"/>
                      <a:pt x="5707" y="549"/>
                    </a:cubicBezTo>
                    <a:lnTo>
                      <a:pt x="534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41"/>
              <p:cNvSpPr/>
              <p:nvPr/>
            </p:nvSpPr>
            <p:spPr>
              <a:xfrm>
                <a:off x="6357602" y="3880664"/>
                <a:ext cx="230454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7191" h="1371" extrusionOk="0">
                    <a:moveTo>
                      <a:pt x="3607" y="1"/>
                    </a:moveTo>
                    <a:cubicBezTo>
                      <a:pt x="1918" y="1"/>
                      <a:pt x="503" y="571"/>
                      <a:pt x="1" y="1370"/>
                    </a:cubicBezTo>
                    <a:lnTo>
                      <a:pt x="7191" y="1370"/>
                    </a:lnTo>
                    <a:cubicBezTo>
                      <a:pt x="6734" y="571"/>
                      <a:pt x="5319" y="1"/>
                      <a:pt x="360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9" name="Google Shape;1539;p41"/>
            <p:cNvGrpSpPr/>
            <p:nvPr/>
          </p:nvGrpSpPr>
          <p:grpSpPr>
            <a:xfrm>
              <a:off x="7659739" y="3201902"/>
              <a:ext cx="1013131" cy="963770"/>
              <a:chOff x="7659739" y="3223277"/>
              <a:chExt cx="1013131" cy="963770"/>
            </a:xfrm>
          </p:grpSpPr>
          <p:sp>
            <p:nvSpPr>
              <p:cNvPr id="1540" name="Google Shape;1540;p41"/>
              <p:cNvSpPr/>
              <p:nvPr/>
            </p:nvSpPr>
            <p:spPr>
              <a:xfrm>
                <a:off x="7789920" y="3223277"/>
                <a:ext cx="882204" cy="945401"/>
              </a:xfrm>
              <a:custGeom>
                <a:avLst/>
                <a:gdLst/>
                <a:ahLst/>
                <a:cxnLst/>
                <a:rect l="l" t="t" r="r" b="b"/>
                <a:pathLst>
                  <a:path w="27528" h="29500" extrusionOk="0">
                    <a:moveTo>
                      <a:pt x="3221" y="1"/>
                    </a:moveTo>
                    <a:cubicBezTo>
                      <a:pt x="2591" y="1"/>
                      <a:pt x="2027" y="145"/>
                      <a:pt x="1598" y="537"/>
                    </a:cubicBezTo>
                    <a:cubicBezTo>
                      <a:pt x="1" y="1998"/>
                      <a:pt x="480" y="5125"/>
                      <a:pt x="1484" y="9233"/>
                    </a:cubicBezTo>
                    <a:cubicBezTo>
                      <a:pt x="2489" y="13342"/>
                      <a:pt x="5045" y="14666"/>
                      <a:pt x="4589" y="19276"/>
                    </a:cubicBezTo>
                    <a:cubicBezTo>
                      <a:pt x="4589" y="19276"/>
                      <a:pt x="14655" y="28909"/>
                      <a:pt x="21023" y="29479"/>
                    </a:cubicBezTo>
                    <a:cubicBezTo>
                      <a:pt x="21176" y="29493"/>
                      <a:pt x="21326" y="29500"/>
                      <a:pt x="21472" y="29500"/>
                    </a:cubicBezTo>
                    <a:cubicBezTo>
                      <a:pt x="27398" y="29500"/>
                      <a:pt x="27528" y="18477"/>
                      <a:pt x="27528" y="18477"/>
                    </a:cubicBezTo>
                    <a:cubicBezTo>
                      <a:pt x="25839" y="8982"/>
                      <a:pt x="18626" y="2272"/>
                      <a:pt x="16024" y="788"/>
                    </a:cubicBezTo>
                    <a:cubicBezTo>
                      <a:pt x="15271" y="355"/>
                      <a:pt x="14455" y="202"/>
                      <a:pt x="13636" y="202"/>
                    </a:cubicBezTo>
                    <a:cubicBezTo>
                      <a:pt x="11666" y="202"/>
                      <a:pt x="9671" y="1085"/>
                      <a:pt x="8456" y="1085"/>
                    </a:cubicBezTo>
                    <a:cubicBezTo>
                      <a:pt x="8445" y="1085"/>
                      <a:pt x="8434" y="1085"/>
                      <a:pt x="8423" y="1085"/>
                    </a:cubicBezTo>
                    <a:cubicBezTo>
                      <a:pt x="7138" y="1068"/>
                      <a:pt x="4936" y="1"/>
                      <a:pt x="32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41"/>
              <p:cNvSpPr/>
              <p:nvPr/>
            </p:nvSpPr>
            <p:spPr>
              <a:xfrm>
                <a:off x="7811873" y="3294585"/>
                <a:ext cx="860251" cy="874833"/>
              </a:xfrm>
              <a:custGeom>
                <a:avLst/>
                <a:gdLst/>
                <a:ahLst/>
                <a:cxnLst/>
                <a:rect l="l" t="t" r="r" b="b"/>
                <a:pathLst>
                  <a:path w="26843" h="27298" extrusionOk="0">
                    <a:moveTo>
                      <a:pt x="17325" y="1"/>
                    </a:moveTo>
                    <a:cubicBezTo>
                      <a:pt x="16366" y="2557"/>
                      <a:pt x="12212" y="4497"/>
                      <a:pt x="7190" y="4497"/>
                    </a:cubicBezTo>
                    <a:cubicBezTo>
                      <a:pt x="4383" y="4497"/>
                      <a:pt x="1872" y="3904"/>
                      <a:pt x="0" y="2945"/>
                    </a:cubicBezTo>
                    <a:lnTo>
                      <a:pt x="0" y="2945"/>
                    </a:lnTo>
                    <a:cubicBezTo>
                      <a:pt x="137" y="4132"/>
                      <a:pt x="457" y="5525"/>
                      <a:pt x="822" y="7054"/>
                    </a:cubicBezTo>
                    <a:cubicBezTo>
                      <a:pt x="1826" y="11140"/>
                      <a:pt x="4383" y="12463"/>
                      <a:pt x="3926" y="17097"/>
                    </a:cubicBezTo>
                    <a:cubicBezTo>
                      <a:pt x="3926" y="17097"/>
                      <a:pt x="13970" y="26684"/>
                      <a:pt x="20338" y="27277"/>
                    </a:cubicBezTo>
                    <a:cubicBezTo>
                      <a:pt x="20491" y="27291"/>
                      <a:pt x="20641" y="27297"/>
                      <a:pt x="20787" y="27297"/>
                    </a:cubicBezTo>
                    <a:cubicBezTo>
                      <a:pt x="26713" y="27297"/>
                      <a:pt x="26843" y="16275"/>
                      <a:pt x="26843" y="16275"/>
                    </a:cubicBezTo>
                    <a:cubicBezTo>
                      <a:pt x="25496" y="8583"/>
                      <a:pt x="20543" y="2740"/>
                      <a:pt x="17325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41"/>
              <p:cNvSpPr/>
              <p:nvPr/>
            </p:nvSpPr>
            <p:spPr>
              <a:xfrm>
                <a:off x="7958912" y="3294392"/>
                <a:ext cx="222410" cy="328166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10240" extrusionOk="0">
                    <a:moveTo>
                      <a:pt x="1703" y="0"/>
                    </a:moveTo>
                    <a:cubicBezTo>
                      <a:pt x="1537" y="0"/>
                      <a:pt x="1379" y="32"/>
                      <a:pt x="1233" y="98"/>
                    </a:cubicBezTo>
                    <a:cubicBezTo>
                      <a:pt x="0" y="623"/>
                      <a:pt x="23" y="3317"/>
                      <a:pt x="1256" y="6101"/>
                    </a:cubicBezTo>
                    <a:cubicBezTo>
                      <a:pt x="2339" y="8550"/>
                      <a:pt x="4023" y="10239"/>
                      <a:pt x="5236" y="10239"/>
                    </a:cubicBezTo>
                    <a:cubicBezTo>
                      <a:pt x="5403" y="10239"/>
                      <a:pt x="5561" y="10207"/>
                      <a:pt x="5707" y="10141"/>
                    </a:cubicBezTo>
                    <a:cubicBezTo>
                      <a:pt x="6939" y="9594"/>
                      <a:pt x="6916" y="6900"/>
                      <a:pt x="5684" y="4138"/>
                    </a:cubicBezTo>
                    <a:cubicBezTo>
                      <a:pt x="4600" y="1690"/>
                      <a:pt x="2916" y="0"/>
                      <a:pt x="17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41"/>
              <p:cNvSpPr/>
              <p:nvPr/>
            </p:nvSpPr>
            <p:spPr>
              <a:xfrm>
                <a:off x="7958912" y="3294392"/>
                <a:ext cx="222410" cy="328166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10240" extrusionOk="0">
                    <a:moveTo>
                      <a:pt x="1703" y="0"/>
                    </a:moveTo>
                    <a:cubicBezTo>
                      <a:pt x="1537" y="0"/>
                      <a:pt x="1379" y="32"/>
                      <a:pt x="1233" y="98"/>
                    </a:cubicBezTo>
                    <a:cubicBezTo>
                      <a:pt x="0" y="623"/>
                      <a:pt x="23" y="3317"/>
                      <a:pt x="1256" y="6101"/>
                    </a:cubicBezTo>
                    <a:cubicBezTo>
                      <a:pt x="2339" y="8550"/>
                      <a:pt x="4023" y="10239"/>
                      <a:pt x="5236" y="10239"/>
                    </a:cubicBezTo>
                    <a:cubicBezTo>
                      <a:pt x="5403" y="10239"/>
                      <a:pt x="5561" y="10207"/>
                      <a:pt x="5707" y="10141"/>
                    </a:cubicBezTo>
                    <a:cubicBezTo>
                      <a:pt x="6939" y="9594"/>
                      <a:pt x="6916" y="6900"/>
                      <a:pt x="5684" y="4138"/>
                    </a:cubicBezTo>
                    <a:cubicBezTo>
                      <a:pt x="4600" y="1690"/>
                      <a:pt x="2916" y="0"/>
                      <a:pt x="1703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41"/>
              <p:cNvSpPr/>
              <p:nvPr/>
            </p:nvSpPr>
            <p:spPr>
              <a:xfrm>
                <a:off x="8048873" y="3386756"/>
                <a:ext cx="623997" cy="800290"/>
              </a:xfrm>
              <a:custGeom>
                <a:avLst/>
                <a:gdLst/>
                <a:ahLst/>
                <a:cxnLst/>
                <a:rect l="l" t="t" r="r" b="b"/>
                <a:pathLst>
                  <a:path w="19471" h="24972" extrusionOk="0">
                    <a:moveTo>
                      <a:pt x="15910" y="4224"/>
                    </a:moveTo>
                    <a:cubicBezTo>
                      <a:pt x="14632" y="2078"/>
                      <a:pt x="13719" y="1"/>
                      <a:pt x="12053" y="1"/>
                    </a:cubicBezTo>
                    <a:cubicBezTo>
                      <a:pt x="13536" y="8309"/>
                      <a:pt x="1" y="8674"/>
                      <a:pt x="1" y="15476"/>
                    </a:cubicBezTo>
                    <a:cubicBezTo>
                      <a:pt x="1" y="16093"/>
                      <a:pt x="46" y="16732"/>
                      <a:pt x="138" y="17348"/>
                    </a:cubicBezTo>
                    <a:cubicBezTo>
                      <a:pt x="3653" y="20201"/>
                      <a:pt x="9017" y="24059"/>
                      <a:pt x="12966" y="24401"/>
                    </a:cubicBezTo>
                    <a:cubicBezTo>
                      <a:pt x="19334" y="24972"/>
                      <a:pt x="19471" y="13422"/>
                      <a:pt x="19471" y="13422"/>
                    </a:cubicBezTo>
                    <a:cubicBezTo>
                      <a:pt x="18855" y="9907"/>
                      <a:pt x="17485" y="6826"/>
                      <a:pt x="15910" y="42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41"/>
              <p:cNvSpPr/>
              <p:nvPr/>
            </p:nvSpPr>
            <p:spPr>
              <a:xfrm>
                <a:off x="7659739" y="3239750"/>
                <a:ext cx="263334" cy="597686"/>
              </a:xfrm>
              <a:custGeom>
                <a:avLst/>
                <a:gdLst/>
                <a:ahLst/>
                <a:cxnLst/>
                <a:rect l="l" t="t" r="r" b="b"/>
                <a:pathLst>
                  <a:path w="8217" h="18650" extrusionOk="0">
                    <a:moveTo>
                      <a:pt x="5752" y="0"/>
                    </a:moveTo>
                    <a:cubicBezTo>
                      <a:pt x="2784" y="1484"/>
                      <a:pt x="1598" y="5250"/>
                      <a:pt x="1301" y="9587"/>
                    </a:cubicBezTo>
                    <a:cubicBezTo>
                      <a:pt x="662" y="11413"/>
                      <a:pt x="114" y="13855"/>
                      <a:pt x="68" y="15612"/>
                    </a:cubicBezTo>
                    <a:cubicBezTo>
                      <a:pt x="1" y="17253"/>
                      <a:pt x="1371" y="18649"/>
                      <a:pt x="3003" y="18649"/>
                    </a:cubicBezTo>
                    <a:cubicBezTo>
                      <a:pt x="3029" y="18649"/>
                      <a:pt x="3055" y="18649"/>
                      <a:pt x="3081" y="18648"/>
                    </a:cubicBezTo>
                    <a:lnTo>
                      <a:pt x="4953" y="18603"/>
                    </a:lnTo>
                    <a:cubicBezTo>
                      <a:pt x="6391" y="18580"/>
                      <a:pt x="7601" y="17484"/>
                      <a:pt x="7806" y="16069"/>
                    </a:cubicBezTo>
                    <a:cubicBezTo>
                      <a:pt x="8217" y="13056"/>
                      <a:pt x="6619" y="11618"/>
                      <a:pt x="6825" y="10591"/>
                    </a:cubicBezTo>
                    <a:cubicBezTo>
                      <a:pt x="7144" y="9130"/>
                      <a:pt x="5021" y="4542"/>
                      <a:pt x="57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41"/>
              <p:cNvSpPr/>
              <p:nvPr/>
            </p:nvSpPr>
            <p:spPr>
              <a:xfrm>
                <a:off x="7768704" y="3271926"/>
                <a:ext cx="154373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4817" h="16983" extrusionOk="0">
                    <a:moveTo>
                      <a:pt x="2238" y="0"/>
                    </a:moveTo>
                    <a:lnTo>
                      <a:pt x="2238" y="0"/>
                    </a:lnTo>
                    <a:cubicBezTo>
                      <a:pt x="1576" y="1849"/>
                      <a:pt x="1" y="8400"/>
                      <a:pt x="1" y="11367"/>
                    </a:cubicBezTo>
                    <a:cubicBezTo>
                      <a:pt x="1" y="15750"/>
                      <a:pt x="2055" y="15567"/>
                      <a:pt x="3310" y="16982"/>
                    </a:cubicBezTo>
                    <a:cubicBezTo>
                      <a:pt x="3904" y="16526"/>
                      <a:pt x="4315" y="15841"/>
                      <a:pt x="4429" y="15088"/>
                    </a:cubicBezTo>
                    <a:cubicBezTo>
                      <a:pt x="4817" y="12098"/>
                      <a:pt x="3265" y="10660"/>
                      <a:pt x="3447" y="9610"/>
                    </a:cubicBezTo>
                    <a:cubicBezTo>
                      <a:pt x="3721" y="8240"/>
                      <a:pt x="1941" y="4177"/>
                      <a:pt x="2238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41"/>
              <p:cNvSpPr/>
              <p:nvPr/>
            </p:nvSpPr>
            <p:spPr>
              <a:xfrm>
                <a:off x="7666309" y="3626095"/>
                <a:ext cx="400882" cy="209847"/>
              </a:xfrm>
              <a:custGeom>
                <a:avLst/>
                <a:gdLst/>
                <a:ahLst/>
                <a:cxnLst/>
                <a:rect l="l" t="t" r="r" b="b"/>
                <a:pathLst>
                  <a:path w="12509" h="6548" extrusionOk="0">
                    <a:moveTo>
                      <a:pt x="5746" y="1"/>
                    </a:moveTo>
                    <a:cubicBezTo>
                      <a:pt x="3087" y="1"/>
                      <a:pt x="875" y="509"/>
                      <a:pt x="411" y="1617"/>
                    </a:cubicBezTo>
                    <a:cubicBezTo>
                      <a:pt x="0" y="2576"/>
                      <a:pt x="92" y="3672"/>
                      <a:pt x="320" y="4585"/>
                    </a:cubicBezTo>
                    <a:cubicBezTo>
                      <a:pt x="594" y="5726"/>
                      <a:pt x="1803" y="6548"/>
                      <a:pt x="3082" y="6548"/>
                    </a:cubicBezTo>
                    <a:lnTo>
                      <a:pt x="9244" y="6548"/>
                    </a:lnTo>
                    <a:cubicBezTo>
                      <a:pt x="10637" y="6548"/>
                      <a:pt x="11847" y="5680"/>
                      <a:pt x="12120" y="4516"/>
                    </a:cubicBezTo>
                    <a:cubicBezTo>
                      <a:pt x="12508" y="3010"/>
                      <a:pt x="11847" y="750"/>
                      <a:pt x="10112" y="408"/>
                    </a:cubicBezTo>
                    <a:cubicBezTo>
                      <a:pt x="8659" y="141"/>
                      <a:pt x="7141" y="1"/>
                      <a:pt x="57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41"/>
              <p:cNvSpPr/>
              <p:nvPr/>
            </p:nvSpPr>
            <p:spPr>
              <a:xfrm>
                <a:off x="7691179" y="3625999"/>
                <a:ext cx="376013" cy="209943"/>
              </a:xfrm>
              <a:custGeom>
                <a:avLst/>
                <a:gdLst/>
                <a:ahLst/>
                <a:cxnLst/>
                <a:rect l="l" t="t" r="r" b="b"/>
                <a:pathLst>
                  <a:path w="11733" h="6551" extrusionOk="0">
                    <a:moveTo>
                      <a:pt x="4909" y="1"/>
                    </a:moveTo>
                    <a:cubicBezTo>
                      <a:pt x="2728" y="1"/>
                      <a:pt x="848" y="345"/>
                      <a:pt x="0" y="1095"/>
                    </a:cubicBezTo>
                    <a:cubicBezTo>
                      <a:pt x="685" y="1141"/>
                      <a:pt x="1393" y="1301"/>
                      <a:pt x="2146" y="1529"/>
                    </a:cubicBezTo>
                    <a:cubicBezTo>
                      <a:pt x="5273" y="2442"/>
                      <a:pt x="7464" y="4382"/>
                      <a:pt x="7053" y="5843"/>
                    </a:cubicBezTo>
                    <a:cubicBezTo>
                      <a:pt x="6962" y="6117"/>
                      <a:pt x="6779" y="6345"/>
                      <a:pt x="6551" y="6551"/>
                    </a:cubicBezTo>
                    <a:lnTo>
                      <a:pt x="8446" y="6551"/>
                    </a:lnTo>
                    <a:cubicBezTo>
                      <a:pt x="9838" y="6551"/>
                      <a:pt x="11048" y="5683"/>
                      <a:pt x="11322" y="4519"/>
                    </a:cubicBezTo>
                    <a:cubicBezTo>
                      <a:pt x="11732" y="3013"/>
                      <a:pt x="11071" y="753"/>
                      <a:pt x="9290" y="411"/>
                    </a:cubicBezTo>
                    <a:cubicBezTo>
                      <a:pt x="7835" y="143"/>
                      <a:pt x="6310" y="1"/>
                      <a:pt x="4909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41"/>
              <p:cNvSpPr/>
              <p:nvPr/>
            </p:nvSpPr>
            <p:spPr>
              <a:xfrm>
                <a:off x="7941542" y="3688782"/>
                <a:ext cx="158283" cy="161103"/>
              </a:xfrm>
              <a:custGeom>
                <a:avLst/>
                <a:gdLst/>
                <a:ahLst/>
                <a:cxnLst/>
                <a:rect l="l" t="t" r="r" b="b"/>
                <a:pathLst>
                  <a:path w="4939" h="5027" extrusionOk="0">
                    <a:moveTo>
                      <a:pt x="2936" y="1"/>
                    </a:moveTo>
                    <a:cubicBezTo>
                      <a:pt x="2885" y="1"/>
                      <a:pt x="2833" y="2"/>
                      <a:pt x="2779" y="4"/>
                    </a:cubicBezTo>
                    <a:cubicBezTo>
                      <a:pt x="953" y="72"/>
                      <a:pt x="565" y="1191"/>
                      <a:pt x="291" y="2583"/>
                    </a:cubicBezTo>
                    <a:cubicBezTo>
                      <a:pt x="1" y="3969"/>
                      <a:pt x="323" y="5027"/>
                      <a:pt x="2052" y="5027"/>
                    </a:cubicBezTo>
                    <a:cubicBezTo>
                      <a:pt x="2088" y="5027"/>
                      <a:pt x="2125" y="5026"/>
                      <a:pt x="2163" y="5025"/>
                    </a:cubicBezTo>
                    <a:cubicBezTo>
                      <a:pt x="3989" y="4934"/>
                      <a:pt x="4377" y="3816"/>
                      <a:pt x="4651" y="2423"/>
                    </a:cubicBezTo>
                    <a:cubicBezTo>
                      <a:pt x="4939" y="1072"/>
                      <a:pt x="4604" y="1"/>
                      <a:pt x="29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41"/>
              <p:cNvSpPr/>
              <p:nvPr/>
            </p:nvSpPr>
            <p:spPr>
              <a:xfrm>
                <a:off x="7953784" y="3688782"/>
                <a:ext cx="146073" cy="161103"/>
              </a:xfrm>
              <a:custGeom>
                <a:avLst/>
                <a:gdLst/>
                <a:ahLst/>
                <a:cxnLst/>
                <a:rect l="l" t="t" r="r" b="b"/>
                <a:pathLst>
                  <a:path w="4558" h="5027" extrusionOk="0">
                    <a:moveTo>
                      <a:pt x="2579" y="1"/>
                    </a:moveTo>
                    <a:cubicBezTo>
                      <a:pt x="2527" y="1"/>
                      <a:pt x="2474" y="2"/>
                      <a:pt x="2420" y="4"/>
                    </a:cubicBezTo>
                    <a:cubicBezTo>
                      <a:pt x="822" y="49"/>
                      <a:pt x="343" y="962"/>
                      <a:pt x="46" y="2104"/>
                    </a:cubicBezTo>
                    <a:cubicBezTo>
                      <a:pt x="274" y="2081"/>
                      <a:pt x="526" y="2058"/>
                      <a:pt x="822" y="2058"/>
                    </a:cubicBezTo>
                    <a:cubicBezTo>
                      <a:pt x="2169" y="2058"/>
                      <a:pt x="3242" y="2537"/>
                      <a:pt x="3242" y="3131"/>
                    </a:cubicBezTo>
                    <a:cubicBezTo>
                      <a:pt x="3242" y="3724"/>
                      <a:pt x="2169" y="4226"/>
                      <a:pt x="822" y="4226"/>
                    </a:cubicBezTo>
                    <a:cubicBezTo>
                      <a:pt x="526" y="4226"/>
                      <a:pt x="252" y="4181"/>
                      <a:pt x="1" y="4158"/>
                    </a:cubicBezTo>
                    <a:lnTo>
                      <a:pt x="1" y="4158"/>
                    </a:lnTo>
                    <a:cubicBezTo>
                      <a:pt x="221" y="4709"/>
                      <a:pt x="762" y="5026"/>
                      <a:pt x="1725" y="5026"/>
                    </a:cubicBezTo>
                    <a:cubicBezTo>
                      <a:pt x="1758" y="5026"/>
                      <a:pt x="1792" y="5026"/>
                      <a:pt x="1827" y="5025"/>
                    </a:cubicBezTo>
                    <a:cubicBezTo>
                      <a:pt x="3653" y="4934"/>
                      <a:pt x="4018" y="3816"/>
                      <a:pt x="4292" y="2423"/>
                    </a:cubicBezTo>
                    <a:cubicBezTo>
                      <a:pt x="4557" y="1072"/>
                      <a:pt x="4265" y="1"/>
                      <a:pt x="2579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41"/>
              <p:cNvSpPr/>
              <p:nvPr/>
            </p:nvSpPr>
            <p:spPr>
              <a:xfrm>
                <a:off x="7991089" y="3707178"/>
                <a:ext cx="238497" cy="133157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4155" extrusionOk="0">
                    <a:moveTo>
                      <a:pt x="1370" y="0"/>
                    </a:moveTo>
                    <a:cubicBezTo>
                      <a:pt x="92" y="1050"/>
                      <a:pt x="1" y="2511"/>
                      <a:pt x="617" y="4155"/>
                    </a:cubicBezTo>
                    <a:lnTo>
                      <a:pt x="7442" y="4155"/>
                    </a:lnTo>
                    <a:cubicBezTo>
                      <a:pt x="6848" y="1187"/>
                      <a:pt x="3402" y="274"/>
                      <a:pt x="3402" y="274"/>
                    </a:cubicBezTo>
                    <a:lnTo>
                      <a:pt x="1370" y="0"/>
                    </a:ln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41"/>
              <p:cNvSpPr/>
              <p:nvPr/>
            </p:nvSpPr>
            <p:spPr>
              <a:xfrm>
                <a:off x="8003524" y="3707915"/>
                <a:ext cx="226063" cy="133157"/>
              </a:xfrm>
              <a:custGeom>
                <a:avLst/>
                <a:gdLst/>
                <a:ahLst/>
                <a:cxnLst/>
                <a:rect l="l" t="t" r="r" b="b"/>
                <a:pathLst>
                  <a:path w="7054" h="4155" extrusionOk="0">
                    <a:moveTo>
                      <a:pt x="982" y="0"/>
                    </a:moveTo>
                    <a:cubicBezTo>
                      <a:pt x="480" y="388"/>
                      <a:pt x="160" y="890"/>
                      <a:pt x="1" y="1393"/>
                    </a:cubicBezTo>
                    <a:cubicBezTo>
                      <a:pt x="617" y="1461"/>
                      <a:pt x="1325" y="1689"/>
                      <a:pt x="2032" y="2054"/>
                    </a:cubicBezTo>
                    <a:cubicBezTo>
                      <a:pt x="3242" y="2648"/>
                      <a:pt x="4155" y="3447"/>
                      <a:pt x="4520" y="4154"/>
                    </a:cubicBezTo>
                    <a:lnTo>
                      <a:pt x="7054" y="4154"/>
                    </a:lnTo>
                    <a:cubicBezTo>
                      <a:pt x="6460" y="1187"/>
                      <a:pt x="3014" y="274"/>
                      <a:pt x="3014" y="274"/>
                    </a:cubicBez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41"/>
              <p:cNvSpPr/>
              <p:nvPr/>
            </p:nvSpPr>
            <p:spPr>
              <a:xfrm>
                <a:off x="8191745" y="3245967"/>
                <a:ext cx="410176" cy="591437"/>
              </a:xfrm>
              <a:custGeom>
                <a:avLst/>
                <a:gdLst/>
                <a:ahLst/>
                <a:cxnLst/>
                <a:rect l="l" t="t" r="r" b="b"/>
                <a:pathLst>
                  <a:path w="12799" h="18455" extrusionOk="0">
                    <a:moveTo>
                      <a:pt x="3195" y="1"/>
                    </a:moveTo>
                    <a:cubicBezTo>
                      <a:pt x="2267" y="1"/>
                      <a:pt x="0" y="2073"/>
                      <a:pt x="154" y="3915"/>
                    </a:cubicBezTo>
                    <a:cubicBezTo>
                      <a:pt x="336" y="6243"/>
                      <a:pt x="4353" y="10899"/>
                      <a:pt x="4582" y="11698"/>
                    </a:cubicBezTo>
                    <a:cubicBezTo>
                      <a:pt x="5335" y="14574"/>
                      <a:pt x="6567" y="16263"/>
                      <a:pt x="7937" y="16286"/>
                    </a:cubicBezTo>
                    <a:lnTo>
                      <a:pt x="9010" y="18454"/>
                    </a:lnTo>
                    <a:cubicBezTo>
                      <a:pt x="9018" y="18454"/>
                      <a:pt x="9026" y="18454"/>
                      <a:pt x="9034" y="18454"/>
                    </a:cubicBezTo>
                    <a:cubicBezTo>
                      <a:pt x="10652" y="18454"/>
                      <a:pt x="12798" y="16232"/>
                      <a:pt x="12707" y="14574"/>
                    </a:cubicBezTo>
                    <a:cubicBezTo>
                      <a:pt x="12593" y="12908"/>
                      <a:pt x="11201" y="10374"/>
                      <a:pt x="10562" y="8617"/>
                    </a:cubicBezTo>
                    <a:cubicBezTo>
                      <a:pt x="9078" y="2591"/>
                      <a:pt x="5061" y="400"/>
                      <a:pt x="3303" y="11"/>
                    </a:cubicBezTo>
                    <a:cubicBezTo>
                      <a:pt x="3270" y="4"/>
                      <a:pt x="3234" y="1"/>
                      <a:pt x="31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41"/>
              <p:cNvSpPr/>
              <p:nvPr/>
            </p:nvSpPr>
            <p:spPr>
              <a:xfrm>
                <a:off x="8369294" y="3279971"/>
                <a:ext cx="230422" cy="558908"/>
              </a:xfrm>
              <a:custGeom>
                <a:avLst/>
                <a:gdLst/>
                <a:ahLst/>
                <a:cxnLst/>
                <a:rect l="l" t="t" r="r" b="b"/>
                <a:pathLst>
                  <a:path w="7190" h="1744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73" y="1370"/>
                      <a:pt x="1986" y="3219"/>
                      <a:pt x="2443" y="5661"/>
                    </a:cubicBezTo>
                    <a:cubicBezTo>
                      <a:pt x="2968" y="7487"/>
                      <a:pt x="4269" y="10044"/>
                      <a:pt x="4269" y="11755"/>
                    </a:cubicBezTo>
                    <a:cubicBezTo>
                      <a:pt x="4269" y="12988"/>
                      <a:pt x="3036" y="14449"/>
                      <a:pt x="1712" y="15111"/>
                    </a:cubicBezTo>
                    <a:cubicBezTo>
                      <a:pt x="1918" y="15202"/>
                      <a:pt x="2146" y="15270"/>
                      <a:pt x="2351" y="15270"/>
                    </a:cubicBezTo>
                    <a:lnTo>
                      <a:pt x="3401" y="17439"/>
                    </a:lnTo>
                    <a:cubicBezTo>
                      <a:pt x="3409" y="17439"/>
                      <a:pt x="3418" y="17439"/>
                      <a:pt x="3426" y="17439"/>
                    </a:cubicBezTo>
                    <a:cubicBezTo>
                      <a:pt x="5044" y="17439"/>
                      <a:pt x="7190" y="15194"/>
                      <a:pt x="7122" y="13559"/>
                    </a:cubicBezTo>
                    <a:cubicBezTo>
                      <a:pt x="7053" y="11847"/>
                      <a:pt x="5661" y="9359"/>
                      <a:pt x="4999" y="7578"/>
                    </a:cubicBezTo>
                    <a:cubicBezTo>
                      <a:pt x="3995" y="3538"/>
                      <a:pt x="1872" y="1233"/>
                      <a:pt x="0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41"/>
              <p:cNvSpPr/>
              <p:nvPr/>
            </p:nvSpPr>
            <p:spPr>
              <a:xfrm>
                <a:off x="7908436" y="3302661"/>
                <a:ext cx="103898" cy="131683"/>
              </a:xfrm>
              <a:custGeom>
                <a:avLst/>
                <a:gdLst/>
                <a:ahLst/>
                <a:cxnLst/>
                <a:rect l="l" t="t" r="r" b="b"/>
                <a:pathLst>
                  <a:path w="3242" h="4109" extrusionOk="0">
                    <a:moveTo>
                      <a:pt x="1804" y="0"/>
                    </a:moveTo>
                    <a:cubicBezTo>
                      <a:pt x="982" y="23"/>
                      <a:pt x="206" y="936"/>
                      <a:pt x="115" y="2077"/>
                    </a:cubicBezTo>
                    <a:cubicBezTo>
                      <a:pt x="0" y="3218"/>
                      <a:pt x="617" y="4109"/>
                      <a:pt x="1438" y="4109"/>
                    </a:cubicBezTo>
                    <a:cubicBezTo>
                      <a:pt x="2260" y="4086"/>
                      <a:pt x="3013" y="3173"/>
                      <a:pt x="3127" y="2031"/>
                    </a:cubicBezTo>
                    <a:cubicBezTo>
                      <a:pt x="3242" y="890"/>
                      <a:pt x="2625" y="0"/>
                      <a:pt x="1804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41"/>
              <p:cNvSpPr/>
              <p:nvPr/>
            </p:nvSpPr>
            <p:spPr>
              <a:xfrm>
                <a:off x="7903308" y="3309231"/>
                <a:ext cx="174851" cy="185843"/>
              </a:xfrm>
              <a:custGeom>
                <a:avLst/>
                <a:gdLst/>
                <a:ahLst/>
                <a:cxnLst/>
                <a:rect l="l" t="t" r="r" b="b"/>
                <a:pathLst>
                  <a:path w="5456" h="5799" extrusionOk="0">
                    <a:moveTo>
                      <a:pt x="3059" y="0"/>
                    </a:moveTo>
                    <a:cubicBezTo>
                      <a:pt x="2968" y="0"/>
                      <a:pt x="2876" y="8"/>
                      <a:pt x="2785" y="23"/>
                    </a:cubicBezTo>
                    <a:cubicBezTo>
                      <a:pt x="1576" y="229"/>
                      <a:pt x="685" y="1279"/>
                      <a:pt x="1" y="2945"/>
                    </a:cubicBezTo>
                    <a:lnTo>
                      <a:pt x="4634" y="5798"/>
                    </a:lnTo>
                    <a:cubicBezTo>
                      <a:pt x="4817" y="3630"/>
                      <a:pt x="5456" y="3698"/>
                      <a:pt x="5410" y="2488"/>
                    </a:cubicBezTo>
                    <a:cubicBezTo>
                      <a:pt x="5389" y="1137"/>
                      <a:pt x="4196" y="0"/>
                      <a:pt x="3059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41"/>
              <p:cNvSpPr/>
              <p:nvPr/>
            </p:nvSpPr>
            <p:spPr>
              <a:xfrm>
                <a:off x="7941350" y="3309231"/>
                <a:ext cx="136811" cy="185843"/>
              </a:xfrm>
              <a:custGeom>
                <a:avLst/>
                <a:gdLst/>
                <a:ahLst/>
                <a:cxnLst/>
                <a:rect l="l" t="t" r="r" b="b"/>
                <a:pathLst>
                  <a:path w="4269" h="5799" extrusionOk="0">
                    <a:moveTo>
                      <a:pt x="1909" y="0"/>
                    </a:moveTo>
                    <a:cubicBezTo>
                      <a:pt x="1820" y="0"/>
                      <a:pt x="1731" y="8"/>
                      <a:pt x="1644" y="23"/>
                    </a:cubicBezTo>
                    <a:cubicBezTo>
                      <a:pt x="1005" y="137"/>
                      <a:pt x="457" y="457"/>
                      <a:pt x="1" y="959"/>
                    </a:cubicBezTo>
                    <a:cubicBezTo>
                      <a:pt x="1233" y="959"/>
                      <a:pt x="2237" y="1644"/>
                      <a:pt x="2237" y="2443"/>
                    </a:cubicBezTo>
                    <a:cubicBezTo>
                      <a:pt x="2237" y="3173"/>
                      <a:pt x="1461" y="3767"/>
                      <a:pt x="411" y="3904"/>
                    </a:cubicBezTo>
                    <a:lnTo>
                      <a:pt x="3470" y="5798"/>
                    </a:lnTo>
                    <a:cubicBezTo>
                      <a:pt x="3630" y="3630"/>
                      <a:pt x="4269" y="3698"/>
                      <a:pt x="4223" y="2488"/>
                    </a:cubicBezTo>
                    <a:cubicBezTo>
                      <a:pt x="4202" y="1137"/>
                      <a:pt x="3009" y="0"/>
                      <a:pt x="1909" y="0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41"/>
              <p:cNvSpPr/>
              <p:nvPr/>
            </p:nvSpPr>
            <p:spPr>
              <a:xfrm>
                <a:off x="7940612" y="3296059"/>
                <a:ext cx="178537" cy="332140"/>
              </a:xfrm>
              <a:custGeom>
                <a:avLst/>
                <a:gdLst/>
                <a:ahLst/>
                <a:cxnLst/>
                <a:rect l="l" t="t" r="r" b="b"/>
                <a:pathLst>
                  <a:path w="5571" h="10364" extrusionOk="0">
                    <a:moveTo>
                      <a:pt x="1827" y="1"/>
                    </a:moveTo>
                    <a:cubicBezTo>
                      <a:pt x="343" y="1"/>
                      <a:pt x="1" y="571"/>
                      <a:pt x="1" y="571"/>
                    </a:cubicBezTo>
                    <a:cubicBezTo>
                      <a:pt x="171" y="542"/>
                      <a:pt x="338" y="528"/>
                      <a:pt x="503" y="528"/>
                    </a:cubicBezTo>
                    <a:cubicBezTo>
                      <a:pt x="3087" y="528"/>
                      <a:pt x="5018" y="4034"/>
                      <a:pt x="4589" y="10363"/>
                    </a:cubicBezTo>
                    <a:lnTo>
                      <a:pt x="4748" y="10203"/>
                    </a:lnTo>
                    <a:cubicBezTo>
                      <a:pt x="4680" y="10203"/>
                      <a:pt x="5570" y="5867"/>
                      <a:pt x="4977" y="3538"/>
                    </a:cubicBezTo>
                    <a:cubicBezTo>
                      <a:pt x="4360" y="1233"/>
                      <a:pt x="3173" y="1"/>
                      <a:pt x="1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41"/>
              <p:cNvSpPr/>
              <p:nvPr/>
            </p:nvSpPr>
            <p:spPr>
              <a:xfrm>
                <a:off x="7939875" y="3296059"/>
                <a:ext cx="149277" cy="91464"/>
              </a:xfrm>
              <a:custGeom>
                <a:avLst/>
                <a:gdLst/>
                <a:ahLst/>
                <a:cxnLst/>
                <a:rect l="l" t="t" r="r" b="b"/>
                <a:pathLst>
                  <a:path w="4658" h="2854" extrusionOk="0">
                    <a:moveTo>
                      <a:pt x="1827" y="1"/>
                    </a:moveTo>
                    <a:cubicBezTo>
                      <a:pt x="343" y="1"/>
                      <a:pt x="1" y="571"/>
                      <a:pt x="1" y="571"/>
                    </a:cubicBezTo>
                    <a:cubicBezTo>
                      <a:pt x="171" y="541"/>
                      <a:pt x="340" y="526"/>
                      <a:pt x="506" y="526"/>
                    </a:cubicBezTo>
                    <a:cubicBezTo>
                      <a:pt x="1723" y="526"/>
                      <a:pt x="2819" y="1328"/>
                      <a:pt x="3562" y="2854"/>
                    </a:cubicBezTo>
                    <a:cubicBezTo>
                      <a:pt x="3972" y="2785"/>
                      <a:pt x="4338" y="2671"/>
                      <a:pt x="4657" y="2511"/>
                    </a:cubicBezTo>
                    <a:cubicBezTo>
                      <a:pt x="4018" y="891"/>
                      <a:pt x="2991" y="1"/>
                      <a:pt x="1827" y="1"/>
                    </a:cubicBezTo>
                    <a:close/>
                  </a:path>
                </a:pathLst>
              </a:custGeom>
              <a:solidFill>
                <a:srgbClr val="FFFFFF">
                  <a:alpha val="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41"/>
              <p:cNvSpPr/>
              <p:nvPr/>
            </p:nvSpPr>
            <p:spPr>
              <a:xfrm>
                <a:off x="7919396" y="3427009"/>
                <a:ext cx="158763" cy="245548"/>
              </a:xfrm>
              <a:custGeom>
                <a:avLst/>
                <a:gdLst/>
                <a:ahLst/>
                <a:cxnLst/>
                <a:rect l="l" t="t" r="r" b="b"/>
                <a:pathLst>
                  <a:path w="4954" h="7662" extrusionOk="0">
                    <a:moveTo>
                      <a:pt x="3059" y="0"/>
                    </a:moveTo>
                    <a:cubicBezTo>
                      <a:pt x="868" y="936"/>
                      <a:pt x="1" y="4976"/>
                      <a:pt x="229" y="6117"/>
                    </a:cubicBezTo>
                    <a:cubicBezTo>
                      <a:pt x="377" y="6907"/>
                      <a:pt x="1131" y="7662"/>
                      <a:pt x="1916" y="7662"/>
                    </a:cubicBezTo>
                    <a:cubicBezTo>
                      <a:pt x="2220" y="7662"/>
                      <a:pt x="2528" y="7549"/>
                      <a:pt x="2808" y="7282"/>
                    </a:cubicBezTo>
                    <a:cubicBezTo>
                      <a:pt x="4954" y="3105"/>
                      <a:pt x="4680" y="2488"/>
                      <a:pt x="4703" y="2488"/>
                    </a:cubicBezTo>
                    <a:cubicBezTo>
                      <a:pt x="4794" y="1279"/>
                      <a:pt x="3059" y="0"/>
                      <a:pt x="3059" y="0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41"/>
              <p:cNvSpPr/>
              <p:nvPr/>
            </p:nvSpPr>
            <p:spPr>
              <a:xfrm>
                <a:off x="7778222" y="3375283"/>
                <a:ext cx="260450" cy="342235"/>
              </a:xfrm>
              <a:custGeom>
                <a:avLst/>
                <a:gdLst/>
                <a:ahLst/>
                <a:cxnLst/>
                <a:rect l="l" t="t" r="r" b="b"/>
                <a:pathLst>
                  <a:path w="8127" h="10679" extrusionOk="0">
                    <a:moveTo>
                      <a:pt x="4736" y="0"/>
                    </a:moveTo>
                    <a:cubicBezTo>
                      <a:pt x="4490" y="0"/>
                      <a:pt x="4337" y="17"/>
                      <a:pt x="4337" y="17"/>
                    </a:cubicBezTo>
                    <a:cubicBezTo>
                      <a:pt x="936" y="1569"/>
                      <a:pt x="0" y="7389"/>
                      <a:pt x="685" y="8553"/>
                    </a:cubicBezTo>
                    <a:cubicBezTo>
                      <a:pt x="1356" y="9664"/>
                      <a:pt x="3430" y="10678"/>
                      <a:pt x="5338" y="10678"/>
                    </a:cubicBezTo>
                    <a:cubicBezTo>
                      <a:pt x="5508" y="10678"/>
                      <a:pt x="5677" y="10670"/>
                      <a:pt x="5844" y="10653"/>
                    </a:cubicBezTo>
                    <a:cubicBezTo>
                      <a:pt x="6757" y="10585"/>
                      <a:pt x="7305" y="9512"/>
                      <a:pt x="7008" y="9032"/>
                    </a:cubicBezTo>
                    <a:cubicBezTo>
                      <a:pt x="5661" y="7731"/>
                      <a:pt x="7556" y="5335"/>
                      <a:pt x="8126" y="2139"/>
                    </a:cubicBezTo>
                    <a:cubicBezTo>
                      <a:pt x="7698" y="210"/>
                      <a:pt x="5619" y="0"/>
                      <a:pt x="47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41"/>
              <p:cNvSpPr/>
              <p:nvPr/>
            </p:nvSpPr>
            <p:spPr>
              <a:xfrm>
                <a:off x="7804566" y="3526488"/>
                <a:ext cx="27817" cy="106109"/>
              </a:xfrm>
              <a:custGeom>
                <a:avLst/>
                <a:gdLst/>
                <a:ahLst/>
                <a:cxnLst/>
                <a:rect l="l" t="t" r="r" b="b"/>
                <a:pathLst>
                  <a:path w="868" h="3311" extrusionOk="0">
                    <a:moveTo>
                      <a:pt x="868" y="1"/>
                    </a:moveTo>
                    <a:cubicBezTo>
                      <a:pt x="867" y="1"/>
                      <a:pt x="0" y="982"/>
                      <a:pt x="365" y="3310"/>
                    </a:cubicBezTo>
                    <a:cubicBezTo>
                      <a:pt x="662" y="2237"/>
                      <a:pt x="822" y="1142"/>
                      <a:pt x="868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41"/>
              <p:cNvSpPr/>
              <p:nvPr/>
            </p:nvSpPr>
            <p:spPr>
              <a:xfrm>
                <a:off x="7855748" y="3511874"/>
                <a:ext cx="30766" cy="103898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242" extrusionOk="0">
                    <a:moveTo>
                      <a:pt x="960" y="0"/>
                    </a:moveTo>
                    <a:cubicBezTo>
                      <a:pt x="959" y="0"/>
                      <a:pt x="1" y="868"/>
                      <a:pt x="47" y="3241"/>
                    </a:cubicBezTo>
                    <a:cubicBezTo>
                      <a:pt x="480" y="2214"/>
                      <a:pt x="800" y="1118"/>
                      <a:pt x="960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41"/>
              <p:cNvSpPr/>
              <p:nvPr/>
            </p:nvSpPr>
            <p:spPr>
              <a:xfrm>
                <a:off x="7893084" y="3560876"/>
                <a:ext cx="40252" cy="9950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105" extrusionOk="0">
                    <a:moveTo>
                      <a:pt x="1255" y="0"/>
                    </a:moveTo>
                    <a:cubicBezTo>
                      <a:pt x="1255" y="0"/>
                      <a:pt x="183" y="731"/>
                      <a:pt x="0" y="3105"/>
                    </a:cubicBezTo>
                    <a:cubicBezTo>
                      <a:pt x="548" y="2123"/>
                      <a:pt x="936" y="1096"/>
                      <a:pt x="1255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41"/>
              <p:cNvSpPr/>
              <p:nvPr/>
            </p:nvSpPr>
            <p:spPr>
              <a:xfrm>
                <a:off x="7801618" y="3375283"/>
                <a:ext cx="237055" cy="342748"/>
              </a:xfrm>
              <a:custGeom>
                <a:avLst/>
                <a:gdLst/>
                <a:ahLst/>
                <a:cxnLst/>
                <a:rect l="l" t="t" r="r" b="b"/>
                <a:pathLst>
                  <a:path w="7397" h="10695" extrusionOk="0">
                    <a:moveTo>
                      <a:pt x="4006" y="0"/>
                    </a:moveTo>
                    <a:cubicBezTo>
                      <a:pt x="3760" y="0"/>
                      <a:pt x="3607" y="17"/>
                      <a:pt x="3607" y="17"/>
                    </a:cubicBezTo>
                    <a:cubicBezTo>
                      <a:pt x="1621" y="930"/>
                      <a:pt x="480" y="3281"/>
                      <a:pt x="1" y="5289"/>
                    </a:cubicBezTo>
                    <a:cubicBezTo>
                      <a:pt x="686" y="5449"/>
                      <a:pt x="1462" y="5723"/>
                      <a:pt x="2169" y="6202"/>
                    </a:cubicBezTo>
                    <a:cubicBezTo>
                      <a:pt x="3972" y="7412"/>
                      <a:pt x="4886" y="9215"/>
                      <a:pt x="4201" y="10265"/>
                    </a:cubicBezTo>
                    <a:cubicBezTo>
                      <a:pt x="4087" y="10402"/>
                      <a:pt x="3972" y="10539"/>
                      <a:pt x="3790" y="10630"/>
                    </a:cubicBezTo>
                    <a:cubicBezTo>
                      <a:pt x="4042" y="10670"/>
                      <a:pt x="4294" y="10694"/>
                      <a:pt x="4546" y="10694"/>
                    </a:cubicBezTo>
                    <a:cubicBezTo>
                      <a:pt x="4728" y="10694"/>
                      <a:pt x="4909" y="10682"/>
                      <a:pt x="5091" y="10653"/>
                    </a:cubicBezTo>
                    <a:cubicBezTo>
                      <a:pt x="6004" y="10585"/>
                      <a:pt x="6529" y="9489"/>
                      <a:pt x="6255" y="9032"/>
                    </a:cubicBezTo>
                    <a:cubicBezTo>
                      <a:pt x="4908" y="7731"/>
                      <a:pt x="6826" y="5335"/>
                      <a:pt x="7396" y="2139"/>
                    </a:cubicBezTo>
                    <a:cubicBezTo>
                      <a:pt x="6968" y="210"/>
                      <a:pt x="4889" y="0"/>
                      <a:pt x="400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41"/>
              <p:cNvSpPr/>
              <p:nvPr/>
            </p:nvSpPr>
            <p:spPr>
              <a:xfrm>
                <a:off x="7957598" y="3388487"/>
                <a:ext cx="88387" cy="108929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3399" extrusionOk="0">
                    <a:moveTo>
                      <a:pt x="563" y="0"/>
                    </a:moveTo>
                    <a:cubicBezTo>
                      <a:pt x="311" y="0"/>
                      <a:pt x="0" y="217"/>
                      <a:pt x="19" y="495"/>
                    </a:cubicBezTo>
                    <a:cubicBezTo>
                      <a:pt x="41" y="837"/>
                      <a:pt x="1046" y="2115"/>
                      <a:pt x="1320" y="2983"/>
                    </a:cubicBezTo>
                    <a:cubicBezTo>
                      <a:pt x="1420" y="3322"/>
                      <a:pt x="1847" y="3398"/>
                      <a:pt x="2209" y="3398"/>
                    </a:cubicBezTo>
                    <a:cubicBezTo>
                      <a:pt x="2504" y="3398"/>
                      <a:pt x="2758" y="3348"/>
                      <a:pt x="2758" y="3348"/>
                    </a:cubicBezTo>
                    <a:cubicBezTo>
                      <a:pt x="2506" y="1659"/>
                      <a:pt x="1023" y="175"/>
                      <a:pt x="726" y="38"/>
                    </a:cubicBezTo>
                    <a:cubicBezTo>
                      <a:pt x="678" y="12"/>
                      <a:pt x="622" y="0"/>
                      <a:pt x="563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41"/>
              <p:cNvSpPr/>
              <p:nvPr/>
            </p:nvSpPr>
            <p:spPr>
              <a:xfrm>
                <a:off x="7852671" y="3426945"/>
                <a:ext cx="229140" cy="221737"/>
              </a:xfrm>
              <a:custGeom>
                <a:avLst/>
                <a:gdLst/>
                <a:ahLst/>
                <a:cxnLst/>
                <a:rect l="l" t="t" r="r" b="b"/>
                <a:pathLst>
                  <a:path w="7150" h="6919" extrusionOk="0">
                    <a:moveTo>
                      <a:pt x="3314" y="1"/>
                    </a:moveTo>
                    <a:cubicBezTo>
                      <a:pt x="2675" y="1"/>
                      <a:pt x="0" y="3453"/>
                      <a:pt x="1352" y="3746"/>
                    </a:cubicBezTo>
                    <a:cubicBezTo>
                      <a:pt x="2722" y="4020"/>
                      <a:pt x="3293" y="5800"/>
                      <a:pt x="3566" y="6142"/>
                    </a:cubicBezTo>
                    <a:cubicBezTo>
                      <a:pt x="3863" y="6507"/>
                      <a:pt x="5940" y="6873"/>
                      <a:pt x="6123" y="6918"/>
                    </a:cubicBezTo>
                    <a:lnTo>
                      <a:pt x="7150" y="3289"/>
                    </a:lnTo>
                    <a:cubicBezTo>
                      <a:pt x="6374" y="2947"/>
                      <a:pt x="5735" y="1554"/>
                      <a:pt x="5507" y="1235"/>
                    </a:cubicBezTo>
                    <a:cubicBezTo>
                      <a:pt x="5278" y="938"/>
                      <a:pt x="3909" y="94"/>
                      <a:pt x="3338" y="2"/>
                    </a:cubicBezTo>
                    <a:cubicBezTo>
                      <a:pt x="3331" y="1"/>
                      <a:pt x="3323" y="1"/>
                      <a:pt x="3314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41"/>
              <p:cNvSpPr/>
              <p:nvPr/>
            </p:nvSpPr>
            <p:spPr>
              <a:xfrm>
                <a:off x="7808220" y="3503349"/>
                <a:ext cx="122197" cy="63390"/>
              </a:xfrm>
              <a:custGeom>
                <a:avLst/>
                <a:gdLst/>
                <a:ahLst/>
                <a:cxnLst/>
                <a:rect l="l" t="t" r="r" b="b"/>
                <a:pathLst>
                  <a:path w="3813" h="1978" extrusionOk="0">
                    <a:moveTo>
                      <a:pt x="1168" y="1"/>
                    </a:moveTo>
                    <a:cubicBezTo>
                      <a:pt x="759" y="1"/>
                      <a:pt x="424" y="37"/>
                      <a:pt x="320" y="106"/>
                    </a:cubicBezTo>
                    <a:cubicBezTo>
                      <a:pt x="0" y="266"/>
                      <a:pt x="0" y="814"/>
                      <a:pt x="251" y="996"/>
                    </a:cubicBezTo>
                    <a:cubicBezTo>
                      <a:pt x="502" y="1156"/>
                      <a:pt x="2557" y="1156"/>
                      <a:pt x="3812" y="1978"/>
                    </a:cubicBezTo>
                    <a:cubicBezTo>
                      <a:pt x="3812" y="1978"/>
                      <a:pt x="3630" y="654"/>
                      <a:pt x="3059" y="312"/>
                    </a:cubicBezTo>
                    <a:cubicBezTo>
                      <a:pt x="2704" y="99"/>
                      <a:pt x="1838" y="1"/>
                      <a:pt x="1168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41"/>
              <p:cNvSpPr/>
              <p:nvPr/>
            </p:nvSpPr>
            <p:spPr>
              <a:xfrm>
                <a:off x="7822834" y="3458257"/>
                <a:ext cx="124408" cy="59480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1856" extrusionOk="0">
                    <a:moveTo>
                      <a:pt x="1467" y="1"/>
                    </a:moveTo>
                    <a:cubicBezTo>
                      <a:pt x="916" y="1"/>
                      <a:pt x="416" y="57"/>
                      <a:pt x="275" y="144"/>
                    </a:cubicBezTo>
                    <a:cubicBezTo>
                      <a:pt x="1" y="304"/>
                      <a:pt x="24" y="851"/>
                      <a:pt x="275" y="1034"/>
                    </a:cubicBezTo>
                    <a:cubicBezTo>
                      <a:pt x="549" y="1194"/>
                      <a:pt x="2603" y="1080"/>
                      <a:pt x="3881" y="1856"/>
                    </a:cubicBezTo>
                    <a:cubicBezTo>
                      <a:pt x="3881" y="1856"/>
                      <a:pt x="3630" y="532"/>
                      <a:pt x="3059" y="235"/>
                    </a:cubicBezTo>
                    <a:cubicBezTo>
                      <a:pt x="2737" y="68"/>
                      <a:pt x="2071" y="1"/>
                      <a:pt x="1467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41"/>
              <p:cNvSpPr/>
              <p:nvPr/>
            </p:nvSpPr>
            <p:spPr>
              <a:xfrm>
                <a:off x="7866741" y="3417747"/>
                <a:ext cx="121460" cy="63422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1979" extrusionOk="0">
                    <a:moveTo>
                      <a:pt x="959" y="0"/>
                    </a:moveTo>
                    <a:cubicBezTo>
                      <a:pt x="667" y="0"/>
                      <a:pt x="437" y="21"/>
                      <a:pt x="343" y="61"/>
                    </a:cubicBezTo>
                    <a:cubicBezTo>
                      <a:pt x="23" y="198"/>
                      <a:pt x="0" y="723"/>
                      <a:pt x="251" y="883"/>
                    </a:cubicBezTo>
                    <a:cubicBezTo>
                      <a:pt x="503" y="1088"/>
                      <a:pt x="2557" y="1157"/>
                      <a:pt x="3789" y="1978"/>
                    </a:cubicBezTo>
                    <a:cubicBezTo>
                      <a:pt x="3789" y="1978"/>
                      <a:pt x="3630" y="723"/>
                      <a:pt x="3082" y="358"/>
                    </a:cubicBezTo>
                    <a:cubicBezTo>
                      <a:pt x="2696" y="117"/>
                      <a:pt x="1653" y="0"/>
                      <a:pt x="959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41"/>
              <p:cNvSpPr/>
              <p:nvPr/>
            </p:nvSpPr>
            <p:spPr>
              <a:xfrm>
                <a:off x="7953784" y="3448963"/>
                <a:ext cx="126588" cy="200457"/>
              </a:xfrm>
              <a:custGeom>
                <a:avLst/>
                <a:gdLst/>
                <a:ahLst/>
                <a:cxnLst/>
                <a:rect l="l" t="t" r="r" b="b"/>
                <a:pathLst>
                  <a:path w="3950" h="6255" extrusionOk="0">
                    <a:moveTo>
                      <a:pt x="1621" y="0"/>
                    </a:moveTo>
                    <a:lnTo>
                      <a:pt x="1621" y="0"/>
                    </a:lnTo>
                    <a:cubicBezTo>
                      <a:pt x="1644" y="251"/>
                      <a:pt x="1667" y="548"/>
                      <a:pt x="1667" y="822"/>
                    </a:cubicBezTo>
                    <a:cubicBezTo>
                      <a:pt x="1667" y="2693"/>
                      <a:pt x="959" y="4246"/>
                      <a:pt x="1" y="4771"/>
                    </a:cubicBezTo>
                    <a:cubicBezTo>
                      <a:pt x="160" y="5090"/>
                      <a:pt x="297" y="5364"/>
                      <a:pt x="389" y="5478"/>
                    </a:cubicBezTo>
                    <a:cubicBezTo>
                      <a:pt x="685" y="5843"/>
                      <a:pt x="2762" y="6231"/>
                      <a:pt x="2922" y="6254"/>
                    </a:cubicBezTo>
                    <a:lnTo>
                      <a:pt x="3949" y="2625"/>
                    </a:lnTo>
                    <a:cubicBezTo>
                      <a:pt x="3219" y="2260"/>
                      <a:pt x="2580" y="867"/>
                      <a:pt x="2352" y="548"/>
                    </a:cubicBezTo>
                    <a:cubicBezTo>
                      <a:pt x="2283" y="434"/>
                      <a:pt x="1986" y="205"/>
                      <a:pt x="1621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41"/>
              <p:cNvSpPr/>
              <p:nvPr/>
            </p:nvSpPr>
            <p:spPr>
              <a:xfrm>
                <a:off x="8313690" y="3583919"/>
                <a:ext cx="150719" cy="61852"/>
              </a:xfrm>
              <a:custGeom>
                <a:avLst/>
                <a:gdLst/>
                <a:ahLst/>
                <a:cxnLst/>
                <a:rect l="l" t="t" r="r" b="b"/>
                <a:pathLst>
                  <a:path w="4703" h="1930" extrusionOk="0">
                    <a:moveTo>
                      <a:pt x="1887" y="0"/>
                    </a:moveTo>
                    <a:cubicBezTo>
                      <a:pt x="1320" y="0"/>
                      <a:pt x="685" y="35"/>
                      <a:pt x="1" y="126"/>
                    </a:cubicBezTo>
                    <a:lnTo>
                      <a:pt x="206" y="263"/>
                    </a:lnTo>
                    <a:lnTo>
                      <a:pt x="4703" y="1929"/>
                    </a:lnTo>
                    <a:lnTo>
                      <a:pt x="4680" y="308"/>
                    </a:lnTo>
                    <a:cubicBezTo>
                      <a:pt x="4680" y="308"/>
                      <a:pt x="3588" y="0"/>
                      <a:pt x="18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41"/>
              <p:cNvSpPr/>
              <p:nvPr/>
            </p:nvSpPr>
            <p:spPr>
              <a:xfrm>
                <a:off x="8313690" y="3583919"/>
                <a:ext cx="150719" cy="61852"/>
              </a:xfrm>
              <a:custGeom>
                <a:avLst/>
                <a:gdLst/>
                <a:ahLst/>
                <a:cxnLst/>
                <a:rect l="l" t="t" r="r" b="b"/>
                <a:pathLst>
                  <a:path w="4703" h="1930" extrusionOk="0">
                    <a:moveTo>
                      <a:pt x="1887" y="0"/>
                    </a:moveTo>
                    <a:cubicBezTo>
                      <a:pt x="1320" y="0"/>
                      <a:pt x="685" y="35"/>
                      <a:pt x="1" y="126"/>
                    </a:cubicBezTo>
                    <a:lnTo>
                      <a:pt x="206" y="263"/>
                    </a:lnTo>
                    <a:lnTo>
                      <a:pt x="4703" y="1929"/>
                    </a:lnTo>
                    <a:lnTo>
                      <a:pt x="4680" y="308"/>
                    </a:lnTo>
                    <a:cubicBezTo>
                      <a:pt x="4680" y="308"/>
                      <a:pt x="3588" y="0"/>
                      <a:pt x="1887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41"/>
              <p:cNvSpPr/>
              <p:nvPr/>
            </p:nvSpPr>
            <p:spPr>
              <a:xfrm>
                <a:off x="8023266" y="3515528"/>
                <a:ext cx="118544" cy="188760"/>
              </a:xfrm>
              <a:custGeom>
                <a:avLst/>
                <a:gdLst/>
                <a:ahLst/>
                <a:cxnLst/>
                <a:rect l="l" t="t" r="r" b="b"/>
                <a:pathLst>
                  <a:path w="3699" h="5890" extrusionOk="0">
                    <a:moveTo>
                      <a:pt x="1850" y="0"/>
                    </a:moveTo>
                    <a:cubicBezTo>
                      <a:pt x="115" y="1233"/>
                      <a:pt x="1" y="5181"/>
                      <a:pt x="1" y="5181"/>
                    </a:cubicBezTo>
                    <a:lnTo>
                      <a:pt x="1667" y="5889"/>
                    </a:lnTo>
                    <a:lnTo>
                      <a:pt x="3699" y="525"/>
                    </a:lnTo>
                    <a:lnTo>
                      <a:pt x="185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1"/>
              <p:cNvSpPr/>
              <p:nvPr/>
            </p:nvSpPr>
            <p:spPr>
              <a:xfrm>
                <a:off x="8052526" y="3518893"/>
                <a:ext cx="525259" cy="333294"/>
              </a:xfrm>
              <a:custGeom>
                <a:avLst/>
                <a:gdLst/>
                <a:ahLst/>
                <a:cxnLst/>
                <a:rect l="l" t="t" r="r" b="b"/>
                <a:pathLst>
                  <a:path w="16390" h="10400" extrusionOk="0">
                    <a:moveTo>
                      <a:pt x="2264" y="1"/>
                    </a:moveTo>
                    <a:cubicBezTo>
                      <a:pt x="2242" y="1"/>
                      <a:pt x="2225" y="4"/>
                      <a:pt x="2215" y="9"/>
                    </a:cubicBezTo>
                    <a:cubicBezTo>
                      <a:pt x="1895" y="215"/>
                      <a:pt x="24" y="3136"/>
                      <a:pt x="1" y="6400"/>
                    </a:cubicBezTo>
                    <a:cubicBezTo>
                      <a:pt x="1" y="6400"/>
                      <a:pt x="9119" y="10399"/>
                      <a:pt x="12395" y="10399"/>
                    </a:cubicBezTo>
                    <a:cubicBezTo>
                      <a:pt x="12458" y="10399"/>
                      <a:pt x="12519" y="10398"/>
                      <a:pt x="12578" y="10395"/>
                    </a:cubicBezTo>
                    <a:cubicBezTo>
                      <a:pt x="14404" y="10281"/>
                      <a:pt x="16390" y="8660"/>
                      <a:pt x="15796" y="7838"/>
                    </a:cubicBezTo>
                    <a:cubicBezTo>
                      <a:pt x="15317" y="7154"/>
                      <a:pt x="10980" y="3250"/>
                      <a:pt x="10432" y="2954"/>
                    </a:cubicBezTo>
                    <a:cubicBezTo>
                      <a:pt x="9879" y="2688"/>
                      <a:pt x="2982" y="1"/>
                      <a:pt x="22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1"/>
              <p:cNvSpPr/>
              <p:nvPr/>
            </p:nvSpPr>
            <p:spPr>
              <a:xfrm>
                <a:off x="8052526" y="3583535"/>
                <a:ext cx="525259" cy="267276"/>
              </a:xfrm>
              <a:custGeom>
                <a:avLst/>
                <a:gdLst/>
                <a:ahLst/>
                <a:cxnLst/>
                <a:rect l="l" t="t" r="r" b="b"/>
                <a:pathLst>
                  <a:path w="16390" h="8340" extrusionOk="0">
                    <a:moveTo>
                      <a:pt x="8150" y="1"/>
                    </a:moveTo>
                    <a:cubicBezTo>
                      <a:pt x="10067" y="1165"/>
                      <a:pt x="11185" y="2443"/>
                      <a:pt x="10866" y="3356"/>
                    </a:cubicBezTo>
                    <a:cubicBezTo>
                      <a:pt x="10627" y="4072"/>
                      <a:pt x="9550" y="4432"/>
                      <a:pt x="8008" y="4432"/>
                    </a:cubicBezTo>
                    <a:cubicBezTo>
                      <a:pt x="6454" y="4432"/>
                      <a:pt x="4426" y="4067"/>
                      <a:pt x="2306" y="3333"/>
                    </a:cubicBezTo>
                    <a:cubicBezTo>
                      <a:pt x="1553" y="3082"/>
                      <a:pt x="846" y="2786"/>
                      <a:pt x="184" y="2512"/>
                    </a:cubicBezTo>
                    <a:cubicBezTo>
                      <a:pt x="69" y="3105"/>
                      <a:pt x="1" y="3744"/>
                      <a:pt x="1" y="4360"/>
                    </a:cubicBezTo>
                    <a:cubicBezTo>
                      <a:pt x="1" y="4360"/>
                      <a:pt x="9024" y="8339"/>
                      <a:pt x="12322" y="8339"/>
                    </a:cubicBezTo>
                    <a:cubicBezTo>
                      <a:pt x="12403" y="8339"/>
                      <a:pt x="12481" y="8337"/>
                      <a:pt x="12555" y="8332"/>
                    </a:cubicBezTo>
                    <a:cubicBezTo>
                      <a:pt x="14404" y="8241"/>
                      <a:pt x="16390" y="6620"/>
                      <a:pt x="15796" y="5798"/>
                    </a:cubicBezTo>
                    <a:cubicBezTo>
                      <a:pt x="15317" y="5137"/>
                      <a:pt x="11003" y="1188"/>
                      <a:pt x="10432" y="914"/>
                    </a:cubicBezTo>
                    <a:cubicBezTo>
                      <a:pt x="10272" y="823"/>
                      <a:pt x="9314" y="457"/>
                      <a:pt x="815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1"/>
              <p:cNvSpPr/>
              <p:nvPr/>
            </p:nvSpPr>
            <p:spPr>
              <a:xfrm>
                <a:off x="7892347" y="3778069"/>
                <a:ext cx="22690" cy="30317"/>
              </a:xfrm>
              <a:custGeom>
                <a:avLst/>
                <a:gdLst/>
                <a:ahLst/>
                <a:cxnLst/>
                <a:rect l="l" t="t" r="r" b="b"/>
                <a:pathLst>
                  <a:path w="708" h="946" extrusionOk="0">
                    <a:moveTo>
                      <a:pt x="259" y="0"/>
                    </a:moveTo>
                    <a:cubicBezTo>
                      <a:pt x="249" y="0"/>
                      <a:pt x="239" y="1"/>
                      <a:pt x="228" y="2"/>
                    </a:cubicBezTo>
                    <a:cubicBezTo>
                      <a:pt x="46" y="25"/>
                      <a:pt x="0" y="299"/>
                      <a:pt x="46" y="550"/>
                    </a:cubicBezTo>
                    <a:cubicBezTo>
                      <a:pt x="107" y="775"/>
                      <a:pt x="279" y="945"/>
                      <a:pt x="429" y="945"/>
                    </a:cubicBezTo>
                    <a:cubicBezTo>
                      <a:pt x="446" y="945"/>
                      <a:pt x="463" y="943"/>
                      <a:pt x="480" y="938"/>
                    </a:cubicBezTo>
                    <a:cubicBezTo>
                      <a:pt x="617" y="915"/>
                      <a:pt x="708" y="664"/>
                      <a:pt x="662" y="413"/>
                    </a:cubicBezTo>
                    <a:cubicBezTo>
                      <a:pt x="598" y="157"/>
                      <a:pt x="414" y="0"/>
                      <a:pt x="259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41"/>
              <p:cNvSpPr/>
              <p:nvPr/>
            </p:nvSpPr>
            <p:spPr>
              <a:xfrm>
                <a:off x="7866003" y="3781691"/>
                <a:ext cx="16120" cy="22177"/>
              </a:xfrm>
              <a:custGeom>
                <a:avLst/>
                <a:gdLst/>
                <a:ahLst/>
                <a:cxnLst/>
                <a:rect l="l" t="t" r="r" b="b"/>
                <a:pathLst>
                  <a:path w="503" h="692" extrusionOk="0">
                    <a:moveTo>
                      <a:pt x="190" y="1"/>
                    </a:moveTo>
                    <a:cubicBezTo>
                      <a:pt x="180" y="1"/>
                      <a:pt x="170" y="2"/>
                      <a:pt x="160" y="4"/>
                    </a:cubicBezTo>
                    <a:cubicBezTo>
                      <a:pt x="46" y="26"/>
                      <a:pt x="1" y="209"/>
                      <a:pt x="46" y="414"/>
                    </a:cubicBezTo>
                    <a:cubicBezTo>
                      <a:pt x="109" y="581"/>
                      <a:pt x="229" y="691"/>
                      <a:pt x="336" y="691"/>
                    </a:cubicBezTo>
                    <a:cubicBezTo>
                      <a:pt x="346" y="691"/>
                      <a:pt x="356" y="690"/>
                      <a:pt x="366" y="688"/>
                    </a:cubicBezTo>
                    <a:cubicBezTo>
                      <a:pt x="457" y="665"/>
                      <a:pt x="503" y="460"/>
                      <a:pt x="480" y="300"/>
                    </a:cubicBezTo>
                    <a:cubicBezTo>
                      <a:pt x="417" y="112"/>
                      <a:pt x="297" y="1"/>
                      <a:pt x="19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41"/>
              <p:cNvSpPr/>
              <p:nvPr/>
            </p:nvSpPr>
            <p:spPr>
              <a:xfrm>
                <a:off x="8100086" y="3588406"/>
                <a:ext cx="34419" cy="35637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1112" extrusionOk="0">
                    <a:moveTo>
                      <a:pt x="594" y="1"/>
                    </a:moveTo>
                    <a:cubicBezTo>
                      <a:pt x="357" y="1"/>
                      <a:pt x="150" y="159"/>
                      <a:pt x="69" y="442"/>
                    </a:cubicBezTo>
                    <a:cubicBezTo>
                      <a:pt x="1" y="739"/>
                      <a:pt x="138" y="1036"/>
                      <a:pt x="389" y="1104"/>
                    </a:cubicBezTo>
                    <a:cubicBezTo>
                      <a:pt x="417" y="1109"/>
                      <a:pt x="445" y="1112"/>
                      <a:pt x="474" y="1112"/>
                    </a:cubicBezTo>
                    <a:cubicBezTo>
                      <a:pt x="699" y="1112"/>
                      <a:pt x="921" y="954"/>
                      <a:pt x="982" y="671"/>
                    </a:cubicBezTo>
                    <a:cubicBezTo>
                      <a:pt x="1073" y="397"/>
                      <a:pt x="936" y="77"/>
                      <a:pt x="685" y="9"/>
                    </a:cubicBezTo>
                    <a:cubicBezTo>
                      <a:pt x="655" y="4"/>
                      <a:pt x="624" y="1"/>
                      <a:pt x="594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41"/>
              <p:cNvSpPr/>
              <p:nvPr/>
            </p:nvSpPr>
            <p:spPr>
              <a:xfrm>
                <a:off x="8144698" y="3613468"/>
                <a:ext cx="25638" cy="26215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18" extrusionOk="0">
                    <a:moveTo>
                      <a:pt x="463" y="0"/>
                    </a:moveTo>
                    <a:cubicBezTo>
                      <a:pt x="294" y="0"/>
                      <a:pt x="131" y="132"/>
                      <a:pt x="47" y="322"/>
                    </a:cubicBezTo>
                    <a:cubicBezTo>
                      <a:pt x="1" y="551"/>
                      <a:pt x="115" y="756"/>
                      <a:pt x="275" y="802"/>
                    </a:cubicBezTo>
                    <a:cubicBezTo>
                      <a:pt x="307" y="812"/>
                      <a:pt x="339" y="818"/>
                      <a:pt x="369" y="818"/>
                    </a:cubicBezTo>
                    <a:cubicBezTo>
                      <a:pt x="529" y="818"/>
                      <a:pt x="655" y="674"/>
                      <a:pt x="731" y="482"/>
                    </a:cubicBezTo>
                    <a:cubicBezTo>
                      <a:pt x="800" y="254"/>
                      <a:pt x="686" y="48"/>
                      <a:pt x="503" y="3"/>
                    </a:cubicBezTo>
                    <a:cubicBezTo>
                      <a:pt x="490" y="1"/>
                      <a:pt x="476" y="0"/>
                      <a:pt x="463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41"/>
              <p:cNvSpPr/>
              <p:nvPr/>
            </p:nvSpPr>
            <p:spPr>
              <a:xfrm>
                <a:off x="7714360" y="3583206"/>
                <a:ext cx="70176" cy="6428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009" extrusionOk="0">
                    <a:moveTo>
                      <a:pt x="1" y="0"/>
                    </a:moveTo>
                    <a:cubicBezTo>
                      <a:pt x="1" y="0"/>
                      <a:pt x="343" y="639"/>
                      <a:pt x="2032" y="2009"/>
                    </a:cubicBezTo>
                    <a:lnTo>
                      <a:pt x="2192" y="7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41"/>
              <p:cNvSpPr/>
              <p:nvPr/>
            </p:nvSpPr>
            <p:spPr>
              <a:xfrm>
                <a:off x="7714360" y="3583206"/>
                <a:ext cx="70176" cy="6428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009" extrusionOk="0">
                    <a:moveTo>
                      <a:pt x="1" y="0"/>
                    </a:moveTo>
                    <a:cubicBezTo>
                      <a:pt x="1" y="0"/>
                      <a:pt x="343" y="639"/>
                      <a:pt x="2032" y="2009"/>
                    </a:cubicBezTo>
                    <a:lnTo>
                      <a:pt x="2192" y="7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3" name="Google Shape;1583;p41"/>
            <p:cNvGrpSpPr/>
            <p:nvPr/>
          </p:nvGrpSpPr>
          <p:grpSpPr>
            <a:xfrm>
              <a:off x="6157911" y="3807235"/>
              <a:ext cx="2390612" cy="1242874"/>
              <a:chOff x="6157911" y="3807235"/>
              <a:chExt cx="2390612" cy="1242874"/>
            </a:xfrm>
          </p:grpSpPr>
          <p:sp>
            <p:nvSpPr>
              <p:cNvPr id="1584" name="Google Shape;1584;p41"/>
              <p:cNvSpPr/>
              <p:nvPr/>
            </p:nvSpPr>
            <p:spPr>
              <a:xfrm>
                <a:off x="7958912" y="3862839"/>
                <a:ext cx="552307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17234" h="36384" extrusionOk="0">
                    <a:moveTo>
                      <a:pt x="0" y="0"/>
                    </a:moveTo>
                    <a:lnTo>
                      <a:pt x="0" y="36383"/>
                    </a:lnTo>
                    <a:lnTo>
                      <a:pt x="17233" y="36383"/>
                    </a:lnTo>
                    <a:lnTo>
                      <a:pt x="164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41"/>
              <p:cNvSpPr/>
              <p:nvPr/>
            </p:nvSpPr>
            <p:spPr>
              <a:xfrm>
                <a:off x="6202523" y="3862839"/>
                <a:ext cx="1770240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55238" h="36384" extrusionOk="0">
                    <a:moveTo>
                      <a:pt x="1" y="0"/>
                    </a:moveTo>
                    <a:lnTo>
                      <a:pt x="1758" y="36383"/>
                    </a:lnTo>
                    <a:lnTo>
                      <a:pt x="55238" y="36383"/>
                    </a:lnTo>
                    <a:lnTo>
                      <a:pt x="552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41"/>
              <p:cNvSpPr/>
              <p:nvPr/>
            </p:nvSpPr>
            <p:spPr>
              <a:xfrm>
                <a:off x="6546340" y="3862839"/>
                <a:ext cx="1082661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33783" h="36384" extrusionOk="0">
                    <a:moveTo>
                      <a:pt x="1" y="0"/>
                    </a:moveTo>
                    <a:lnTo>
                      <a:pt x="4269" y="36383"/>
                    </a:lnTo>
                    <a:lnTo>
                      <a:pt x="33782" y="36383"/>
                    </a:lnTo>
                    <a:lnTo>
                      <a:pt x="30495" y="0"/>
                    </a:ln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41"/>
              <p:cNvSpPr/>
              <p:nvPr/>
            </p:nvSpPr>
            <p:spPr>
              <a:xfrm>
                <a:off x="6202523" y="3862839"/>
                <a:ext cx="1770240" cy="64383"/>
              </a:xfrm>
              <a:custGeom>
                <a:avLst/>
                <a:gdLst/>
                <a:ahLst/>
                <a:cxnLst/>
                <a:rect l="l" t="t" r="r" b="b"/>
                <a:pathLst>
                  <a:path w="55238" h="2009" extrusionOk="0">
                    <a:moveTo>
                      <a:pt x="1" y="0"/>
                    </a:moveTo>
                    <a:lnTo>
                      <a:pt x="115" y="2009"/>
                    </a:lnTo>
                    <a:lnTo>
                      <a:pt x="55238" y="2009"/>
                    </a:lnTo>
                    <a:lnTo>
                      <a:pt x="55238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1"/>
              <p:cNvSpPr/>
              <p:nvPr/>
            </p:nvSpPr>
            <p:spPr>
              <a:xfrm>
                <a:off x="7964745" y="3862839"/>
                <a:ext cx="27849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36384" extrusionOk="0">
                    <a:moveTo>
                      <a:pt x="1" y="0"/>
                    </a:moveTo>
                    <a:lnTo>
                      <a:pt x="1" y="36383"/>
                    </a:lnTo>
                    <a:lnTo>
                      <a:pt x="868" y="36383"/>
                    </a:lnTo>
                    <a:lnTo>
                      <a:pt x="86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41"/>
              <p:cNvSpPr/>
              <p:nvPr/>
            </p:nvSpPr>
            <p:spPr>
              <a:xfrm>
                <a:off x="7983045" y="3807235"/>
                <a:ext cx="521573" cy="67332"/>
              </a:xfrm>
              <a:custGeom>
                <a:avLst/>
                <a:gdLst/>
                <a:ahLst/>
                <a:cxnLst/>
                <a:rect l="l" t="t" r="r" b="b"/>
                <a:pathLst>
                  <a:path w="16275" h="2101" extrusionOk="0">
                    <a:moveTo>
                      <a:pt x="1" y="0"/>
                    </a:moveTo>
                    <a:lnTo>
                      <a:pt x="1" y="2100"/>
                    </a:lnTo>
                    <a:lnTo>
                      <a:pt x="16275" y="2100"/>
                    </a:lnTo>
                    <a:lnTo>
                      <a:pt x="1627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41"/>
              <p:cNvSpPr/>
              <p:nvPr/>
            </p:nvSpPr>
            <p:spPr>
              <a:xfrm>
                <a:off x="6157911" y="3807235"/>
                <a:ext cx="1825105" cy="67332"/>
              </a:xfrm>
              <a:custGeom>
                <a:avLst/>
                <a:gdLst/>
                <a:ahLst/>
                <a:cxnLst/>
                <a:rect l="l" t="t" r="r" b="b"/>
                <a:pathLst>
                  <a:path w="56950" h="2101" extrusionOk="0">
                    <a:moveTo>
                      <a:pt x="0" y="0"/>
                    </a:moveTo>
                    <a:lnTo>
                      <a:pt x="0" y="2100"/>
                    </a:lnTo>
                    <a:lnTo>
                      <a:pt x="56950" y="2100"/>
                    </a:lnTo>
                    <a:lnTo>
                      <a:pt x="5695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41"/>
              <p:cNvSpPr/>
              <p:nvPr/>
            </p:nvSpPr>
            <p:spPr>
              <a:xfrm>
                <a:off x="7964745" y="3862839"/>
                <a:ext cx="27849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36384" extrusionOk="0">
                    <a:moveTo>
                      <a:pt x="1" y="0"/>
                    </a:moveTo>
                    <a:lnTo>
                      <a:pt x="1" y="36383"/>
                    </a:lnTo>
                    <a:lnTo>
                      <a:pt x="868" y="36383"/>
                    </a:lnTo>
                    <a:lnTo>
                      <a:pt x="868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41"/>
              <p:cNvSpPr/>
              <p:nvPr/>
            </p:nvSpPr>
            <p:spPr>
              <a:xfrm>
                <a:off x="6235437" y="5017164"/>
                <a:ext cx="1913620" cy="32945"/>
              </a:xfrm>
              <a:custGeom>
                <a:avLst/>
                <a:gdLst/>
                <a:ahLst/>
                <a:cxnLst/>
                <a:rect l="l" t="t" r="r" b="b"/>
                <a:pathLst>
                  <a:path w="59712" h="1028" extrusionOk="0">
                    <a:moveTo>
                      <a:pt x="1" y="0"/>
                    </a:moveTo>
                    <a:lnTo>
                      <a:pt x="1" y="1027"/>
                    </a:lnTo>
                    <a:lnTo>
                      <a:pt x="59712" y="1027"/>
                    </a:lnTo>
                    <a:lnTo>
                      <a:pt x="597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41"/>
              <p:cNvSpPr/>
              <p:nvPr/>
            </p:nvSpPr>
            <p:spPr>
              <a:xfrm>
                <a:off x="7980865" y="5017164"/>
                <a:ext cx="567657" cy="32945"/>
              </a:xfrm>
              <a:custGeom>
                <a:avLst/>
                <a:gdLst/>
                <a:ahLst/>
                <a:cxnLst/>
                <a:rect l="l" t="t" r="r" b="b"/>
                <a:pathLst>
                  <a:path w="17713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7713" y="1027"/>
                    </a:lnTo>
                    <a:lnTo>
                      <a:pt x="17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41"/>
              <p:cNvSpPr/>
              <p:nvPr/>
            </p:nvSpPr>
            <p:spPr>
              <a:xfrm>
                <a:off x="7951605" y="3807235"/>
                <a:ext cx="67300" cy="67332"/>
              </a:xfrm>
              <a:custGeom>
                <a:avLst/>
                <a:gdLst/>
                <a:ahLst/>
                <a:cxnLst/>
                <a:rect l="l" t="t" r="r" b="b"/>
                <a:pathLst>
                  <a:path w="2100" h="2101" extrusionOk="0">
                    <a:moveTo>
                      <a:pt x="0" y="0"/>
                    </a:moveTo>
                    <a:lnTo>
                      <a:pt x="0" y="2100"/>
                    </a:lnTo>
                    <a:lnTo>
                      <a:pt x="2100" y="2100"/>
                    </a:lnTo>
                    <a:lnTo>
                      <a:pt x="21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41"/>
              <p:cNvSpPr/>
              <p:nvPr/>
            </p:nvSpPr>
            <p:spPr>
              <a:xfrm>
                <a:off x="7951605" y="3807235"/>
                <a:ext cx="67300" cy="67332"/>
              </a:xfrm>
              <a:custGeom>
                <a:avLst/>
                <a:gdLst/>
                <a:ahLst/>
                <a:cxnLst/>
                <a:rect l="l" t="t" r="r" b="b"/>
                <a:pathLst>
                  <a:path w="2100" h="2101" extrusionOk="0">
                    <a:moveTo>
                      <a:pt x="0" y="0"/>
                    </a:moveTo>
                    <a:lnTo>
                      <a:pt x="0" y="2100"/>
                    </a:lnTo>
                    <a:lnTo>
                      <a:pt x="2100" y="2100"/>
                    </a:lnTo>
                    <a:lnTo>
                      <a:pt x="2100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96" name="Google Shape;1596;p41"/>
          <p:cNvGrpSpPr/>
          <p:nvPr/>
        </p:nvGrpSpPr>
        <p:grpSpPr>
          <a:xfrm>
            <a:off x="295951" y="2725083"/>
            <a:ext cx="2880020" cy="2345446"/>
            <a:chOff x="295951" y="2725083"/>
            <a:chExt cx="2880020" cy="2345446"/>
          </a:xfrm>
        </p:grpSpPr>
        <p:grpSp>
          <p:nvGrpSpPr>
            <p:cNvPr id="1597" name="Google Shape;1597;p41"/>
            <p:cNvGrpSpPr/>
            <p:nvPr/>
          </p:nvGrpSpPr>
          <p:grpSpPr>
            <a:xfrm>
              <a:off x="452786" y="3372144"/>
              <a:ext cx="1169736" cy="1678681"/>
              <a:chOff x="452782" y="3488743"/>
              <a:chExt cx="1169736" cy="1678681"/>
            </a:xfrm>
          </p:grpSpPr>
          <p:sp>
            <p:nvSpPr>
              <p:cNvPr id="1598" name="Google Shape;1598;p41"/>
              <p:cNvSpPr/>
              <p:nvPr/>
            </p:nvSpPr>
            <p:spPr>
              <a:xfrm>
                <a:off x="1034335" y="4461481"/>
                <a:ext cx="48328" cy="681779"/>
              </a:xfrm>
              <a:custGeom>
                <a:avLst/>
                <a:gdLst/>
                <a:ahLst/>
                <a:cxnLst/>
                <a:rect l="l" t="t" r="r" b="b"/>
                <a:pathLst>
                  <a:path w="1508" h="21274" extrusionOk="0">
                    <a:moveTo>
                      <a:pt x="1462" y="1"/>
                    </a:moveTo>
                    <a:lnTo>
                      <a:pt x="1" y="115"/>
                    </a:lnTo>
                    <a:lnTo>
                      <a:pt x="686" y="21274"/>
                    </a:lnTo>
                    <a:lnTo>
                      <a:pt x="1507" y="21228"/>
                    </a:lnTo>
                    <a:lnTo>
                      <a:pt x="146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41"/>
              <p:cNvSpPr/>
              <p:nvPr/>
            </p:nvSpPr>
            <p:spPr>
              <a:xfrm>
                <a:off x="795157" y="4552915"/>
                <a:ext cx="738086" cy="80503"/>
              </a:xfrm>
              <a:custGeom>
                <a:avLst/>
                <a:gdLst/>
                <a:ahLst/>
                <a:cxnLst/>
                <a:rect l="l" t="t" r="r" b="b"/>
                <a:pathLst>
                  <a:path w="23031" h="2512" extrusionOk="0">
                    <a:moveTo>
                      <a:pt x="22985" y="1"/>
                    </a:moveTo>
                    <a:lnTo>
                      <a:pt x="0" y="2032"/>
                    </a:lnTo>
                    <a:lnTo>
                      <a:pt x="46" y="2512"/>
                    </a:lnTo>
                    <a:lnTo>
                      <a:pt x="23031" y="480"/>
                    </a:lnTo>
                    <a:lnTo>
                      <a:pt x="2298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41"/>
              <p:cNvSpPr/>
              <p:nvPr/>
            </p:nvSpPr>
            <p:spPr>
              <a:xfrm>
                <a:off x="1206244" y="4446129"/>
                <a:ext cx="132452" cy="675209"/>
              </a:xfrm>
              <a:custGeom>
                <a:avLst/>
                <a:gdLst/>
                <a:ahLst/>
                <a:cxnLst/>
                <a:rect l="l" t="t" r="r" b="b"/>
                <a:pathLst>
                  <a:path w="4133" h="21069" extrusionOk="0">
                    <a:moveTo>
                      <a:pt x="1462" y="1"/>
                    </a:moveTo>
                    <a:lnTo>
                      <a:pt x="1" y="137"/>
                    </a:lnTo>
                    <a:lnTo>
                      <a:pt x="3311" y="21068"/>
                    </a:lnTo>
                    <a:lnTo>
                      <a:pt x="4132" y="20977"/>
                    </a:lnTo>
                    <a:lnTo>
                      <a:pt x="146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1"/>
              <p:cNvSpPr/>
              <p:nvPr/>
            </p:nvSpPr>
            <p:spPr>
              <a:xfrm>
                <a:off x="452782" y="3488743"/>
                <a:ext cx="879287" cy="987383"/>
              </a:xfrm>
              <a:custGeom>
                <a:avLst/>
                <a:gdLst/>
                <a:ahLst/>
                <a:cxnLst/>
                <a:rect l="l" t="t" r="r" b="b"/>
                <a:pathLst>
                  <a:path w="27437" h="30810" extrusionOk="0">
                    <a:moveTo>
                      <a:pt x="27437" y="29371"/>
                    </a:moveTo>
                    <a:lnTo>
                      <a:pt x="27437" y="29371"/>
                    </a:lnTo>
                    <a:lnTo>
                      <a:pt x="27437" y="29371"/>
                    </a:lnTo>
                    <a:cubicBezTo>
                      <a:pt x="27437" y="29371"/>
                      <a:pt x="27437" y="29371"/>
                      <a:pt x="27437" y="29371"/>
                    </a:cubicBezTo>
                    <a:cubicBezTo>
                      <a:pt x="27437" y="29371"/>
                      <a:pt x="27437" y="29371"/>
                      <a:pt x="27437" y="29371"/>
                    </a:cubicBezTo>
                    <a:close/>
                    <a:moveTo>
                      <a:pt x="12411" y="0"/>
                    </a:moveTo>
                    <a:cubicBezTo>
                      <a:pt x="7806" y="0"/>
                      <a:pt x="642" y="655"/>
                      <a:pt x="275" y="1981"/>
                    </a:cubicBezTo>
                    <a:cubicBezTo>
                      <a:pt x="1" y="3054"/>
                      <a:pt x="7807" y="24692"/>
                      <a:pt x="10044" y="30809"/>
                    </a:cubicBezTo>
                    <a:lnTo>
                      <a:pt x="27437" y="29371"/>
                    </a:lnTo>
                    <a:lnTo>
                      <a:pt x="27437" y="29371"/>
                    </a:lnTo>
                    <a:cubicBezTo>
                      <a:pt x="27410" y="29329"/>
                      <a:pt x="19169" y="2822"/>
                      <a:pt x="16184" y="361"/>
                    </a:cubicBezTo>
                    <a:cubicBezTo>
                      <a:pt x="15889" y="121"/>
                      <a:pt x="14385" y="0"/>
                      <a:pt x="124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41"/>
              <p:cNvSpPr/>
              <p:nvPr/>
            </p:nvSpPr>
            <p:spPr>
              <a:xfrm>
                <a:off x="456436" y="3492236"/>
                <a:ext cx="305092" cy="56621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17668" extrusionOk="0">
                    <a:moveTo>
                      <a:pt x="8903" y="0"/>
                    </a:moveTo>
                    <a:cubicBezTo>
                      <a:pt x="4817" y="229"/>
                      <a:pt x="457" y="845"/>
                      <a:pt x="161" y="1872"/>
                    </a:cubicBezTo>
                    <a:cubicBezTo>
                      <a:pt x="1" y="2488"/>
                      <a:pt x="2626" y="10158"/>
                      <a:pt x="5251" y="17667"/>
                    </a:cubicBezTo>
                    <a:cubicBezTo>
                      <a:pt x="7739" y="15910"/>
                      <a:pt x="9519" y="11162"/>
                      <a:pt x="9519" y="5524"/>
                    </a:cubicBezTo>
                    <a:cubicBezTo>
                      <a:pt x="9519" y="3538"/>
                      <a:pt x="9291" y="1644"/>
                      <a:pt x="8903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41"/>
              <p:cNvSpPr/>
              <p:nvPr/>
            </p:nvSpPr>
            <p:spPr>
              <a:xfrm>
                <a:off x="770287" y="4394916"/>
                <a:ext cx="770999" cy="114890"/>
              </a:xfrm>
              <a:custGeom>
                <a:avLst/>
                <a:gdLst/>
                <a:ahLst/>
                <a:cxnLst/>
                <a:rect l="l" t="t" r="r" b="b"/>
                <a:pathLst>
                  <a:path w="24058" h="3585" extrusionOk="0">
                    <a:moveTo>
                      <a:pt x="23921" y="1"/>
                    </a:moveTo>
                    <a:lnTo>
                      <a:pt x="0" y="2123"/>
                    </a:lnTo>
                    <a:lnTo>
                      <a:pt x="137" y="3584"/>
                    </a:lnTo>
                    <a:lnTo>
                      <a:pt x="24058" y="1484"/>
                    </a:lnTo>
                    <a:lnTo>
                      <a:pt x="239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41"/>
              <p:cNvSpPr/>
              <p:nvPr/>
            </p:nvSpPr>
            <p:spPr>
              <a:xfrm>
                <a:off x="770992" y="4423439"/>
                <a:ext cx="441871" cy="86368"/>
              </a:xfrm>
              <a:custGeom>
                <a:avLst/>
                <a:gdLst/>
                <a:ahLst/>
                <a:cxnLst/>
                <a:rect l="l" t="t" r="r" b="b"/>
                <a:pathLst>
                  <a:path w="13788" h="2695" extrusionOk="0">
                    <a:moveTo>
                      <a:pt x="13673" y="1"/>
                    </a:moveTo>
                    <a:lnTo>
                      <a:pt x="1" y="1211"/>
                    </a:lnTo>
                    <a:lnTo>
                      <a:pt x="138" y="2694"/>
                    </a:lnTo>
                    <a:lnTo>
                      <a:pt x="13787" y="1485"/>
                    </a:lnTo>
                    <a:lnTo>
                      <a:pt x="1367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41"/>
              <p:cNvSpPr/>
              <p:nvPr/>
            </p:nvSpPr>
            <p:spPr>
              <a:xfrm>
                <a:off x="772467" y="4484171"/>
                <a:ext cx="49033" cy="683253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21320" extrusionOk="0">
                    <a:moveTo>
                      <a:pt x="1461" y="0"/>
                    </a:moveTo>
                    <a:lnTo>
                      <a:pt x="1" y="137"/>
                    </a:lnTo>
                    <a:lnTo>
                      <a:pt x="662" y="21319"/>
                    </a:lnTo>
                    <a:lnTo>
                      <a:pt x="1530" y="21228"/>
                    </a:lnTo>
                    <a:lnTo>
                      <a:pt x="14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1"/>
              <p:cNvSpPr/>
              <p:nvPr/>
            </p:nvSpPr>
            <p:spPr>
              <a:xfrm>
                <a:off x="1489361" y="4421260"/>
                <a:ext cx="133157" cy="674472"/>
              </a:xfrm>
              <a:custGeom>
                <a:avLst/>
                <a:gdLst/>
                <a:ahLst/>
                <a:cxnLst/>
                <a:rect l="l" t="t" r="r" b="b"/>
                <a:pathLst>
                  <a:path w="4155" h="21046" extrusionOk="0">
                    <a:moveTo>
                      <a:pt x="1461" y="0"/>
                    </a:moveTo>
                    <a:lnTo>
                      <a:pt x="0" y="115"/>
                    </a:lnTo>
                    <a:lnTo>
                      <a:pt x="3310" y="21045"/>
                    </a:lnTo>
                    <a:lnTo>
                      <a:pt x="4155" y="21000"/>
                    </a:lnTo>
                    <a:lnTo>
                      <a:pt x="14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1"/>
              <p:cNvSpPr/>
              <p:nvPr/>
            </p:nvSpPr>
            <p:spPr>
              <a:xfrm>
                <a:off x="452782" y="3488743"/>
                <a:ext cx="537693" cy="988121"/>
              </a:xfrm>
              <a:custGeom>
                <a:avLst/>
                <a:gdLst/>
                <a:ahLst/>
                <a:cxnLst/>
                <a:rect l="l" t="t" r="r" b="b"/>
                <a:pathLst>
                  <a:path w="16778" h="30833" extrusionOk="0">
                    <a:moveTo>
                      <a:pt x="12411" y="0"/>
                    </a:moveTo>
                    <a:cubicBezTo>
                      <a:pt x="7806" y="0"/>
                      <a:pt x="642" y="655"/>
                      <a:pt x="275" y="1981"/>
                    </a:cubicBezTo>
                    <a:cubicBezTo>
                      <a:pt x="1" y="3054"/>
                      <a:pt x="7807" y="24692"/>
                      <a:pt x="10044" y="30832"/>
                    </a:cubicBezTo>
                    <a:lnTo>
                      <a:pt x="11414" y="30718"/>
                    </a:lnTo>
                    <a:cubicBezTo>
                      <a:pt x="8811" y="23460"/>
                      <a:pt x="1804" y="3967"/>
                      <a:pt x="2055" y="2963"/>
                    </a:cubicBezTo>
                    <a:cubicBezTo>
                      <a:pt x="2409" y="1604"/>
                      <a:pt x="9542" y="944"/>
                      <a:pt x="14145" y="944"/>
                    </a:cubicBezTo>
                    <a:cubicBezTo>
                      <a:pt x="15189" y="944"/>
                      <a:pt x="16102" y="978"/>
                      <a:pt x="16777" y="1045"/>
                    </a:cubicBezTo>
                    <a:cubicBezTo>
                      <a:pt x="16549" y="726"/>
                      <a:pt x="16344" y="497"/>
                      <a:pt x="16184" y="361"/>
                    </a:cubicBezTo>
                    <a:cubicBezTo>
                      <a:pt x="15889" y="121"/>
                      <a:pt x="14385" y="0"/>
                      <a:pt x="124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8" name="Google Shape;1608;p41"/>
            <p:cNvSpPr/>
            <p:nvPr/>
          </p:nvSpPr>
          <p:spPr>
            <a:xfrm>
              <a:off x="295951" y="5028104"/>
              <a:ext cx="2880020" cy="42425"/>
            </a:xfrm>
            <a:custGeom>
              <a:avLst/>
              <a:gdLst/>
              <a:ahLst/>
              <a:cxnLst/>
              <a:rect l="l" t="t" r="r" b="b"/>
              <a:pathLst>
                <a:path w="90389" h="1326" extrusionOk="0">
                  <a:moveTo>
                    <a:pt x="45195" y="1"/>
                  </a:moveTo>
                  <a:cubicBezTo>
                    <a:pt x="20247" y="1"/>
                    <a:pt x="1" y="298"/>
                    <a:pt x="1" y="663"/>
                  </a:cubicBezTo>
                  <a:cubicBezTo>
                    <a:pt x="1" y="1028"/>
                    <a:pt x="20247" y="1325"/>
                    <a:pt x="45195" y="1325"/>
                  </a:cubicBezTo>
                  <a:cubicBezTo>
                    <a:pt x="46040" y="1326"/>
                    <a:pt x="46879" y="1326"/>
                    <a:pt x="47712" y="1326"/>
                  </a:cubicBezTo>
                  <a:cubicBezTo>
                    <a:pt x="71511" y="1326"/>
                    <a:pt x="90389" y="1016"/>
                    <a:pt x="90389" y="663"/>
                  </a:cubicBezTo>
                  <a:cubicBezTo>
                    <a:pt x="90389" y="298"/>
                    <a:pt x="70166" y="1"/>
                    <a:pt x="4519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9" name="Google Shape;1609;p41"/>
            <p:cNvGrpSpPr/>
            <p:nvPr/>
          </p:nvGrpSpPr>
          <p:grpSpPr>
            <a:xfrm>
              <a:off x="785642" y="2725083"/>
              <a:ext cx="1914413" cy="1594213"/>
              <a:chOff x="785642" y="2746458"/>
              <a:chExt cx="1914413" cy="1594213"/>
            </a:xfrm>
          </p:grpSpPr>
          <p:sp>
            <p:nvSpPr>
              <p:cNvPr id="1610" name="Google Shape;1610;p41"/>
              <p:cNvSpPr/>
              <p:nvPr/>
            </p:nvSpPr>
            <p:spPr>
              <a:xfrm>
                <a:off x="2345959" y="3167448"/>
                <a:ext cx="245099" cy="140336"/>
              </a:xfrm>
              <a:custGeom>
                <a:avLst/>
                <a:gdLst/>
                <a:ahLst/>
                <a:cxnLst/>
                <a:rect l="l" t="t" r="r" b="b"/>
                <a:pathLst>
                  <a:path w="7648" h="4379" extrusionOk="0">
                    <a:moveTo>
                      <a:pt x="2759" y="0"/>
                    </a:moveTo>
                    <a:cubicBezTo>
                      <a:pt x="1722" y="0"/>
                      <a:pt x="891" y="88"/>
                      <a:pt x="891" y="88"/>
                    </a:cubicBezTo>
                    <a:lnTo>
                      <a:pt x="1" y="3945"/>
                    </a:lnTo>
                    <a:cubicBezTo>
                      <a:pt x="86" y="3927"/>
                      <a:pt x="188" y="3919"/>
                      <a:pt x="306" y="3919"/>
                    </a:cubicBezTo>
                    <a:cubicBezTo>
                      <a:pt x="1206" y="3919"/>
                      <a:pt x="2984" y="4378"/>
                      <a:pt x="4411" y="4378"/>
                    </a:cubicBezTo>
                    <a:cubicBezTo>
                      <a:pt x="4954" y="4378"/>
                      <a:pt x="5447" y="4312"/>
                      <a:pt x="5821" y="4128"/>
                    </a:cubicBezTo>
                    <a:cubicBezTo>
                      <a:pt x="7328" y="3420"/>
                      <a:pt x="7647" y="1571"/>
                      <a:pt x="6232" y="635"/>
                    </a:cubicBezTo>
                    <a:cubicBezTo>
                      <a:pt x="5458" y="119"/>
                      <a:pt x="3969" y="0"/>
                      <a:pt x="2759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41"/>
              <p:cNvSpPr/>
              <p:nvPr/>
            </p:nvSpPr>
            <p:spPr>
              <a:xfrm>
                <a:off x="2281605" y="3154885"/>
                <a:ext cx="109731" cy="196067"/>
              </a:xfrm>
              <a:custGeom>
                <a:avLst/>
                <a:gdLst/>
                <a:ahLst/>
                <a:cxnLst/>
                <a:rect l="l" t="t" r="r" b="b"/>
                <a:pathLst>
                  <a:path w="3424" h="6118" extrusionOk="0">
                    <a:moveTo>
                      <a:pt x="0" y="0"/>
                    </a:moveTo>
                    <a:lnTo>
                      <a:pt x="0" y="6117"/>
                    </a:lnTo>
                    <a:lnTo>
                      <a:pt x="3310" y="5410"/>
                    </a:lnTo>
                    <a:lnTo>
                      <a:pt x="3424" y="1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41"/>
              <p:cNvSpPr/>
              <p:nvPr/>
            </p:nvSpPr>
            <p:spPr>
              <a:xfrm>
                <a:off x="1506927" y="3108062"/>
                <a:ext cx="830255" cy="350407"/>
              </a:xfrm>
              <a:custGeom>
                <a:avLst/>
                <a:gdLst/>
                <a:ahLst/>
                <a:cxnLst/>
                <a:rect l="l" t="t" r="r" b="b"/>
                <a:pathLst>
                  <a:path w="25907" h="10934" extrusionOk="0">
                    <a:moveTo>
                      <a:pt x="0" y="1"/>
                    </a:moveTo>
                    <a:lnTo>
                      <a:pt x="1392" y="10934"/>
                    </a:lnTo>
                    <a:lnTo>
                      <a:pt x="11892" y="10500"/>
                    </a:lnTo>
                    <a:lnTo>
                      <a:pt x="24971" y="9176"/>
                    </a:lnTo>
                    <a:lnTo>
                      <a:pt x="25907" y="959"/>
                    </a:lnTo>
                    <a:lnTo>
                      <a:pt x="25907" y="959"/>
                    </a:lnTo>
                    <a:lnTo>
                      <a:pt x="12417" y="1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41"/>
              <p:cNvSpPr/>
              <p:nvPr/>
            </p:nvSpPr>
            <p:spPr>
              <a:xfrm>
                <a:off x="1506927" y="3108062"/>
                <a:ext cx="830255" cy="350407"/>
              </a:xfrm>
              <a:custGeom>
                <a:avLst/>
                <a:gdLst/>
                <a:ahLst/>
                <a:cxnLst/>
                <a:rect l="l" t="t" r="r" b="b"/>
                <a:pathLst>
                  <a:path w="25907" h="10934" extrusionOk="0">
                    <a:moveTo>
                      <a:pt x="0" y="1"/>
                    </a:moveTo>
                    <a:lnTo>
                      <a:pt x="1392" y="10934"/>
                    </a:lnTo>
                    <a:lnTo>
                      <a:pt x="11892" y="10500"/>
                    </a:lnTo>
                    <a:lnTo>
                      <a:pt x="24971" y="9176"/>
                    </a:lnTo>
                    <a:lnTo>
                      <a:pt x="25907" y="959"/>
                    </a:lnTo>
                    <a:lnTo>
                      <a:pt x="25907" y="959"/>
                    </a:lnTo>
                    <a:lnTo>
                      <a:pt x="12417" y="1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41"/>
              <p:cNvSpPr/>
              <p:nvPr/>
            </p:nvSpPr>
            <p:spPr>
              <a:xfrm>
                <a:off x="1506927" y="3108062"/>
                <a:ext cx="830255" cy="198983"/>
              </a:xfrm>
              <a:custGeom>
                <a:avLst/>
                <a:gdLst/>
                <a:ahLst/>
                <a:cxnLst/>
                <a:rect l="l" t="t" r="r" b="b"/>
                <a:pathLst>
                  <a:path w="25907" h="6209" extrusionOk="0">
                    <a:moveTo>
                      <a:pt x="0" y="1"/>
                    </a:moveTo>
                    <a:lnTo>
                      <a:pt x="799" y="6209"/>
                    </a:lnTo>
                    <a:lnTo>
                      <a:pt x="11253" y="4839"/>
                    </a:lnTo>
                    <a:lnTo>
                      <a:pt x="25519" y="4588"/>
                    </a:lnTo>
                    <a:lnTo>
                      <a:pt x="25907" y="959"/>
                    </a:lnTo>
                    <a:lnTo>
                      <a:pt x="12417" y="1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41"/>
              <p:cNvSpPr/>
              <p:nvPr/>
            </p:nvSpPr>
            <p:spPr>
              <a:xfrm>
                <a:off x="1842668" y="3149757"/>
                <a:ext cx="51981" cy="160975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5023" extrusionOk="0">
                    <a:moveTo>
                      <a:pt x="1622" y="1"/>
                    </a:moveTo>
                    <a:cubicBezTo>
                      <a:pt x="252" y="3310"/>
                      <a:pt x="1" y="5022"/>
                      <a:pt x="1" y="5022"/>
                    </a:cubicBezTo>
                    <a:lnTo>
                      <a:pt x="1622" y="4794"/>
                    </a:lnTo>
                    <a:lnTo>
                      <a:pt x="16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41"/>
              <p:cNvSpPr/>
              <p:nvPr/>
            </p:nvSpPr>
            <p:spPr>
              <a:xfrm>
                <a:off x="1909265" y="3162192"/>
                <a:ext cx="53423" cy="143413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4475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91" y="3036"/>
                      <a:pt x="457" y="4474"/>
                      <a:pt x="457" y="4474"/>
                    </a:cubicBezTo>
                    <a:lnTo>
                      <a:pt x="1666" y="372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41"/>
              <p:cNvSpPr/>
              <p:nvPr/>
            </p:nvSpPr>
            <p:spPr>
              <a:xfrm>
                <a:off x="2266222" y="3310705"/>
                <a:ext cx="27112" cy="31471"/>
              </a:xfrm>
              <a:custGeom>
                <a:avLst/>
                <a:gdLst/>
                <a:ahLst/>
                <a:cxnLst/>
                <a:rect l="l" t="t" r="r" b="b"/>
                <a:pathLst>
                  <a:path w="846" h="982" extrusionOk="0">
                    <a:moveTo>
                      <a:pt x="412" y="0"/>
                    </a:moveTo>
                    <a:cubicBezTo>
                      <a:pt x="183" y="0"/>
                      <a:pt x="1" y="228"/>
                      <a:pt x="1" y="502"/>
                    </a:cubicBezTo>
                    <a:cubicBezTo>
                      <a:pt x="1" y="753"/>
                      <a:pt x="183" y="982"/>
                      <a:pt x="412" y="982"/>
                    </a:cubicBezTo>
                    <a:cubicBezTo>
                      <a:pt x="663" y="982"/>
                      <a:pt x="845" y="753"/>
                      <a:pt x="845" y="502"/>
                    </a:cubicBezTo>
                    <a:cubicBezTo>
                      <a:pt x="845" y="228"/>
                      <a:pt x="663" y="0"/>
                      <a:pt x="412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41"/>
              <p:cNvSpPr/>
              <p:nvPr/>
            </p:nvSpPr>
            <p:spPr>
              <a:xfrm>
                <a:off x="2223085" y="3321666"/>
                <a:ext cx="18299" cy="20510"/>
              </a:xfrm>
              <a:custGeom>
                <a:avLst/>
                <a:gdLst/>
                <a:ahLst/>
                <a:cxnLst/>
                <a:rect l="l" t="t" r="r" b="b"/>
                <a:pathLst>
                  <a:path w="571" h="640" extrusionOk="0">
                    <a:moveTo>
                      <a:pt x="274" y="0"/>
                    </a:moveTo>
                    <a:cubicBezTo>
                      <a:pt x="114" y="0"/>
                      <a:pt x="0" y="160"/>
                      <a:pt x="0" y="320"/>
                    </a:cubicBezTo>
                    <a:cubicBezTo>
                      <a:pt x="0" y="503"/>
                      <a:pt x="137" y="640"/>
                      <a:pt x="274" y="640"/>
                    </a:cubicBezTo>
                    <a:cubicBezTo>
                      <a:pt x="457" y="640"/>
                      <a:pt x="571" y="503"/>
                      <a:pt x="571" y="320"/>
                    </a:cubicBezTo>
                    <a:cubicBezTo>
                      <a:pt x="571" y="160"/>
                      <a:pt x="434" y="0"/>
                      <a:pt x="274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41"/>
              <p:cNvSpPr/>
              <p:nvPr/>
            </p:nvSpPr>
            <p:spPr>
              <a:xfrm>
                <a:off x="2542000" y="3199497"/>
                <a:ext cx="76113" cy="80503"/>
              </a:xfrm>
              <a:custGeom>
                <a:avLst/>
                <a:gdLst/>
                <a:ahLst/>
                <a:cxnLst/>
                <a:rect l="l" t="t" r="r" b="b"/>
                <a:pathLst>
                  <a:path w="2375" h="2512" extrusionOk="0">
                    <a:moveTo>
                      <a:pt x="891" y="1"/>
                    </a:moveTo>
                    <a:lnTo>
                      <a:pt x="1" y="1028"/>
                    </a:lnTo>
                    <a:lnTo>
                      <a:pt x="754" y="2511"/>
                    </a:lnTo>
                    <a:cubicBezTo>
                      <a:pt x="1348" y="2146"/>
                      <a:pt x="2375" y="891"/>
                      <a:pt x="2169" y="457"/>
                    </a:cubicBezTo>
                    <a:cubicBezTo>
                      <a:pt x="1964" y="23"/>
                      <a:pt x="891" y="1"/>
                      <a:pt x="891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41"/>
              <p:cNvSpPr/>
              <p:nvPr/>
            </p:nvSpPr>
            <p:spPr>
              <a:xfrm>
                <a:off x="2531776" y="3240455"/>
                <a:ext cx="74639" cy="76850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2398" extrusionOk="0">
                    <a:moveTo>
                      <a:pt x="1119" y="1"/>
                    </a:moveTo>
                    <a:lnTo>
                      <a:pt x="0" y="777"/>
                    </a:lnTo>
                    <a:lnTo>
                      <a:pt x="320" y="2398"/>
                    </a:lnTo>
                    <a:cubicBezTo>
                      <a:pt x="1005" y="2192"/>
                      <a:pt x="2329" y="1233"/>
                      <a:pt x="2237" y="777"/>
                    </a:cubicBezTo>
                    <a:cubicBezTo>
                      <a:pt x="2146" y="320"/>
                      <a:pt x="1119" y="1"/>
                      <a:pt x="1119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41"/>
              <p:cNvSpPr/>
              <p:nvPr/>
            </p:nvSpPr>
            <p:spPr>
              <a:xfrm>
                <a:off x="2487165" y="3263145"/>
                <a:ext cx="106077" cy="65217"/>
              </a:xfrm>
              <a:custGeom>
                <a:avLst/>
                <a:gdLst/>
                <a:ahLst/>
                <a:cxnLst/>
                <a:rect l="l" t="t" r="r" b="b"/>
                <a:pathLst>
                  <a:path w="3310" h="2035" extrusionOk="0">
                    <a:moveTo>
                      <a:pt x="2397" y="0"/>
                    </a:moveTo>
                    <a:lnTo>
                      <a:pt x="639" y="69"/>
                    </a:lnTo>
                    <a:lnTo>
                      <a:pt x="160" y="1142"/>
                    </a:lnTo>
                    <a:cubicBezTo>
                      <a:pt x="0" y="1575"/>
                      <a:pt x="342" y="2032"/>
                      <a:pt x="822" y="2032"/>
                    </a:cubicBezTo>
                    <a:cubicBezTo>
                      <a:pt x="883" y="2033"/>
                      <a:pt x="945" y="2034"/>
                      <a:pt x="1007" y="2034"/>
                    </a:cubicBezTo>
                    <a:cubicBezTo>
                      <a:pt x="1942" y="2034"/>
                      <a:pt x="2954" y="1872"/>
                      <a:pt x="3104" y="1530"/>
                    </a:cubicBezTo>
                    <a:cubicBezTo>
                      <a:pt x="3310" y="1005"/>
                      <a:pt x="2397" y="0"/>
                      <a:pt x="2397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41"/>
              <p:cNvSpPr/>
              <p:nvPr/>
            </p:nvSpPr>
            <p:spPr>
              <a:xfrm>
                <a:off x="2452777" y="3165429"/>
                <a:ext cx="247279" cy="56051"/>
              </a:xfrm>
              <a:custGeom>
                <a:avLst/>
                <a:gdLst/>
                <a:ahLst/>
                <a:cxnLst/>
                <a:rect l="l" t="t" r="r" b="b"/>
                <a:pathLst>
                  <a:path w="7716" h="1749" extrusionOk="0">
                    <a:moveTo>
                      <a:pt x="2266" y="0"/>
                    </a:moveTo>
                    <a:cubicBezTo>
                      <a:pt x="1593" y="0"/>
                      <a:pt x="827" y="39"/>
                      <a:pt x="0" y="151"/>
                    </a:cubicBezTo>
                    <a:lnTo>
                      <a:pt x="2808" y="1748"/>
                    </a:lnTo>
                    <a:cubicBezTo>
                      <a:pt x="2808" y="1748"/>
                      <a:pt x="4474" y="1566"/>
                      <a:pt x="5022" y="1566"/>
                    </a:cubicBezTo>
                    <a:cubicBezTo>
                      <a:pt x="5547" y="1566"/>
                      <a:pt x="7099" y="1497"/>
                      <a:pt x="7418" y="1452"/>
                    </a:cubicBezTo>
                    <a:cubicBezTo>
                      <a:pt x="7692" y="1429"/>
                      <a:pt x="7715" y="493"/>
                      <a:pt x="7510" y="356"/>
                    </a:cubicBezTo>
                    <a:cubicBezTo>
                      <a:pt x="7327" y="196"/>
                      <a:pt x="5456" y="265"/>
                      <a:pt x="4976" y="196"/>
                    </a:cubicBezTo>
                    <a:cubicBezTo>
                      <a:pt x="4653" y="166"/>
                      <a:pt x="3657" y="0"/>
                      <a:pt x="2266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41"/>
              <p:cNvSpPr/>
              <p:nvPr/>
            </p:nvSpPr>
            <p:spPr>
              <a:xfrm>
                <a:off x="2384001" y="3167608"/>
                <a:ext cx="189497" cy="151713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4734" extrusionOk="0">
                    <a:moveTo>
                      <a:pt x="1678" y="1"/>
                    </a:moveTo>
                    <a:cubicBezTo>
                      <a:pt x="1583" y="1"/>
                      <a:pt x="1488" y="5"/>
                      <a:pt x="1393" y="14"/>
                    </a:cubicBezTo>
                    <a:cubicBezTo>
                      <a:pt x="1" y="197"/>
                      <a:pt x="138" y="3164"/>
                      <a:pt x="1165" y="3461"/>
                    </a:cubicBezTo>
                    <a:cubicBezTo>
                      <a:pt x="1370" y="3529"/>
                      <a:pt x="1606" y="3557"/>
                      <a:pt x="1851" y="3557"/>
                    </a:cubicBezTo>
                    <a:cubicBezTo>
                      <a:pt x="2833" y="3557"/>
                      <a:pt x="3972" y="3118"/>
                      <a:pt x="3972" y="3118"/>
                    </a:cubicBezTo>
                    <a:cubicBezTo>
                      <a:pt x="3972" y="3118"/>
                      <a:pt x="4452" y="3963"/>
                      <a:pt x="4611" y="4442"/>
                    </a:cubicBezTo>
                    <a:cubicBezTo>
                      <a:pt x="4689" y="4645"/>
                      <a:pt x="4905" y="4733"/>
                      <a:pt x="5135" y="4733"/>
                    </a:cubicBezTo>
                    <a:cubicBezTo>
                      <a:pt x="5450" y="4733"/>
                      <a:pt x="5791" y="4569"/>
                      <a:pt x="5844" y="4305"/>
                    </a:cubicBezTo>
                    <a:cubicBezTo>
                      <a:pt x="5912" y="3826"/>
                      <a:pt x="5639" y="2411"/>
                      <a:pt x="5342" y="1954"/>
                    </a:cubicBezTo>
                    <a:cubicBezTo>
                      <a:pt x="5038" y="1564"/>
                      <a:pt x="3459" y="1"/>
                      <a:pt x="1678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41"/>
              <p:cNvSpPr/>
              <p:nvPr/>
            </p:nvSpPr>
            <p:spPr>
              <a:xfrm>
                <a:off x="1842668" y="3149757"/>
                <a:ext cx="51981" cy="160975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5023" extrusionOk="0">
                    <a:moveTo>
                      <a:pt x="1622" y="1"/>
                    </a:moveTo>
                    <a:cubicBezTo>
                      <a:pt x="252" y="3310"/>
                      <a:pt x="1" y="5022"/>
                      <a:pt x="1" y="5022"/>
                    </a:cubicBezTo>
                    <a:lnTo>
                      <a:pt x="1622" y="4794"/>
                    </a:lnTo>
                    <a:lnTo>
                      <a:pt x="1622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41"/>
              <p:cNvSpPr/>
              <p:nvPr/>
            </p:nvSpPr>
            <p:spPr>
              <a:xfrm>
                <a:off x="1909265" y="3162192"/>
                <a:ext cx="53423" cy="143413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4475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91" y="3036"/>
                      <a:pt x="457" y="4474"/>
                      <a:pt x="457" y="4474"/>
                    </a:cubicBezTo>
                    <a:lnTo>
                      <a:pt x="1666" y="372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41"/>
              <p:cNvSpPr/>
              <p:nvPr/>
            </p:nvSpPr>
            <p:spPr>
              <a:xfrm>
                <a:off x="1572018" y="3306955"/>
                <a:ext cx="84157" cy="151521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4728" extrusionOk="0">
                    <a:moveTo>
                      <a:pt x="1945" y="1"/>
                    </a:moveTo>
                    <a:cubicBezTo>
                      <a:pt x="1415" y="1"/>
                      <a:pt x="19" y="1208"/>
                      <a:pt x="1" y="3838"/>
                    </a:cubicBezTo>
                    <a:lnTo>
                      <a:pt x="1" y="4545"/>
                    </a:lnTo>
                    <a:lnTo>
                      <a:pt x="23" y="4728"/>
                    </a:lnTo>
                    <a:lnTo>
                      <a:pt x="2625" y="4568"/>
                    </a:lnTo>
                    <a:cubicBezTo>
                      <a:pt x="2283" y="2925"/>
                      <a:pt x="2146" y="1372"/>
                      <a:pt x="2146" y="208"/>
                    </a:cubicBezTo>
                    <a:cubicBezTo>
                      <a:pt x="2151" y="71"/>
                      <a:pt x="2073" y="1"/>
                      <a:pt x="1945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41"/>
              <p:cNvSpPr/>
              <p:nvPr/>
            </p:nvSpPr>
            <p:spPr>
              <a:xfrm>
                <a:off x="785642" y="3109536"/>
                <a:ext cx="884415" cy="1208447"/>
              </a:xfrm>
              <a:custGeom>
                <a:avLst/>
                <a:gdLst/>
                <a:ahLst/>
                <a:cxnLst/>
                <a:rect l="l" t="t" r="r" b="b"/>
                <a:pathLst>
                  <a:path w="27597" h="37708" extrusionOk="0">
                    <a:moveTo>
                      <a:pt x="22689" y="0"/>
                    </a:moveTo>
                    <a:lnTo>
                      <a:pt x="16777" y="228"/>
                    </a:lnTo>
                    <a:lnTo>
                      <a:pt x="12189" y="320"/>
                    </a:lnTo>
                    <a:cubicBezTo>
                      <a:pt x="12189" y="320"/>
                      <a:pt x="6277" y="4314"/>
                      <a:pt x="3127" y="17553"/>
                    </a:cubicBezTo>
                    <a:cubicBezTo>
                      <a:pt x="0" y="30791"/>
                      <a:pt x="7807" y="37707"/>
                      <a:pt x="7807" y="37707"/>
                    </a:cubicBezTo>
                    <a:cubicBezTo>
                      <a:pt x="7807" y="37707"/>
                      <a:pt x="16663" y="35653"/>
                      <a:pt x="23305" y="29673"/>
                    </a:cubicBezTo>
                    <a:lnTo>
                      <a:pt x="25496" y="24834"/>
                    </a:lnTo>
                    <a:cubicBezTo>
                      <a:pt x="23214" y="15019"/>
                      <a:pt x="27596" y="3378"/>
                      <a:pt x="27596" y="3378"/>
                    </a:cubicBezTo>
                    <a:lnTo>
                      <a:pt x="226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41"/>
              <p:cNvSpPr/>
              <p:nvPr/>
            </p:nvSpPr>
            <p:spPr>
              <a:xfrm>
                <a:off x="786380" y="3119760"/>
                <a:ext cx="750520" cy="1198224"/>
              </a:xfrm>
              <a:custGeom>
                <a:avLst/>
                <a:gdLst/>
                <a:ahLst/>
                <a:cxnLst/>
                <a:rect l="l" t="t" r="r" b="b"/>
                <a:pathLst>
                  <a:path w="23419" h="37389" extrusionOk="0">
                    <a:moveTo>
                      <a:pt x="12166" y="1"/>
                    </a:moveTo>
                    <a:cubicBezTo>
                      <a:pt x="12006" y="115"/>
                      <a:pt x="6232" y="4132"/>
                      <a:pt x="3150" y="17234"/>
                    </a:cubicBezTo>
                    <a:cubicBezTo>
                      <a:pt x="0" y="30472"/>
                      <a:pt x="7829" y="37388"/>
                      <a:pt x="7829" y="37388"/>
                    </a:cubicBezTo>
                    <a:cubicBezTo>
                      <a:pt x="7829" y="37388"/>
                      <a:pt x="16800" y="35266"/>
                      <a:pt x="23419" y="29354"/>
                    </a:cubicBezTo>
                    <a:cubicBezTo>
                      <a:pt x="19379" y="26820"/>
                      <a:pt x="15202" y="23807"/>
                      <a:pt x="14220" y="16846"/>
                    </a:cubicBezTo>
                    <a:cubicBezTo>
                      <a:pt x="13353" y="10751"/>
                      <a:pt x="9769" y="3721"/>
                      <a:pt x="12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41"/>
              <p:cNvSpPr/>
              <p:nvPr/>
            </p:nvSpPr>
            <p:spPr>
              <a:xfrm>
                <a:off x="1027032" y="4029779"/>
                <a:ext cx="557434" cy="310893"/>
              </a:xfrm>
              <a:custGeom>
                <a:avLst/>
                <a:gdLst/>
                <a:ahLst/>
                <a:cxnLst/>
                <a:rect l="l" t="t" r="r" b="b"/>
                <a:pathLst>
                  <a:path w="17394" h="9701" extrusionOk="0">
                    <a:moveTo>
                      <a:pt x="1" y="0"/>
                    </a:moveTo>
                    <a:lnTo>
                      <a:pt x="1" y="6505"/>
                    </a:lnTo>
                    <a:cubicBezTo>
                      <a:pt x="1" y="8263"/>
                      <a:pt x="1416" y="9701"/>
                      <a:pt x="3196" y="9701"/>
                    </a:cubicBezTo>
                    <a:lnTo>
                      <a:pt x="17394" y="9701"/>
                    </a:lnTo>
                    <a:lnTo>
                      <a:pt x="173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41"/>
              <p:cNvSpPr/>
              <p:nvPr/>
            </p:nvSpPr>
            <p:spPr>
              <a:xfrm>
                <a:off x="785642" y="3109536"/>
                <a:ext cx="884415" cy="1208447"/>
              </a:xfrm>
              <a:custGeom>
                <a:avLst/>
                <a:gdLst/>
                <a:ahLst/>
                <a:cxnLst/>
                <a:rect l="l" t="t" r="r" b="b"/>
                <a:pathLst>
                  <a:path w="27597" h="37708" extrusionOk="0">
                    <a:moveTo>
                      <a:pt x="22689" y="0"/>
                    </a:moveTo>
                    <a:lnTo>
                      <a:pt x="16777" y="228"/>
                    </a:lnTo>
                    <a:lnTo>
                      <a:pt x="12189" y="320"/>
                    </a:lnTo>
                    <a:cubicBezTo>
                      <a:pt x="12189" y="320"/>
                      <a:pt x="6277" y="4314"/>
                      <a:pt x="3127" y="17553"/>
                    </a:cubicBezTo>
                    <a:cubicBezTo>
                      <a:pt x="0" y="30791"/>
                      <a:pt x="7807" y="37707"/>
                      <a:pt x="7807" y="37707"/>
                    </a:cubicBezTo>
                    <a:cubicBezTo>
                      <a:pt x="7807" y="37707"/>
                      <a:pt x="16663" y="35653"/>
                      <a:pt x="23305" y="29673"/>
                    </a:cubicBezTo>
                    <a:lnTo>
                      <a:pt x="25496" y="24834"/>
                    </a:lnTo>
                    <a:cubicBezTo>
                      <a:pt x="23214" y="15019"/>
                      <a:pt x="27596" y="3378"/>
                      <a:pt x="27596" y="3378"/>
                    </a:cubicBezTo>
                    <a:lnTo>
                      <a:pt x="22689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41"/>
              <p:cNvSpPr/>
              <p:nvPr/>
            </p:nvSpPr>
            <p:spPr>
              <a:xfrm>
                <a:off x="1214324" y="3109536"/>
                <a:ext cx="456453" cy="516702"/>
              </a:xfrm>
              <a:custGeom>
                <a:avLst/>
                <a:gdLst/>
                <a:ahLst/>
                <a:cxnLst/>
                <a:rect l="l" t="t" r="r" b="b"/>
                <a:pathLst>
                  <a:path w="14243" h="16123" extrusionOk="0">
                    <a:moveTo>
                      <a:pt x="9336" y="0"/>
                    </a:moveTo>
                    <a:lnTo>
                      <a:pt x="3424" y="228"/>
                    </a:lnTo>
                    <a:lnTo>
                      <a:pt x="2260" y="274"/>
                    </a:lnTo>
                    <a:cubicBezTo>
                      <a:pt x="639" y="3355"/>
                      <a:pt x="0" y="6734"/>
                      <a:pt x="867" y="9222"/>
                    </a:cubicBezTo>
                    <a:cubicBezTo>
                      <a:pt x="1805" y="12034"/>
                      <a:pt x="4620" y="16123"/>
                      <a:pt x="6865" y="16123"/>
                    </a:cubicBezTo>
                    <a:cubicBezTo>
                      <a:pt x="7682" y="16123"/>
                      <a:pt x="8423" y="15582"/>
                      <a:pt x="8970" y="14243"/>
                    </a:cubicBezTo>
                    <a:cubicBezTo>
                      <a:pt x="10226" y="11139"/>
                      <a:pt x="12645" y="7144"/>
                      <a:pt x="13467" y="5752"/>
                    </a:cubicBezTo>
                    <a:cubicBezTo>
                      <a:pt x="13901" y="4268"/>
                      <a:pt x="14243" y="3378"/>
                      <a:pt x="14243" y="3378"/>
                    </a:cubicBezTo>
                    <a:lnTo>
                      <a:pt x="9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41"/>
              <p:cNvSpPr/>
              <p:nvPr/>
            </p:nvSpPr>
            <p:spPr>
              <a:xfrm>
                <a:off x="1236245" y="3108062"/>
                <a:ext cx="476258" cy="190234"/>
              </a:xfrm>
              <a:custGeom>
                <a:avLst/>
                <a:gdLst/>
                <a:ahLst/>
                <a:cxnLst/>
                <a:rect l="l" t="t" r="r" b="b"/>
                <a:pathLst>
                  <a:path w="14861" h="5936" extrusionOk="0">
                    <a:moveTo>
                      <a:pt x="8469" y="1"/>
                    </a:moveTo>
                    <a:lnTo>
                      <a:pt x="8469" y="46"/>
                    </a:lnTo>
                    <a:lnTo>
                      <a:pt x="2740" y="274"/>
                    </a:lnTo>
                    <a:lnTo>
                      <a:pt x="1576" y="320"/>
                    </a:lnTo>
                    <a:cubicBezTo>
                      <a:pt x="800" y="1758"/>
                      <a:pt x="275" y="3287"/>
                      <a:pt x="1" y="4725"/>
                    </a:cubicBezTo>
                    <a:cubicBezTo>
                      <a:pt x="1576" y="5479"/>
                      <a:pt x="3539" y="5935"/>
                      <a:pt x="5707" y="5935"/>
                    </a:cubicBezTo>
                    <a:cubicBezTo>
                      <a:pt x="10592" y="5935"/>
                      <a:pt x="14563" y="3584"/>
                      <a:pt x="14860" y="617"/>
                    </a:cubicBezTo>
                    <a:lnTo>
                      <a:pt x="8469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41"/>
              <p:cNvSpPr/>
              <p:nvPr/>
            </p:nvSpPr>
            <p:spPr>
              <a:xfrm>
                <a:off x="1290375" y="3109536"/>
                <a:ext cx="278012" cy="844900"/>
              </a:xfrm>
              <a:custGeom>
                <a:avLst/>
                <a:gdLst/>
                <a:ahLst/>
                <a:cxnLst/>
                <a:rect l="l" t="t" r="r" b="b"/>
                <a:pathLst>
                  <a:path w="8675" h="26364" extrusionOk="0">
                    <a:moveTo>
                      <a:pt x="6666" y="0"/>
                    </a:moveTo>
                    <a:lnTo>
                      <a:pt x="549" y="297"/>
                    </a:lnTo>
                    <a:lnTo>
                      <a:pt x="1" y="1096"/>
                    </a:lnTo>
                    <a:cubicBezTo>
                      <a:pt x="1644" y="7350"/>
                      <a:pt x="4680" y="17096"/>
                      <a:pt x="3767" y="26363"/>
                    </a:cubicBezTo>
                    <a:lnTo>
                      <a:pt x="6346" y="25793"/>
                    </a:lnTo>
                    <a:cubicBezTo>
                      <a:pt x="6346" y="25793"/>
                      <a:pt x="5981" y="10431"/>
                      <a:pt x="8378" y="5296"/>
                    </a:cubicBezTo>
                    <a:cubicBezTo>
                      <a:pt x="8355" y="5250"/>
                      <a:pt x="8674" y="731"/>
                      <a:pt x="66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41"/>
              <p:cNvSpPr/>
              <p:nvPr/>
            </p:nvSpPr>
            <p:spPr>
              <a:xfrm>
                <a:off x="1290375" y="3109536"/>
                <a:ext cx="272147" cy="192253"/>
              </a:xfrm>
              <a:custGeom>
                <a:avLst/>
                <a:gdLst/>
                <a:ahLst/>
                <a:cxnLst/>
                <a:rect l="l" t="t" r="r" b="b"/>
                <a:pathLst>
                  <a:path w="8492" h="5999" extrusionOk="0">
                    <a:moveTo>
                      <a:pt x="6666" y="0"/>
                    </a:moveTo>
                    <a:lnTo>
                      <a:pt x="549" y="297"/>
                    </a:lnTo>
                    <a:lnTo>
                      <a:pt x="1" y="1096"/>
                    </a:lnTo>
                    <a:cubicBezTo>
                      <a:pt x="366" y="2465"/>
                      <a:pt x="800" y="3995"/>
                      <a:pt x="1233" y="5661"/>
                    </a:cubicBezTo>
                    <a:cubicBezTo>
                      <a:pt x="2329" y="5889"/>
                      <a:pt x="3391" y="5999"/>
                      <a:pt x="4378" y="5999"/>
                    </a:cubicBezTo>
                    <a:cubicBezTo>
                      <a:pt x="5961" y="5999"/>
                      <a:pt x="7351" y="5716"/>
                      <a:pt x="8378" y="5181"/>
                    </a:cubicBezTo>
                    <a:cubicBezTo>
                      <a:pt x="8378" y="4497"/>
                      <a:pt x="8492" y="662"/>
                      <a:pt x="666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41"/>
              <p:cNvSpPr/>
              <p:nvPr/>
            </p:nvSpPr>
            <p:spPr>
              <a:xfrm>
                <a:off x="1440363" y="3225103"/>
                <a:ext cx="81208" cy="613742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19151" extrusionOk="0">
                    <a:moveTo>
                      <a:pt x="1187" y="1"/>
                    </a:moveTo>
                    <a:lnTo>
                      <a:pt x="936" y="434"/>
                    </a:lnTo>
                    <a:cubicBezTo>
                      <a:pt x="936" y="434"/>
                      <a:pt x="959" y="6483"/>
                      <a:pt x="479" y="8720"/>
                    </a:cubicBezTo>
                    <a:cubicBezTo>
                      <a:pt x="0" y="10979"/>
                      <a:pt x="274" y="17211"/>
                      <a:pt x="1575" y="19151"/>
                    </a:cubicBezTo>
                    <a:lnTo>
                      <a:pt x="2534" y="16686"/>
                    </a:lnTo>
                    <a:cubicBezTo>
                      <a:pt x="1689" y="14883"/>
                      <a:pt x="1758" y="10957"/>
                      <a:pt x="1803" y="8834"/>
                    </a:cubicBezTo>
                    <a:cubicBezTo>
                      <a:pt x="1826" y="6734"/>
                      <a:pt x="1392" y="343"/>
                      <a:pt x="1392" y="343"/>
                    </a:cubicBez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41"/>
              <p:cNvSpPr/>
              <p:nvPr/>
            </p:nvSpPr>
            <p:spPr>
              <a:xfrm>
                <a:off x="1272108" y="2746458"/>
                <a:ext cx="340889" cy="338934"/>
              </a:xfrm>
              <a:custGeom>
                <a:avLst/>
                <a:gdLst/>
                <a:ahLst/>
                <a:cxnLst/>
                <a:rect l="l" t="t" r="r" b="b"/>
                <a:pathLst>
                  <a:path w="10637" h="10576" extrusionOk="0">
                    <a:moveTo>
                      <a:pt x="6696" y="1"/>
                    </a:moveTo>
                    <a:cubicBezTo>
                      <a:pt x="5528" y="1"/>
                      <a:pt x="4542" y="1218"/>
                      <a:pt x="4542" y="1218"/>
                    </a:cubicBezTo>
                    <a:cubicBezTo>
                      <a:pt x="4542" y="1218"/>
                      <a:pt x="2283" y="1218"/>
                      <a:pt x="1598" y="2382"/>
                    </a:cubicBezTo>
                    <a:cubicBezTo>
                      <a:pt x="913" y="3546"/>
                      <a:pt x="1689" y="4664"/>
                      <a:pt x="1689" y="4664"/>
                    </a:cubicBezTo>
                    <a:cubicBezTo>
                      <a:pt x="1689" y="4664"/>
                      <a:pt x="685" y="4801"/>
                      <a:pt x="343" y="6125"/>
                    </a:cubicBezTo>
                    <a:cubicBezTo>
                      <a:pt x="0" y="7426"/>
                      <a:pt x="1301" y="8316"/>
                      <a:pt x="1301" y="8316"/>
                    </a:cubicBezTo>
                    <a:cubicBezTo>
                      <a:pt x="571" y="9115"/>
                      <a:pt x="1415" y="10142"/>
                      <a:pt x="2831" y="10576"/>
                    </a:cubicBezTo>
                    <a:lnTo>
                      <a:pt x="10157" y="2838"/>
                    </a:lnTo>
                    <a:cubicBezTo>
                      <a:pt x="10180" y="2815"/>
                      <a:pt x="10637" y="1492"/>
                      <a:pt x="9929" y="898"/>
                    </a:cubicBezTo>
                    <a:cubicBezTo>
                      <a:pt x="9721" y="711"/>
                      <a:pt x="9484" y="646"/>
                      <a:pt x="9255" y="646"/>
                    </a:cubicBezTo>
                    <a:cubicBezTo>
                      <a:pt x="8728" y="646"/>
                      <a:pt x="8240" y="989"/>
                      <a:pt x="8240" y="989"/>
                    </a:cubicBezTo>
                    <a:cubicBezTo>
                      <a:pt x="8240" y="989"/>
                      <a:pt x="8080" y="122"/>
                      <a:pt x="6848" y="8"/>
                    </a:cubicBezTo>
                    <a:cubicBezTo>
                      <a:pt x="6797" y="3"/>
                      <a:pt x="6746" y="1"/>
                      <a:pt x="66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41"/>
              <p:cNvSpPr/>
              <p:nvPr/>
            </p:nvSpPr>
            <p:spPr>
              <a:xfrm>
                <a:off x="1272108" y="2786936"/>
                <a:ext cx="266283" cy="297016"/>
              </a:xfrm>
              <a:custGeom>
                <a:avLst/>
                <a:gdLst/>
                <a:ahLst/>
                <a:cxnLst/>
                <a:rect l="l" t="t" r="r" b="b"/>
                <a:pathLst>
                  <a:path w="8309" h="9268" extrusionOk="0">
                    <a:moveTo>
                      <a:pt x="3698" y="0"/>
                    </a:moveTo>
                    <a:cubicBezTo>
                      <a:pt x="2990" y="114"/>
                      <a:pt x="2009" y="388"/>
                      <a:pt x="1598" y="1096"/>
                    </a:cubicBezTo>
                    <a:cubicBezTo>
                      <a:pt x="913" y="2260"/>
                      <a:pt x="1689" y="3378"/>
                      <a:pt x="1689" y="3378"/>
                    </a:cubicBezTo>
                    <a:cubicBezTo>
                      <a:pt x="1689" y="3378"/>
                      <a:pt x="685" y="3515"/>
                      <a:pt x="343" y="4816"/>
                    </a:cubicBezTo>
                    <a:cubicBezTo>
                      <a:pt x="0" y="6140"/>
                      <a:pt x="1301" y="7030"/>
                      <a:pt x="1301" y="7030"/>
                    </a:cubicBezTo>
                    <a:cubicBezTo>
                      <a:pt x="571" y="7829"/>
                      <a:pt x="1415" y="8856"/>
                      <a:pt x="2831" y="9267"/>
                    </a:cubicBezTo>
                    <a:lnTo>
                      <a:pt x="8309" y="3470"/>
                    </a:lnTo>
                    <a:cubicBezTo>
                      <a:pt x="7190" y="3173"/>
                      <a:pt x="6209" y="1758"/>
                      <a:pt x="6209" y="1758"/>
                    </a:cubicBezTo>
                    <a:cubicBezTo>
                      <a:pt x="6209" y="1758"/>
                      <a:pt x="4497" y="1621"/>
                      <a:pt x="3926" y="548"/>
                    </a:cubicBezTo>
                    <a:cubicBezTo>
                      <a:pt x="3812" y="343"/>
                      <a:pt x="3766" y="160"/>
                      <a:pt x="36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41"/>
              <p:cNvSpPr/>
              <p:nvPr/>
            </p:nvSpPr>
            <p:spPr>
              <a:xfrm>
                <a:off x="1272108" y="2786936"/>
                <a:ext cx="266283" cy="297016"/>
              </a:xfrm>
              <a:custGeom>
                <a:avLst/>
                <a:gdLst/>
                <a:ahLst/>
                <a:cxnLst/>
                <a:rect l="l" t="t" r="r" b="b"/>
                <a:pathLst>
                  <a:path w="8309" h="9268" extrusionOk="0">
                    <a:moveTo>
                      <a:pt x="3698" y="0"/>
                    </a:moveTo>
                    <a:cubicBezTo>
                      <a:pt x="2990" y="114"/>
                      <a:pt x="2009" y="388"/>
                      <a:pt x="1598" y="1096"/>
                    </a:cubicBezTo>
                    <a:cubicBezTo>
                      <a:pt x="913" y="2260"/>
                      <a:pt x="1689" y="3378"/>
                      <a:pt x="1689" y="3378"/>
                    </a:cubicBezTo>
                    <a:cubicBezTo>
                      <a:pt x="1689" y="3378"/>
                      <a:pt x="685" y="3515"/>
                      <a:pt x="343" y="4816"/>
                    </a:cubicBezTo>
                    <a:cubicBezTo>
                      <a:pt x="0" y="6140"/>
                      <a:pt x="1301" y="7030"/>
                      <a:pt x="1301" y="7030"/>
                    </a:cubicBezTo>
                    <a:cubicBezTo>
                      <a:pt x="571" y="7829"/>
                      <a:pt x="1415" y="8856"/>
                      <a:pt x="2831" y="9267"/>
                    </a:cubicBezTo>
                    <a:lnTo>
                      <a:pt x="8309" y="3470"/>
                    </a:lnTo>
                    <a:cubicBezTo>
                      <a:pt x="7190" y="3173"/>
                      <a:pt x="6209" y="1758"/>
                      <a:pt x="6209" y="1758"/>
                    </a:cubicBezTo>
                    <a:cubicBezTo>
                      <a:pt x="6209" y="1758"/>
                      <a:pt x="4497" y="1621"/>
                      <a:pt x="3926" y="548"/>
                    </a:cubicBezTo>
                    <a:cubicBezTo>
                      <a:pt x="3812" y="343"/>
                      <a:pt x="3766" y="160"/>
                      <a:pt x="3698" y="0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41"/>
              <p:cNvSpPr/>
              <p:nvPr/>
            </p:nvSpPr>
            <p:spPr>
              <a:xfrm>
                <a:off x="1335019" y="2991021"/>
                <a:ext cx="259713" cy="245804"/>
              </a:xfrm>
              <a:custGeom>
                <a:avLst/>
                <a:gdLst/>
                <a:ahLst/>
                <a:cxnLst/>
                <a:rect l="l" t="t" r="r" b="b"/>
                <a:pathLst>
                  <a:path w="8104" h="7670" extrusionOk="0">
                    <a:moveTo>
                      <a:pt x="2146" y="0"/>
                    </a:moveTo>
                    <a:cubicBezTo>
                      <a:pt x="2054" y="0"/>
                      <a:pt x="0" y="4109"/>
                      <a:pt x="0" y="4109"/>
                    </a:cubicBezTo>
                    <a:lnTo>
                      <a:pt x="4246" y="7670"/>
                    </a:lnTo>
                    <a:lnTo>
                      <a:pt x="6711" y="5935"/>
                    </a:lnTo>
                    <a:lnTo>
                      <a:pt x="8103" y="1644"/>
                    </a:lnTo>
                    <a:cubicBezTo>
                      <a:pt x="8103" y="1644"/>
                      <a:pt x="2237" y="0"/>
                      <a:pt x="2146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41"/>
              <p:cNvSpPr/>
              <p:nvPr/>
            </p:nvSpPr>
            <p:spPr>
              <a:xfrm>
                <a:off x="1335756" y="2991021"/>
                <a:ext cx="259681" cy="202668"/>
              </a:xfrm>
              <a:custGeom>
                <a:avLst/>
                <a:gdLst/>
                <a:ahLst/>
                <a:cxnLst/>
                <a:rect l="l" t="t" r="r" b="b"/>
                <a:pathLst>
                  <a:path w="8103" h="6324" extrusionOk="0">
                    <a:moveTo>
                      <a:pt x="2146" y="0"/>
                    </a:moveTo>
                    <a:cubicBezTo>
                      <a:pt x="2077" y="0"/>
                      <a:pt x="0" y="4109"/>
                      <a:pt x="0" y="4109"/>
                    </a:cubicBezTo>
                    <a:lnTo>
                      <a:pt x="2671" y="6323"/>
                    </a:lnTo>
                    <a:cubicBezTo>
                      <a:pt x="3424" y="5730"/>
                      <a:pt x="4770" y="5296"/>
                      <a:pt x="6345" y="5296"/>
                    </a:cubicBezTo>
                    <a:cubicBezTo>
                      <a:pt x="6551" y="5296"/>
                      <a:pt x="6711" y="5296"/>
                      <a:pt x="6916" y="5342"/>
                    </a:cubicBezTo>
                    <a:lnTo>
                      <a:pt x="8103" y="1644"/>
                    </a:lnTo>
                    <a:cubicBezTo>
                      <a:pt x="8103" y="1644"/>
                      <a:pt x="2214" y="0"/>
                      <a:pt x="2146" y="0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41"/>
              <p:cNvSpPr/>
              <p:nvPr/>
            </p:nvSpPr>
            <p:spPr>
              <a:xfrm>
                <a:off x="1305022" y="3086846"/>
                <a:ext cx="179979" cy="190234"/>
              </a:xfrm>
              <a:custGeom>
                <a:avLst/>
                <a:gdLst/>
                <a:ahLst/>
                <a:cxnLst/>
                <a:rect l="l" t="t" r="r" b="b"/>
                <a:pathLst>
                  <a:path w="5616" h="5936" extrusionOk="0">
                    <a:moveTo>
                      <a:pt x="1507" y="1"/>
                    </a:moveTo>
                    <a:cubicBezTo>
                      <a:pt x="1370" y="23"/>
                      <a:pt x="0" y="685"/>
                      <a:pt x="0" y="891"/>
                    </a:cubicBezTo>
                    <a:cubicBezTo>
                      <a:pt x="0" y="1233"/>
                      <a:pt x="3059" y="5935"/>
                      <a:pt x="3059" y="5935"/>
                    </a:cubicBezTo>
                    <a:cubicBezTo>
                      <a:pt x="3059" y="5935"/>
                      <a:pt x="5615" y="4337"/>
                      <a:pt x="5593" y="4223"/>
                    </a:cubicBezTo>
                    <a:cubicBezTo>
                      <a:pt x="5547" y="4109"/>
                      <a:pt x="3401" y="3767"/>
                      <a:pt x="15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41"/>
              <p:cNvSpPr/>
              <p:nvPr/>
            </p:nvSpPr>
            <p:spPr>
              <a:xfrm>
                <a:off x="1480584" y="3136585"/>
                <a:ext cx="91464" cy="128062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96" extrusionOk="0">
                    <a:moveTo>
                      <a:pt x="2671" y="1"/>
                    </a:moveTo>
                    <a:cubicBezTo>
                      <a:pt x="2671" y="1"/>
                      <a:pt x="1256" y="2055"/>
                      <a:pt x="251" y="2466"/>
                    </a:cubicBezTo>
                    <a:cubicBezTo>
                      <a:pt x="0" y="2580"/>
                      <a:pt x="2306" y="3995"/>
                      <a:pt x="2306" y="3995"/>
                    </a:cubicBezTo>
                    <a:cubicBezTo>
                      <a:pt x="2306" y="3995"/>
                      <a:pt x="2854" y="526"/>
                      <a:pt x="2831" y="389"/>
                    </a:cubicBezTo>
                    <a:cubicBezTo>
                      <a:pt x="2762" y="252"/>
                      <a:pt x="2671" y="1"/>
                      <a:pt x="26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41"/>
              <p:cNvSpPr/>
              <p:nvPr/>
            </p:nvSpPr>
            <p:spPr>
              <a:xfrm>
                <a:off x="1414756" y="3871779"/>
                <a:ext cx="196804" cy="158763"/>
              </a:xfrm>
              <a:custGeom>
                <a:avLst/>
                <a:gdLst/>
                <a:ahLst/>
                <a:cxnLst/>
                <a:rect l="l" t="t" r="r" b="b"/>
                <a:pathLst>
                  <a:path w="6141" h="4954" extrusionOk="0">
                    <a:moveTo>
                      <a:pt x="3561" y="0"/>
                    </a:moveTo>
                    <a:lnTo>
                      <a:pt x="0" y="2671"/>
                    </a:lnTo>
                    <a:lnTo>
                      <a:pt x="2853" y="4953"/>
                    </a:lnTo>
                    <a:lnTo>
                      <a:pt x="6140" y="2305"/>
                    </a:lnTo>
                    <a:lnTo>
                      <a:pt x="3561" y="0"/>
                    </a:ln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41"/>
              <p:cNvSpPr/>
              <p:nvPr/>
            </p:nvSpPr>
            <p:spPr>
              <a:xfrm>
                <a:off x="1393540" y="3855659"/>
                <a:ext cx="193855" cy="144887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4521" extrusionOk="0">
                    <a:moveTo>
                      <a:pt x="4451" y="1"/>
                    </a:moveTo>
                    <a:lnTo>
                      <a:pt x="0" y="3516"/>
                    </a:lnTo>
                    <a:lnTo>
                      <a:pt x="1598" y="4520"/>
                    </a:lnTo>
                    <a:lnTo>
                      <a:pt x="6049" y="1827"/>
                    </a:lnTo>
                    <a:lnTo>
                      <a:pt x="445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41"/>
              <p:cNvSpPr/>
              <p:nvPr/>
            </p:nvSpPr>
            <p:spPr>
              <a:xfrm>
                <a:off x="1018988" y="3119856"/>
                <a:ext cx="538430" cy="896016"/>
              </a:xfrm>
              <a:custGeom>
                <a:avLst/>
                <a:gdLst/>
                <a:ahLst/>
                <a:cxnLst/>
                <a:rect l="l" t="t" r="r" b="b"/>
                <a:pathLst>
                  <a:path w="16801" h="27959" extrusionOk="0">
                    <a:moveTo>
                      <a:pt x="5756" y="0"/>
                    </a:moveTo>
                    <a:cubicBezTo>
                      <a:pt x="5220" y="0"/>
                      <a:pt x="4741" y="112"/>
                      <a:pt x="4474" y="409"/>
                    </a:cubicBezTo>
                    <a:cubicBezTo>
                      <a:pt x="1758" y="3399"/>
                      <a:pt x="1" y="11821"/>
                      <a:pt x="845" y="12917"/>
                    </a:cubicBezTo>
                    <a:cubicBezTo>
                      <a:pt x="1713" y="14035"/>
                      <a:pt x="3881" y="20860"/>
                      <a:pt x="4064" y="21316"/>
                    </a:cubicBezTo>
                    <a:cubicBezTo>
                      <a:pt x="4269" y="21773"/>
                      <a:pt x="9656" y="26772"/>
                      <a:pt x="11094" y="27959"/>
                    </a:cubicBezTo>
                    <a:lnTo>
                      <a:pt x="16800" y="23394"/>
                    </a:lnTo>
                    <a:lnTo>
                      <a:pt x="12349" y="17345"/>
                    </a:lnTo>
                    <a:cubicBezTo>
                      <a:pt x="11756" y="9698"/>
                      <a:pt x="8834" y="1207"/>
                      <a:pt x="8400" y="751"/>
                    </a:cubicBezTo>
                    <a:cubicBezTo>
                      <a:pt x="8126" y="447"/>
                      <a:pt x="6828" y="0"/>
                      <a:pt x="57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41"/>
              <p:cNvSpPr/>
              <p:nvPr/>
            </p:nvSpPr>
            <p:spPr>
              <a:xfrm>
                <a:off x="1018988" y="3123413"/>
                <a:ext cx="448441" cy="891722"/>
              </a:xfrm>
              <a:custGeom>
                <a:avLst/>
                <a:gdLst/>
                <a:ahLst/>
                <a:cxnLst/>
                <a:rect l="l" t="t" r="r" b="b"/>
                <a:pathLst>
                  <a:path w="13993" h="27825" extrusionOk="0">
                    <a:moveTo>
                      <a:pt x="4908" y="1"/>
                    </a:moveTo>
                    <a:cubicBezTo>
                      <a:pt x="4725" y="69"/>
                      <a:pt x="4589" y="138"/>
                      <a:pt x="4474" y="252"/>
                    </a:cubicBezTo>
                    <a:cubicBezTo>
                      <a:pt x="1758" y="3219"/>
                      <a:pt x="1" y="11665"/>
                      <a:pt x="845" y="12783"/>
                    </a:cubicBezTo>
                    <a:cubicBezTo>
                      <a:pt x="1713" y="13901"/>
                      <a:pt x="3858" y="20726"/>
                      <a:pt x="4064" y="21160"/>
                    </a:cubicBezTo>
                    <a:cubicBezTo>
                      <a:pt x="4269" y="21616"/>
                      <a:pt x="9656" y="26638"/>
                      <a:pt x="11094" y="27825"/>
                    </a:cubicBezTo>
                    <a:lnTo>
                      <a:pt x="13993" y="25497"/>
                    </a:lnTo>
                    <a:cubicBezTo>
                      <a:pt x="11687" y="23602"/>
                      <a:pt x="7807" y="20155"/>
                      <a:pt x="7601" y="19745"/>
                    </a:cubicBezTo>
                    <a:cubicBezTo>
                      <a:pt x="7373" y="19265"/>
                      <a:pt x="4520" y="12235"/>
                      <a:pt x="3561" y="11071"/>
                    </a:cubicBezTo>
                    <a:cubicBezTo>
                      <a:pt x="2763" y="10112"/>
                      <a:pt x="3265" y="3835"/>
                      <a:pt x="4908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41"/>
              <p:cNvSpPr/>
              <p:nvPr/>
            </p:nvSpPr>
            <p:spPr>
              <a:xfrm>
                <a:off x="1379631" y="2787352"/>
                <a:ext cx="298490" cy="348677"/>
              </a:xfrm>
              <a:custGeom>
                <a:avLst/>
                <a:gdLst/>
                <a:ahLst/>
                <a:cxnLst/>
                <a:rect l="l" t="t" r="r" b="b"/>
                <a:pathLst>
                  <a:path w="9314" h="10880" extrusionOk="0">
                    <a:moveTo>
                      <a:pt x="4482" y="0"/>
                    </a:moveTo>
                    <a:cubicBezTo>
                      <a:pt x="4433" y="0"/>
                      <a:pt x="4385" y="4"/>
                      <a:pt x="4337" y="10"/>
                    </a:cubicBezTo>
                    <a:cubicBezTo>
                      <a:pt x="3036" y="193"/>
                      <a:pt x="252" y="2064"/>
                      <a:pt x="115" y="3297"/>
                    </a:cubicBezTo>
                    <a:cubicBezTo>
                      <a:pt x="1" y="4529"/>
                      <a:pt x="754" y="6241"/>
                      <a:pt x="754" y="6241"/>
                    </a:cubicBezTo>
                    <a:cubicBezTo>
                      <a:pt x="754" y="6241"/>
                      <a:pt x="3653" y="10578"/>
                      <a:pt x="4223" y="10829"/>
                    </a:cubicBezTo>
                    <a:cubicBezTo>
                      <a:pt x="4303" y="10864"/>
                      <a:pt x="4443" y="10880"/>
                      <a:pt x="4626" y="10880"/>
                    </a:cubicBezTo>
                    <a:cubicBezTo>
                      <a:pt x="5760" y="10880"/>
                      <a:pt x="8542" y="10289"/>
                      <a:pt x="8857" y="10053"/>
                    </a:cubicBezTo>
                    <a:cubicBezTo>
                      <a:pt x="9222" y="9779"/>
                      <a:pt x="9313" y="8204"/>
                      <a:pt x="8743" y="7976"/>
                    </a:cubicBezTo>
                    <a:cubicBezTo>
                      <a:pt x="8743" y="7976"/>
                      <a:pt x="7989" y="7702"/>
                      <a:pt x="8263" y="6561"/>
                    </a:cubicBezTo>
                    <a:cubicBezTo>
                      <a:pt x="8514" y="5534"/>
                      <a:pt x="7967" y="4187"/>
                      <a:pt x="7487" y="3388"/>
                    </a:cubicBezTo>
                    <a:cubicBezTo>
                      <a:pt x="7487" y="3388"/>
                      <a:pt x="7601" y="2840"/>
                      <a:pt x="7510" y="2566"/>
                    </a:cubicBezTo>
                    <a:cubicBezTo>
                      <a:pt x="7400" y="2280"/>
                      <a:pt x="5784" y="0"/>
                      <a:pt x="4482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41"/>
              <p:cNvSpPr/>
              <p:nvPr/>
            </p:nvSpPr>
            <p:spPr>
              <a:xfrm>
                <a:off x="1567595" y="2864461"/>
                <a:ext cx="114185" cy="92938"/>
              </a:xfrm>
              <a:custGeom>
                <a:avLst/>
                <a:gdLst/>
                <a:ahLst/>
                <a:cxnLst/>
                <a:rect l="l" t="t" r="r" b="b"/>
                <a:pathLst>
                  <a:path w="3563" h="2900" extrusionOk="0">
                    <a:moveTo>
                      <a:pt x="614" y="0"/>
                    </a:moveTo>
                    <a:cubicBezTo>
                      <a:pt x="0" y="0"/>
                      <a:pt x="1508" y="2900"/>
                      <a:pt x="1508" y="2900"/>
                    </a:cubicBezTo>
                    <a:cubicBezTo>
                      <a:pt x="1508" y="2900"/>
                      <a:pt x="3562" y="2808"/>
                      <a:pt x="3562" y="2443"/>
                    </a:cubicBezTo>
                    <a:cubicBezTo>
                      <a:pt x="3562" y="2101"/>
                      <a:pt x="823" y="69"/>
                      <a:pt x="823" y="69"/>
                    </a:cubicBezTo>
                    <a:cubicBezTo>
                      <a:pt x="736" y="22"/>
                      <a:pt x="667" y="0"/>
                      <a:pt x="614" y="0"/>
                    </a:cubicBezTo>
                    <a:close/>
                  </a:path>
                </a:pathLst>
              </a:custGeom>
              <a:solidFill>
                <a:srgbClr val="EA77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41"/>
              <p:cNvSpPr/>
              <p:nvPr/>
            </p:nvSpPr>
            <p:spPr>
              <a:xfrm>
                <a:off x="1316719" y="2854237"/>
                <a:ext cx="178985" cy="151072"/>
              </a:xfrm>
              <a:custGeom>
                <a:avLst/>
                <a:gdLst/>
                <a:ahLst/>
                <a:cxnLst/>
                <a:rect l="l" t="t" r="r" b="b"/>
                <a:pathLst>
                  <a:path w="5585" h="4714" extrusionOk="0">
                    <a:moveTo>
                      <a:pt x="1804" y="1"/>
                    </a:moveTo>
                    <a:cubicBezTo>
                      <a:pt x="1459" y="1"/>
                      <a:pt x="1130" y="249"/>
                      <a:pt x="799" y="845"/>
                    </a:cubicBezTo>
                    <a:cubicBezTo>
                      <a:pt x="1" y="2306"/>
                      <a:pt x="2397" y="3607"/>
                      <a:pt x="2397" y="3607"/>
                    </a:cubicBezTo>
                    <a:cubicBezTo>
                      <a:pt x="2397" y="3607"/>
                      <a:pt x="3082" y="3721"/>
                      <a:pt x="3949" y="4474"/>
                    </a:cubicBezTo>
                    <a:cubicBezTo>
                      <a:pt x="4142" y="4640"/>
                      <a:pt x="4342" y="4713"/>
                      <a:pt x="4527" y="4713"/>
                    </a:cubicBezTo>
                    <a:cubicBezTo>
                      <a:pt x="5151" y="4713"/>
                      <a:pt x="5585" y="3877"/>
                      <a:pt x="4862" y="3013"/>
                    </a:cubicBezTo>
                    <a:cubicBezTo>
                      <a:pt x="3582" y="1490"/>
                      <a:pt x="2647" y="1"/>
                      <a:pt x="18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41"/>
              <p:cNvSpPr/>
              <p:nvPr/>
            </p:nvSpPr>
            <p:spPr>
              <a:xfrm>
                <a:off x="1316719" y="2854237"/>
                <a:ext cx="178985" cy="151072"/>
              </a:xfrm>
              <a:custGeom>
                <a:avLst/>
                <a:gdLst/>
                <a:ahLst/>
                <a:cxnLst/>
                <a:rect l="l" t="t" r="r" b="b"/>
                <a:pathLst>
                  <a:path w="5585" h="4714" extrusionOk="0">
                    <a:moveTo>
                      <a:pt x="1804" y="1"/>
                    </a:moveTo>
                    <a:cubicBezTo>
                      <a:pt x="1459" y="1"/>
                      <a:pt x="1130" y="249"/>
                      <a:pt x="799" y="845"/>
                    </a:cubicBezTo>
                    <a:cubicBezTo>
                      <a:pt x="1" y="2306"/>
                      <a:pt x="2397" y="3607"/>
                      <a:pt x="2397" y="3607"/>
                    </a:cubicBezTo>
                    <a:cubicBezTo>
                      <a:pt x="2397" y="3607"/>
                      <a:pt x="3082" y="3721"/>
                      <a:pt x="3949" y="4474"/>
                    </a:cubicBezTo>
                    <a:cubicBezTo>
                      <a:pt x="4142" y="4640"/>
                      <a:pt x="4342" y="4713"/>
                      <a:pt x="4527" y="4713"/>
                    </a:cubicBezTo>
                    <a:cubicBezTo>
                      <a:pt x="5151" y="4713"/>
                      <a:pt x="5585" y="3877"/>
                      <a:pt x="4862" y="3013"/>
                    </a:cubicBezTo>
                    <a:cubicBezTo>
                      <a:pt x="3582" y="1490"/>
                      <a:pt x="2647" y="1"/>
                      <a:pt x="1804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41"/>
              <p:cNvSpPr/>
              <p:nvPr/>
            </p:nvSpPr>
            <p:spPr>
              <a:xfrm>
                <a:off x="1549584" y="2863564"/>
                <a:ext cx="113897" cy="92361"/>
              </a:xfrm>
              <a:custGeom>
                <a:avLst/>
                <a:gdLst/>
                <a:ahLst/>
                <a:cxnLst/>
                <a:rect l="l" t="t" r="r" b="b"/>
                <a:pathLst>
                  <a:path w="3554" h="2882" extrusionOk="0">
                    <a:moveTo>
                      <a:pt x="600" y="0"/>
                    </a:moveTo>
                    <a:cubicBezTo>
                      <a:pt x="1" y="0"/>
                      <a:pt x="1499" y="2882"/>
                      <a:pt x="1499" y="2882"/>
                    </a:cubicBezTo>
                    <a:cubicBezTo>
                      <a:pt x="1499" y="2882"/>
                      <a:pt x="3554" y="2813"/>
                      <a:pt x="3554" y="2425"/>
                    </a:cubicBezTo>
                    <a:cubicBezTo>
                      <a:pt x="3554" y="2083"/>
                      <a:pt x="815" y="74"/>
                      <a:pt x="815" y="74"/>
                    </a:cubicBezTo>
                    <a:cubicBezTo>
                      <a:pt x="724" y="23"/>
                      <a:pt x="653" y="0"/>
                      <a:pt x="600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41"/>
              <p:cNvSpPr/>
              <p:nvPr/>
            </p:nvSpPr>
            <p:spPr>
              <a:xfrm>
                <a:off x="1340852" y="2936090"/>
                <a:ext cx="96591" cy="88611"/>
              </a:xfrm>
              <a:custGeom>
                <a:avLst/>
                <a:gdLst/>
                <a:ahLst/>
                <a:cxnLst/>
                <a:rect l="l" t="t" r="r" b="b"/>
                <a:pathLst>
                  <a:path w="3014" h="2765" extrusionOk="0">
                    <a:moveTo>
                      <a:pt x="1533" y="1"/>
                    </a:moveTo>
                    <a:cubicBezTo>
                      <a:pt x="1331" y="1"/>
                      <a:pt x="1112" y="89"/>
                      <a:pt x="868" y="276"/>
                    </a:cubicBezTo>
                    <a:cubicBezTo>
                      <a:pt x="1" y="938"/>
                      <a:pt x="503" y="1920"/>
                      <a:pt x="982" y="2308"/>
                    </a:cubicBezTo>
                    <a:cubicBezTo>
                      <a:pt x="1416" y="2650"/>
                      <a:pt x="2808" y="2764"/>
                      <a:pt x="2808" y="2764"/>
                    </a:cubicBezTo>
                    <a:lnTo>
                      <a:pt x="3014" y="1646"/>
                    </a:lnTo>
                    <a:cubicBezTo>
                      <a:pt x="2500" y="619"/>
                      <a:pt x="2071" y="1"/>
                      <a:pt x="1533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41"/>
              <p:cNvSpPr/>
              <p:nvPr/>
            </p:nvSpPr>
            <p:spPr>
              <a:xfrm>
                <a:off x="1356940" y="2949646"/>
                <a:ext cx="68069" cy="61147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908" extrusionOk="0">
                    <a:moveTo>
                      <a:pt x="1102" y="0"/>
                    </a:moveTo>
                    <a:cubicBezTo>
                      <a:pt x="962" y="0"/>
                      <a:pt x="811" y="63"/>
                      <a:pt x="640" y="196"/>
                    </a:cubicBezTo>
                    <a:cubicBezTo>
                      <a:pt x="1" y="652"/>
                      <a:pt x="366" y="1337"/>
                      <a:pt x="709" y="1611"/>
                    </a:cubicBezTo>
                    <a:cubicBezTo>
                      <a:pt x="1005" y="1839"/>
                      <a:pt x="1964" y="1908"/>
                      <a:pt x="1964" y="1908"/>
                    </a:cubicBezTo>
                    <a:lnTo>
                      <a:pt x="2124" y="1155"/>
                    </a:lnTo>
                    <a:cubicBezTo>
                      <a:pt x="1761" y="428"/>
                      <a:pt x="1469" y="0"/>
                      <a:pt x="1102" y="0"/>
                    </a:cubicBezTo>
                    <a:close/>
                  </a:path>
                </a:pathLst>
              </a:custGeom>
              <a:solidFill>
                <a:srgbClr val="CC4F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41"/>
              <p:cNvSpPr/>
              <p:nvPr/>
            </p:nvSpPr>
            <p:spPr>
              <a:xfrm>
                <a:off x="1386201" y="2970414"/>
                <a:ext cx="47591" cy="43328"/>
              </a:xfrm>
              <a:custGeom>
                <a:avLst/>
                <a:gdLst/>
                <a:ahLst/>
                <a:cxnLst/>
                <a:rect l="l" t="t" r="r" b="b"/>
                <a:pathLst>
                  <a:path w="1485" h="1352" extrusionOk="0">
                    <a:moveTo>
                      <a:pt x="754" y="0"/>
                    </a:moveTo>
                    <a:cubicBezTo>
                      <a:pt x="656" y="0"/>
                      <a:pt x="551" y="39"/>
                      <a:pt x="435" y="118"/>
                    </a:cubicBezTo>
                    <a:cubicBezTo>
                      <a:pt x="1" y="438"/>
                      <a:pt x="252" y="917"/>
                      <a:pt x="480" y="1123"/>
                    </a:cubicBezTo>
                    <a:cubicBezTo>
                      <a:pt x="686" y="1305"/>
                      <a:pt x="1370" y="1351"/>
                      <a:pt x="1370" y="1351"/>
                    </a:cubicBezTo>
                    <a:lnTo>
                      <a:pt x="1485" y="803"/>
                    </a:lnTo>
                    <a:cubicBezTo>
                      <a:pt x="1234" y="286"/>
                      <a:pt x="1020" y="0"/>
                      <a:pt x="754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41"/>
              <p:cNvSpPr/>
              <p:nvPr/>
            </p:nvSpPr>
            <p:spPr>
              <a:xfrm>
                <a:off x="1456451" y="3210489"/>
                <a:ext cx="54160" cy="70985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2215" extrusionOk="0">
                    <a:moveTo>
                      <a:pt x="1324" y="0"/>
                    </a:moveTo>
                    <a:lnTo>
                      <a:pt x="343" y="137"/>
                    </a:lnTo>
                    <a:lnTo>
                      <a:pt x="0" y="1004"/>
                    </a:lnTo>
                    <a:lnTo>
                      <a:pt x="799" y="2214"/>
                    </a:lnTo>
                    <a:lnTo>
                      <a:pt x="1689" y="1118"/>
                    </a:lnTo>
                    <a:lnTo>
                      <a:pt x="13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41"/>
              <p:cNvSpPr/>
              <p:nvPr/>
            </p:nvSpPr>
            <p:spPr>
              <a:xfrm>
                <a:off x="1129459" y="3119728"/>
                <a:ext cx="212154" cy="171230"/>
              </a:xfrm>
              <a:custGeom>
                <a:avLst/>
                <a:gdLst/>
                <a:ahLst/>
                <a:cxnLst/>
                <a:rect l="l" t="t" r="r" b="b"/>
                <a:pathLst>
                  <a:path w="6620" h="5343" extrusionOk="0">
                    <a:moveTo>
                      <a:pt x="2361" y="1"/>
                    </a:moveTo>
                    <a:cubicBezTo>
                      <a:pt x="2335" y="1"/>
                      <a:pt x="2309" y="1"/>
                      <a:pt x="2283" y="2"/>
                    </a:cubicBezTo>
                    <a:lnTo>
                      <a:pt x="1872" y="25"/>
                    </a:lnTo>
                    <a:cubicBezTo>
                      <a:pt x="1530" y="93"/>
                      <a:pt x="1256" y="207"/>
                      <a:pt x="1073" y="413"/>
                    </a:cubicBezTo>
                    <a:cubicBezTo>
                      <a:pt x="708" y="823"/>
                      <a:pt x="343" y="1348"/>
                      <a:pt x="0" y="1942"/>
                    </a:cubicBezTo>
                    <a:cubicBezTo>
                      <a:pt x="1119" y="3562"/>
                      <a:pt x="3561" y="4818"/>
                      <a:pt x="6620" y="5343"/>
                    </a:cubicBezTo>
                    <a:cubicBezTo>
                      <a:pt x="5866" y="2741"/>
                      <a:pt x="5182" y="983"/>
                      <a:pt x="5022" y="755"/>
                    </a:cubicBezTo>
                    <a:cubicBezTo>
                      <a:pt x="4732" y="443"/>
                      <a:pt x="3421" y="1"/>
                      <a:pt x="2361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41"/>
              <p:cNvSpPr/>
              <p:nvPr/>
            </p:nvSpPr>
            <p:spPr>
              <a:xfrm>
                <a:off x="1284542" y="3422619"/>
                <a:ext cx="133157" cy="259713"/>
              </a:xfrm>
              <a:custGeom>
                <a:avLst/>
                <a:gdLst/>
                <a:ahLst/>
                <a:cxnLst/>
                <a:rect l="l" t="t" r="r" b="b"/>
                <a:pathLst>
                  <a:path w="4155" h="8104" extrusionOk="0">
                    <a:moveTo>
                      <a:pt x="0" y="0"/>
                    </a:moveTo>
                    <a:cubicBezTo>
                      <a:pt x="0" y="1"/>
                      <a:pt x="1438" y="4497"/>
                      <a:pt x="4154" y="8103"/>
                    </a:cubicBezTo>
                    <a:cubicBezTo>
                      <a:pt x="4109" y="7647"/>
                      <a:pt x="3972" y="6506"/>
                      <a:pt x="3903" y="604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41"/>
              <p:cNvSpPr/>
              <p:nvPr/>
            </p:nvSpPr>
            <p:spPr>
              <a:xfrm>
                <a:off x="1293324" y="3591579"/>
                <a:ext cx="158763" cy="134632"/>
              </a:xfrm>
              <a:custGeom>
                <a:avLst/>
                <a:gdLst/>
                <a:ahLst/>
                <a:cxnLst/>
                <a:rect l="l" t="t" r="r" b="b"/>
                <a:pathLst>
                  <a:path w="4954" h="4201" extrusionOk="0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lnTo>
                      <a:pt x="7" y="5"/>
                    </a:lnTo>
                    <a:lnTo>
                      <a:pt x="7" y="5"/>
                    </a:lnTo>
                    <a:cubicBezTo>
                      <a:pt x="3" y="2"/>
                      <a:pt x="1" y="1"/>
                      <a:pt x="0" y="1"/>
                    </a:cubicBezTo>
                    <a:close/>
                    <a:moveTo>
                      <a:pt x="7" y="5"/>
                    </a:moveTo>
                    <a:cubicBezTo>
                      <a:pt x="92" y="83"/>
                      <a:pt x="1065" y="1160"/>
                      <a:pt x="4953" y="4201"/>
                    </a:cubicBezTo>
                    <a:lnTo>
                      <a:pt x="3812" y="2649"/>
                    </a:lnTo>
                    <a:lnTo>
                      <a:pt x="3812" y="2512"/>
                    </a:ln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41"/>
              <p:cNvSpPr/>
              <p:nvPr/>
            </p:nvSpPr>
            <p:spPr>
              <a:xfrm>
                <a:off x="1558109" y="2968747"/>
                <a:ext cx="72459" cy="92040"/>
              </a:xfrm>
              <a:custGeom>
                <a:avLst/>
                <a:gdLst/>
                <a:ahLst/>
                <a:cxnLst/>
                <a:rect l="l" t="t" r="r" b="b"/>
                <a:pathLst>
                  <a:path w="2261" h="2872" extrusionOk="0">
                    <a:moveTo>
                      <a:pt x="706" y="0"/>
                    </a:moveTo>
                    <a:cubicBezTo>
                      <a:pt x="682" y="0"/>
                      <a:pt x="660" y="4"/>
                      <a:pt x="640" y="11"/>
                    </a:cubicBezTo>
                    <a:cubicBezTo>
                      <a:pt x="229" y="148"/>
                      <a:pt x="1" y="2385"/>
                      <a:pt x="412" y="2727"/>
                    </a:cubicBezTo>
                    <a:cubicBezTo>
                      <a:pt x="549" y="2832"/>
                      <a:pt x="782" y="2871"/>
                      <a:pt x="1037" y="2871"/>
                    </a:cubicBezTo>
                    <a:cubicBezTo>
                      <a:pt x="1502" y="2871"/>
                      <a:pt x="2036" y="2739"/>
                      <a:pt x="2169" y="2636"/>
                    </a:cubicBezTo>
                    <a:cubicBezTo>
                      <a:pt x="2261" y="2567"/>
                      <a:pt x="2124" y="2293"/>
                      <a:pt x="2124" y="1974"/>
                    </a:cubicBezTo>
                    <a:cubicBezTo>
                      <a:pt x="2124" y="1608"/>
                      <a:pt x="2261" y="1175"/>
                      <a:pt x="2169" y="1129"/>
                    </a:cubicBezTo>
                    <a:cubicBezTo>
                      <a:pt x="2169" y="1129"/>
                      <a:pt x="1143" y="0"/>
                      <a:pt x="7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41"/>
              <p:cNvSpPr/>
              <p:nvPr/>
            </p:nvSpPr>
            <p:spPr>
              <a:xfrm>
                <a:off x="1540578" y="2955190"/>
                <a:ext cx="24901" cy="40252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256" extrusionOk="0">
                    <a:moveTo>
                      <a:pt x="639" y="0"/>
                    </a:moveTo>
                    <a:cubicBezTo>
                      <a:pt x="502" y="0"/>
                      <a:pt x="274" y="137"/>
                      <a:pt x="160" y="365"/>
                    </a:cubicBezTo>
                    <a:cubicBezTo>
                      <a:pt x="0" y="639"/>
                      <a:pt x="0" y="913"/>
                      <a:pt x="160" y="1164"/>
                    </a:cubicBezTo>
                    <a:cubicBezTo>
                      <a:pt x="183" y="1233"/>
                      <a:pt x="228" y="1255"/>
                      <a:pt x="297" y="1255"/>
                    </a:cubicBezTo>
                    <a:cubicBezTo>
                      <a:pt x="320" y="1255"/>
                      <a:pt x="342" y="1255"/>
                      <a:pt x="342" y="1233"/>
                    </a:cubicBezTo>
                    <a:cubicBezTo>
                      <a:pt x="434" y="1210"/>
                      <a:pt x="434" y="1118"/>
                      <a:pt x="411" y="1027"/>
                    </a:cubicBezTo>
                    <a:cubicBezTo>
                      <a:pt x="320" y="890"/>
                      <a:pt x="320" y="708"/>
                      <a:pt x="388" y="571"/>
                    </a:cubicBezTo>
                    <a:cubicBezTo>
                      <a:pt x="457" y="388"/>
                      <a:pt x="616" y="297"/>
                      <a:pt x="639" y="297"/>
                    </a:cubicBezTo>
                    <a:cubicBezTo>
                      <a:pt x="731" y="297"/>
                      <a:pt x="776" y="228"/>
                      <a:pt x="776" y="137"/>
                    </a:cubicBezTo>
                    <a:cubicBezTo>
                      <a:pt x="776" y="46"/>
                      <a:pt x="731" y="0"/>
                      <a:pt x="639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41"/>
              <p:cNvSpPr/>
              <p:nvPr/>
            </p:nvSpPr>
            <p:spPr>
              <a:xfrm>
                <a:off x="1602016" y="2842508"/>
                <a:ext cx="39515" cy="31503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983" extrusionOk="0">
                    <a:moveTo>
                      <a:pt x="776" y="1"/>
                    </a:moveTo>
                    <a:lnTo>
                      <a:pt x="0" y="686"/>
                    </a:lnTo>
                    <a:lnTo>
                      <a:pt x="297" y="982"/>
                    </a:lnTo>
                    <a:lnTo>
                      <a:pt x="1233" y="594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41"/>
              <p:cNvSpPr/>
              <p:nvPr/>
            </p:nvSpPr>
            <p:spPr>
              <a:xfrm>
                <a:off x="1545674" y="2870326"/>
                <a:ext cx="25638" cy="38072"/>
              </a:xfrm>
              <a:custGeom>
                <a:avLst/>
                <a:gdLst/>
                <a:ahLst/>
                <a:cxnLst/>
                <a:rect l="l" t="t" r="r" b="b"/>
                <a:pathLst>
                  <a:path w="800" h="1188" extrusionOk="0">
                    <a:moveTo>
                      <a:pt x="389" y="0"/>
                    </a:moveTo>
                    <a:cubicBezTo>
                      <a:pt x="161" y="0"/>
                      <a:pt x="1" y="251"/>
                      <a:pt x="1" y="594"/>
                    </a:cubicBezTo>
                    <a:cubicBezTo>
                      <a:pt x="1" y="936"/>
                      <a:pt x="161" y="1187"/>
                      <a:pt x="389" y="1187"/>
                    </a:cubicBezTo>
                    <a:cubicBezTo>
                      <a:pt x="594" y="1187"/>
                      <a:pt x="800" y="936"/>
                      <a:pt x="800" y="594"/>
                    </a:cubicBezTo>
                    <a:cubicBezTo>
                      <a:pt x="800" y="251"/>
                      <a:pt x="617" y="0"/>
                      <a:pt x="3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41"/>
              <p:cNvSpPr/>
              <p:nvPr/>
            </p:nvSpPr>
            <p:spPr>
              <a:xfrm>
                <a:off x="1492281" y="2860807"/>
                <a:ext cx="91464" cy="35156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1097" extrusionOk="0">
                    <a:moveTo>
                      <a:pt x="1" y="1"/>
                    </a:moveTo>
                    <a:lnTo>
                      <a:pt x="526" y="1096"/>
                    </a:lnTo>
                    <a:lnTo>
                      <a:pt x="2854" y="754"/>
                    </a:lnTo>
                    <a:lnTo>
                      <a:pt x="2762" y="2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41"/>
              <p:cNvSpPr/>
              <p:nvPr/>
            </p:nvSpPr>
            <p:spPr>
              <a:xfrm>
                <a:off x="1572755" y="2975477"/>
                <a:ext cx="54160" cy="47751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490" extrusionOk="0">
                    <a:moveTo>
                      <a:pt x="398" y="1"/>
                    </a:moveTo>
                    <a:cubicBezTo>
                      <a:pt x="386" y="1"/>
                      <a:pt x="375" y="2"/>
                      <a:pt x="366" y="6"/>
                    </a:cubicBezTo>
                    <a:cubicBezTo>
                      <a:pt x="0" y="120"/>
                      <a:pt x="206" y="1398"/>
                      <a:pt x="206" y="1398"/>
                    </a:cubicBezTo>
                    <a:cubicBezTo>
                      <a:pt x="434" y="1444"/>
                      <a:pt x="1530" y="1490"/>
                      <a:pt x="1530" y="1490"/>
                    </a:cubicBezTo>
                    <a:lnTo>
                      <a:pt x="1689" y="988"/>
                    </a:lnTo>
                    <a:cubicBezTo>
                      <a:pt x="1689" y="988"/>
                      <a:pt x="681" y="1"/>
                      <a:pt x="3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41"/>
              <p:cNvSpPr/>
              <p:nvPr/>
            </p:nvSpPr>
            <p:spPr>
              <a:xfrm>
                <a:off x="1648839" y="3064893"/>
                <a:ext cx="7339" cy="27849"/>
              </a:xfrm>
              <a:custGeom>
                <a:avLst/>
                <a:gdLst/>
                <a:ahLst/>
                <a:cxnLst/>
                <a:rect l="l" t="t" r="r" b="b"/>
                <a:pathLst>
                  <a:path w="229" h="869" extrusionOk="0">
                    <a:moveTo>
                      <a:pt x="114" y="1"/>
                    </a:moveTo>
                    <a:cubicBezTo>
                      <a:pt x="46" y="1"/>
                      <a:pt x="0" y="206"/>
                      <a:pt x="0" y="435"/>
                    </a:cubicBezTo>
                    <a:cubicBezTo>
                      <a:pt x="0" y="663"/>
                      <a:pt x="46" y="868"/>
                      <a:pt x="114" y="868"/>
                    </a:cubicBezTo>
                    <a:cubicBezTo>
                      <a:pt x="160" y="868"/>
                      <a:pt x="228" y="686"/>
                      <a:pt x="228" y="435"/>
                    </a:cubicBezTo>
                    <a:cubicBezTo>
                      <a:pt x="228" y="206"/>
                      <a:pt x="160" y="1"/>
                      <a:pt x="114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41"/>
              <p:cNvSpPr/>
              <p:nvPr/>
            </p:nvSpPr>
            <p:spPr>
              <a:xfrm>
                <a:off x="1574935" y="3041497"/>
                <a:ext cx="44674" cy="15383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480" extrusionOk="0">
                    <a:moveTo>
                      <a:pt x="617" y="0"/>
                    </a:moveTo>
                    <a:cubicBezTo>
                      <a:pt x="229" y="0"/>
                      <a:pt x="1" y="137"/>
                      <a:pt x="1" y="251"/>
                    </a:cubicBezTo>
                    <a:cubicBezTo>
                      <a:pt x="1" y="366"/>
                      <a:pt x="298" y="480"/>
                      <a:pt x="686" y="480"/>
                    </a:cubicBezTo>
                    <a:cubicBezTo>
                      <a:pt x="1074" y="480"/>
                      <a:pt x="1393" y="411"/>
                      <a:pt x="1393" y="297"/>
                    </a:cubicBezTo>
                    <a:cubicBezTo>
                      <a:pt x="1393" y="229"/>
                      <a:pt x="982" y="0"/>
                      <a:pt x="6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7" name="Google Shape;1667;p41"/>
            <p:cNvGrpSpPr/>
            <p:nvPr/>
          </p:nvGrpSpPr>
          <p:grpSpPr>
            <a:xfrm>
              <a:off x="1839015" y="3535816"/>
              <a:ext cx="471106" cy="115630"/>
              <a:chOff x="1839011" y="3652415"/>
              <a:chExt cx="471106" cy="115630"/>
            </a:xfrm>
          </p:grpSpPr>
          <p:sp>
            <p:nvSpPr>
              <p:cNvPr id="1668" name="Google Shape;1668;p41"/>
              <p:cNvSpPr/>
              <p:nvPr/>
            </p:nvSpPr>
            <p:spPr>
              <a:xfrm>
                <a:off x="1851446" y="3664881"/>
                <a:ext cx="237055" cy="93643"/>
              </a:xfrm>
              <a:custGeom>
                <a:avLst/>
                <a:gdLst/>
                <a:ahLst/>
                <a:cxnLst/>
                <a:rect l="l" t="t" r="r" b="b"/>
                <a:pathLst>
                  <a:path w="7397" h="2922" extrusionOk="0">
                    <a:moveTo>
                      <a:pt x="549" y="0"/>
                    </a:moveTo>
                    <a:cubicBezTo>
                      <a:pt x="640" y="1005"/>
                      <a:pt x="435" y="1963"/>
                      <a:pt x="1" y="2922"/>
                    </a:cubicBezTo>
                    <a:lnTo>
                      <a:pt x="6848" y="2922"/>
                    </a:lnTo>
                    <a:lnTo>
                      <a:pt x="739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41"/>
              <p:cNvSpPr/>
              <p:nvPr/>
            </p:nvSpPr>
            <p:spPr>
              <a:xfrm>
                <a:off x="1869008" y="3664881"/>
                <a:ext cx="219493" cy="93643"/>
              </a:xfrm>
              <a:custGeom>
                <a:avLst/>
                <a:gdLst/>
                <a:ahLst/>
                <a:cxnLst/>
                <a:rect l="l" t="t" r="r" b="b"/>
                <a:pathLst>
                  <a:path w="6849" h="2922" extrusionOk="0">
                    <a:moveTo>
                      <a:pt x="1" y="0"/>
                    </a:moveTo>
                    <a:cubicBezTo>
                      <a:pt x="23" y="365"/>
                      <a:pt x="23" y="708"/>
                      <a:pt x="1" y="1096"/>
                    </a:cubicBezTo>
                    <a:cubicBezTo>
                      <a:pt x="252" y="1050"/>
                      <a:pt x="548" y="1050"/>
                      <a:pt x="800" y="1050"/>
                    </a:cubicBezTo>
                    <a:cubicBezTo>
                      <a:pt x="2945" y="1050"/>
                      <a:pt x="4680" y="1552"/>
                      <a:pt x="4680" y="2146"/>
                    </a:cubicBezTo>
                    <a:cubicBezTo>
                      <a:pt x="4680" y="2420"/>
                      <a:pt x="4246" y="2716"/>
                      <a:pt x="3607" y="2922"/>
                    </a:cubicBezTo>
                    <a:lnTo>
                      <a:pt x="6300" y="2922"/>
                    </a:lnTo>
                    <a:lnTo>
                      <a:pt x="6848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41"/>
              <p:cNvSpPr/>
              <p:nvPr/>
            </p:nvSpPr>
            <p:spPr>
              <a:xfrm>
                <a:off x="1855099" y="3652447"/>
                <a:ext cx="248753" cy="21247"/>
              </a:xfrm>
              <a:custGeom>
                <a:avLst/>
                <a:gdLst/>
                <a:ahLst/>
                <a:cxnLst/>
                <a:rect l="l" t="t" r="r" b="b"/>
                <a:pathLst>
                  <a:path w="7762" h="663" extrusionOk="0">
                    <a:moveTo>
                      <a:pt x="343" y="0"/>
                    </a:moveTo>
                    <a:cubicBezTo>
                      <a:pt x="1" y="0"/>
                      <a:pt x="1" y="662"/>
                      <a:pt x="343" y="662"/>
                    </a:cubicBezTo>
                    <a:lnTo>
                      <a:pt x="7762" y="662"/>
                    </a:lnTo>
                    <a:lnTo>
                      <a:pt x="77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41"/>
              <p:cNvSpPr/>
              <p:nvPr/>
            </p:nvSpPr>
            <p:spPr>
              <a:xfrm>
                <a:off x="1839011" y="3746060"/>
                <a:ext cx="248753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7762" h="686" extrusionOk="0">
                    <a:moveTo>
                      <a:pt x="343" y="1"/>
                    </a:moveTo>
                    <a:cubicBezTo>
                      <a:pt x="1" y="1"/>
                      <a:pt x="1" y="686"/>
                      <a:pt x="343" y="686"/>
                    </a:cubicBezTo>
                    <a:lnTo>
                      <a:pt x="7761" y="686"/>
                    </a:lnTo>
                    <a:lnTo>
                      <a:pt x="77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41"/>
              <p:cNvSpPr/>
              <p:nvPr/>
            </p:nvSpPr>
            <p:spPr>
              <a:xfrm>
                <a:off x="2062133" y="3652415"/>
                <a:ext cx="247984" cy="115627"/>
              </a:xfrm>
              <a:custGeom>
                <a:avLst/>
                <a:gdLst/>
                <a:ahLst/>
                <a:cxnLst/>
                <a:rect l="l" t="t" r="r" b="b"/>
                <a:pathLst>
                  <a:path w="7738" h="3608" extrusionOk="0">
                    <a:moveTo>
                      <a:pt x="7079" y="1"/>
                    </a:moveTo>
                    <a:cubicBezTo>
                      <a:pt x="7078" y="1"/>
                      <a:pt x="7077" y="1"/>
                      <a:pt x="7076" y="1"/>
                    </a:cubicBezTo>
                    <a:lnTo>
                      <a:pt x="252" y="1"/>
                    </a:lnTo>
                    <a:lnTo>
                      <a:pt x="1" y="3608"/>
                    </a:lnTo>
                    <a:lnTo>
                      <a:pt x="7556" y="3608"/>
                    </a:lnTo>
                    <a:cubicBezTo>
                      <a:pt x="7737" y="3585"/>
                      <a:pt x="7242" y="1"/>
                      <a:pt x="70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41"/>
              <p:cNvSpPr/>
              <p:nvPr/>
            </p:nvSpPr>
            <p:spPr>
              <a:xfrm>
                <a:off x="2084823" y="3652415"/>
                <a:ext cx="225294" cy="115627"/>
              </a:xfrm>
              <a:custGeom>
                <a:avLst/>
                <a:gdLst/>
                <a:ahLst/>
                <a:cxnLst/>
                <a:rect l="l" t="t" r="r" b="b"/>
                <a:pathLst>
                  <a:path w="7030" h="3608" extrusionOk="0">
                    <a:moveTo>
                      <a:pt x="6371" y="1"/>
                    </a:moveTo>
                    <a:cubicBezTo>
                      <a:pt x="6370" y="1"/>
                      <a:pt x="6369" y="1"/>
                      <a:pt x="6368" y="1"/>
                    </a:cubicBezTo>
                    <a:lnTo>
                      <a:pt x="320" y="1"/>
                    </a:lnTo>
                    <a:cubicBezTo>
                      <a:pt x="297" y="869"/>
                      <a:pt x="137" y="2558"/>
                      <a:pt x="0" y="3608"/>
                    </a:cubicBezTo>
                    <a:lnTo>
                      <a:pt x="6871" y="3608"/>
                    </a:lnTo>
                    <a:cubicBezTo>
                      <a:pt x="7029" y="3585"/>
                      <a:pt x="6534" y="1"/>
                      <a:pt x="63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41"/>
              <p:cNvSpPr/>
              <p:nvPr/>
            </p:nvSpPr>
            <p:spPr>
              <a:xfrm>
                <a:off x="2112609" y="3683886"/>
                <a:ext cx="34419" cy="49033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1530" extrusionOk="0">
                    <a:moveTo>
                      <a:pt x="594" y="252"/>
                    </a:moveTo>
                    <a:cubicBezTo>
                      <a:pt x="662" y="252"/>
                      <a:pt x="754" y="297"/>
                      <a:pt x="754" y="434"/>
                    </a:cubicBezTo>
                    <a:cubicBezTo>
                      <a:pt x="799" y="548"/>
                      <a:pt x="731" y="617"/>
                      <a:pt x="617" y="617"/>
                    </a:cubicBezTo>
                    <a:lnTo>
                      <a:pt x="617" y="594"/>
                    </a:lnTo>
                    <a:lnTo>
                      <a:pt x="274" y="594"/>
                    </a:lnTo>
                    <a:lnTo>
                      <a:pt x="274" y="252"/>
                    </a:lnTo>
                    <a:close/>
                    <a:moveTo>
                      <a:pt x="640" y="868"/>
                    </a:moveTo>
                    <a:cubicBezTo>
                      <a:pt x="754" y="868"/>
                      <a:pt x="822" y="982"/>
                      <a:pt x="822" y="1096"/>
                    </a:cubicBezTo>
                    <a:cubicBezTo>
                      <a:pt x="822" y="1256"/>
                      <a:pt x="731" y="1302"/>
                      <a:pt x="640" y="1302"/>
                    </a:cubicBezTo>
                    <a:lnTo>
                      <a:pt x="343" y="1302"/>
                    </a:lnTo>
                    <a:lnTo>
                      <a:pt x="343" y="868"/>
                    </a:lnTo>
                    <a:close/>
                    <a:moveTo>
                      <a:pt x="0" y="1"/>
                    </a:moveTo>
                    <a:lnTo>
                      <a:pt x="23" y="1530"/>
                    </a:lnTo>
                    <a:lnTo>
                      <a:pt x="640" y="1530"/>
                    </a:lnTo>
                    <a:cubicBezTo>
                      <a:pt x="959" y="1530"/>
                      <a:pt x="1073" y="1347"/>
                      <a:pt x="1073" y="1073"/>
                    </a:cubicBezTo>
                    <a:cubicBezTo>
                      <a:pt x="1073" y="868"/>
                      <a:pt x="959" y="754"/>
                      <a:pt x="845" y="731"/>
                    </a:cubicBezTo>
                    <a:cubicBezTo>
                      <a:pt x="982" y="685"/>
                      <a:pt x="1050" y="548"/>
                      <a:pt x="1050" y="412"/>
                    </a:cubicBezTo>
                    <a:cubicBezTo>
                      <a:pt x="1050" y="206"/>
                      <a:pt x="936" y="1"/>
                      <a:pt x="6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41"/>
              <p:cNvSpPr/>
              <p:nvPr/>
            </p:nvSpPr>
            <p:spPr>
              <a:xfrm>
                <a:off x="2152830" y="3683886"/>
                <a:ext cx="9550" cy="4977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53" extrusionOk="0">
                    <a:moveTo>
                      <a:pt x="1" y="1"/>
                    </a:moveTo>
                    <a:lnTo>
                      <a:pt x="24" y="1553"/>
                    </a:lnTo>
                    <a:lnTo>
                      <a:pt x="298" y="1553"/>
                    </a:lnTo>
                    <a:lnTo>
                      <a:pt x="2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41"/>
              <p:cNvSpPr/>
              <p:nvPr/>
            </p:nvSpPr>
            <p:spPr>
              <a:xfrm>
                <a:off x="2168951" y="3683886"/>
                <a:ext cx="35124" cy="49033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530" extrusionOk="0">
                    <a:moveTo>
                      <a:pt x="571" y="252"/>
                    </a:moveTo>
                    <a:cubicBezTo>
                      <a:pt x="662" y="252"/>
                      <a:pt x="753" y="297"/>
                      <a:pt x="753" y="434"/>
                    </a:cubicBezTo>
                    <a:cubicBezTo>
                      <a:pt x="776" y="548"/>
                      <a:pt x="708" y="617"/>
                      <a:pt x="593" y="617"/>
                    </a:cubicBezTo>
                    <a:lnTo>
                      <a:pt x="593" y="594"/>
                    </a:lnTo>
                    <a:lnTo>
                      <a:pt x="251" y="594"/>
                    </a:lnTo>
                    <a:lnTo>
                      <a:pt x="251" y="252"/>
                    </a:lnTo>
                    <a:close/>
                    <a:moveTo>
                      <a:pt x="639" y="868"/>
                    </a:moveTo>
                    <a:cubicBezTo>
                      <a:pt x="753" y="868"/>
                      <a:pt x="799" y="982"/>
                      <a:pt x="799" y="1096"/>
                    </a:cubicBezTo>
                    <a:cubicBezTo>
                      <a:pt x="799" y="1256"/>
                      <a:pt x="708" y="1302"/>
                      <a:pt x="639" y="1302"/>
                    </a:cubicBezTo>
                    <a:lnTo>
                      <a:pt x="320" y="1302"/>
                    </a:lnTo>
                    <a:lnTo>
                      <a:pt x="320" y="868"/>
                    </a:lnTo>
                    <a:close/>
                    <a:moveTo>
                      <a:pt x="0" y="1"/>
                    </a:moveTo>
                    <a:lnTo>
                      <a:pt x="23" y="1530"/>
                    </a:lnTo>
                    <a:lnTo>
                      <a:pt x="662" y="1530"/>
                    </a:lnTo>
                    <a:cubicBezTo>
                      <a:pt x="982" y="1530"/>
                      <a:pt x="1096" y="1347"/>
                      <a:pt x="1096" y="1073"/>
                    </a:cubicBezTo>
                    <a:cubicBezTo>
                      <a:pt x="1096" y="868"/>
                      <a:pt x="982" y="754"/>
                      <a:pt x="867" y="731"/>
                    </a:cubicBezTo>
                    <a:cubicBezTo>
                      <a:pt x="1004" y="685"/>
                      <a:pt x="1050" y="548"/>
                      <a:pt x="1050" y="412"/>
                    </a:cubicBezTo>
                    <a:cubicBezTo>
                      <a:pt x="1050" y="206"/>
                      <a:pt x="936" y="1"/>
                      <a:pt x="6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41"/>
              <p:cNvSpPr/>
              <p:nvPr/>
            </p:nvSpPr>
            <p:spPr>
              <a:xfrm>
                <a:off x="2208434" y="3683886"/>
                <a:ext cx="30766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960" h="1508" extrusionOk="0">
                    <a:moveTo>
                      <a:pt x="1" y="1"/>
                    </a:moveTo>
                    <a:lnTo>
                      <a:pt x="23" y="1233"/>
                    </a:lnTo>
                    <a:cubicBezTo>
                      <a:pt x="23" y="1461"/>
                      <a:pt x="160" y="1507"/>
                      <a:pt x="343" y="1507"/>
                    </a:cubicBezTo>
                    <a:lnTo>
                      <a:pt x="959" y="1507"/>
                    </a:lnTo>
                    <a:lnTo>
                      <a:pt x="959" y="1256"/>
                    </a:lnTo>
                    <a:lnTo>
                      <a:pt x="457" y="1256"/>
                    </a:lnTo>
                    <a:cubicBezTo>
                      <a:pt x="366" y="1256"/>
                      <a:pt x="320" y="1256"/>
                      <a:pt x="320" y="1142"/>
                    </a:cubicBezTo>
                    <a:lnTo>
                      <a:pt x="2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41"/>
              <p:cNvSpPr/>
              <p:nvPr/>
            </p:nvSpPr>
            <p:spPr>
              <a:xfrm>
                <a:off x="2242823" y="3683886"/>
                <a:ext cx="32208" cy="47591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1485" extrusionOk="0">
                    <a:moveTo>
                      <a:pt x="343" y="1"/>
                    </a:moveTo>
                    <a:cubicBezTo>
                      <a:pt x="206" y="1"/>
                      <a:pt x="46" y="69"/>
                      <a:pt x="46" y="320"/>
                    </a:cubicBezTo>
                    <a:lnTo>
                      <a:pt x="0" y="1188"/>
                    </a:lnTo>
                    <a:cubicBezTo>
                      <a:pt x="0" y="1461"/>
                      <a:pt x="206" y="1484"/>
                      <a:pt x="343" y="1484"/>
                    </a:cubicBezTo>
                    <a:cubicBezTo>
                      <a:pt x="343" y="1484"/>
                      <a:pt x="891" y="1484"/>
                      <a:pt x="1005" y="1461"/>
                    </a:cubicBezTo>
                    <a:lnTo>
                      <a:pt x="1005" y="1233"/>
                    </a:lnTo>
                    <a:lnTo>
                      <a:pt x="434" y="1233"/>
                    </a:lnTo>
                    <a:cubicBezTo>
                      <a:pt x="343" y="1233"/>
                      <a:pt x="297" y="1233"/>
                      <a:pt x="297" y="1119"/>
                    </a:cubicBezTo>
                    <a:lnTo>
                      <a:pt x="297" y="891"/>
                    </a:lnTo>
                    <a:lnTo>
                      <a:pt x="891" y="868"/>
                    </a:lnTo>
                    <a:lnTo>
                      <a:pt x="891" y="640"/>
                    </a:lnTo>
                    <a:lnTo>
                      <a:pt x="297" y="617"/>
                    </a:lnTo>
                    <a:lnTo>
                      <a:pt x="297" y="389"/>
                    </a:lnTo>
                    <a:cubicBezTo>
                      <a:pt x="297" y="320"/>
                      <a:pt x="297" y="275"/>
                      <a:pt x="411" y="275"/>
                    </a:cubicBezTo>
                    <a:lnTo>
                      <a:pt x="1005" y="275"/>
                    </a:lnTo>
                    <a:lnTo>
                      <a:pt x="1005" y="46"/>
                    </a:lnTo>
                    <a:cubicBezTo>
                      <a:pt x="891" y="46"/>
                      <a:pt x="343" y="1"/>
                      <a:pt x="3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9" name="Google Shape;1679;p41"/>
            <p:cNvGrpSpPr/>
            <p:nvPr/>
          </p:nvGrpSpPr>
          <p:grpSpPr>
            <a:xfrm>
              <a:off x="1184327" y="3645550"/>
              <a:ext cx="1834646" cy="1403822"/>
              <a:chOff x="1184327" y="3645550"/>
              <a:chExt cx="1834646" cy="1403822"/>
            </a:xfrm>
          </p:grpSpPr>
          <p:sp>
            <p:nvSpPr>
              <p:cNvPr id="1680" name="Google Shape;1680;p41"/>
              <p:cNvSpPr/>
              <p:nvPr/>
            </p:nvSpPr>
            <p:spPr>
              <a:xfrm>
                <a:off x="1199678" y="3677022"/>
                <a:ext cx="692034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21594" h="42068" extrusionOk="0">
                    <a:moveTo>
                      <a:pt x="13719" y="0"/>
                    </a:moveTo>
                    <a:lnTo>
                      <a:pt x="7967" y="10112"/>
                    </a:lnTo>
                    <a:lnTo>
                      <a:pt x="1" y="10249"/>
                    </a:lnTo>
                    <a:lnTo>
                      <a:pt x="1" y="42067"/>
                    </a:lnTo>
                    <a:lnTo>
                      <a:pt x="21593" y="42067"/>
                    </a:lnTo>
                    <a:lnTo>
                      <a:pt x="2159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41"/>
              <p:cNvSpPr/>
              <p:nvPr/>
            </p:nvSpPr>
            <p:spPr>
              <a:xfrm>
                <a:off x="1639320" y="3677022"/>
                <a:ext cx="252406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42068" extrusionOk="0">
                    <a:moveTo>
                      <a:pt x="1" y="0"/>
                    </a:moveTo>
                    <a:cubicBezTo>
                      <a:pt x="1" y="0"/>
                      <a:pt x="2329" y="18420"/>
                      <a:pt x="4429" y="25542"/>
                    </a:cubicBezTo>
                    <a:cubicBezTo>
                      <a:pt x="6209" y="31499"/>
                      <a:pt x="6711" y="37274"/>
                      <a:pt x="6141" y="42067"/>
                    </a:cubicBezTo>
                    <a:lnTo>
                      <a:pt x="7875" y="42067"/>
                    </a:lnTo>
                    <a:lnTo>
                      <a:pt x="7875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41"/>
              <p:cNvSpPr/>
              <p:nvPr/>
            </p:nvSpPr>
            <p:spPr>
              <a:xfrm>
                <a:off x="1882184" y="3677022"/>
                <a:ext cx="1105318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34490" h="42068" extrusionOk="0">
                    <a:moveTo>
                      <a:pt x="1" y="0"/>
                    </a:moveTo>
                    <a:lnTo>
                      <a:pt x="1" y="42067"/>
                    </a:lnTo>
                    <a:lnTo>
                      <a:pt x="33257" y="42067"/>
                    </a:lnTo>
                    <a:lnTo>
                      <a:pt x="344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41"/>
              <p:cNvSpPr/>
              <p:nvPr/>
            </p:nvSpPr>
            <p:spPr>
              <a:xfrm>
                <a:off x="1882184" y="3674810"/>
                <a:ext cx="1111183" cy="49065"/>
              </a:xfrm>
              <a:custGeom>
                <a:avLst/>
                <a:gdLst/>
                <a:ahLst/>
                <a:cxnLst/>
                <a:rect l="l" t="t" r="r" b="b"/>
                <a:pathLst>
                  <a:path w="34673" h="1531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34467" y="1530"/>
                    </a:lnTo>
                    <a:lnTo>
                      <a:pt x="34672" y="1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41"/>
              <p:cNvSpPr/>
              <p:nvPr/>
            </p:nvSpPr>
            <p:spPr>
              <a:xfrm>
                <a:off x="1868275" y="3677022"/>
                <a:ext cx="20510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2068" extrusionOk="0">
                    <a:moveTo>
                      <a:pt x="1" y="0"/>
                    </a:moveTo>
                    <a:lnTo>
                      <a:pt x="1" y="42067"/>
                    </a:lnTo>
                    <a:lnTo>
                      <a:pt x="640" y="42067"/>
                    </a:ln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41"/>
              <p:cNvSpPr/>
              <p:nvPr/>
            </p:nvSpPr>
            <p:spPr>
              <a:xfrm>
                <a:off x="1622495" y="3645550"/>
                <a:ext cx="253143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7899" h="1508" extrusionOk="0">
                    <a:moveTo>
                      <a:pt x="1" y="1"/>
                    </a:moveTo>
                    <a:lnTo>
                      <a:pt x="1" y="1507"/>
                    </a:lnTo>
                    <a:lnTo>
                      <a:pt x="7898" y="1507"/>
                    </a:lnTo>
                    <a:lnTo>
                      <a:pt x="789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41"/>
              <p:cNvSpPr/>
              <p:nvPr/>
            </p:nvSpPr>
            <p:spPr>
              <a:xfrm>
                <a:off x="1875614" y="3645550"/>
                <a:ext cx="1143359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35677" h="1508" extrusionOk="0">
                    <a:moveTo>
                      <a:pt x="0" y="1"/>
                    </a:moveTo>
                    <a:lnTo>
                      <a:pt x="0" y="1507"/>
                    </a:lnTo>
                    <a:lnTo>
                      <a:pt x="35676" y="1507"/>
                    </a:lnTo>
                    <a:lnTo>
                      <a:pt x="3567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41"/>
              <p:cNvSpPr/>
              <p:nvPr/>
            </p:nvSpPr>
            <p:spPr>
              <a:xfrm>
                <a:off x="1868275" y="3677022"/>
                <a:ext cx="20510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2068" extrusionOk="0">
                    <a:moveTo>
                      <a:pt x="1" y="0"/>
                    </a:moveTo>
                    <a:lnTo>
                      <a:pt x="1" y="42067"/>
                    </a:lnTo>
                    <a:lnTo>
                      <a:pt x="640" y="42067"/>
                    </a:lnTo>
                    <a:lnTo>
                      <a:pt x="640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41"/>
              <p:cNvSpPr/>
              <p:nvPr/>
            </p:nvSpPr>
            <p:spPr>
              <a:xfrm>
                <a:off x="1759278" y="5010562"/>
                <a:ext cx="1205531" cy="38810"/>
              </a:xfrm>
              <a:custGeom>
                <a:avLst/>
                <a:gdLst/>
                <a:ahLst/>
                <a:cxnLst/>
                <a:rect l="l" t="t" r="r" b="b"/>
                <a:pathLst>
                  <a:path w="37617" h="1211" extrusionOk="0">
                    <a:moveTo>
                      <a:pt x="1" y="1"/>
                    </a:moveTo>
                    <a:lnTo>
                      <a:pt x="1" y="1210"/>
                    </a:lnTo>
                    <a:lnTo>
                      <a:pt x="37617" y="1210"/>
                    </a:lnTo>
                    <a:lnTo>
                      <a:pt x="376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41"/>
              <p:cNvSpPr/>
              <p:nvPr/>
            </p:nvSpPr>
            <p:spPr>
              <a:xfrm>
                <a:off x="1184327" y="5010562"/>
                <a:ext cx="692002" cy="38810"/>
              </a:xfrm>
              <a:custGeom>
                <a:avLst/>
                <a:gdLst/>
                <a:ahLst/>
                <a:cxnLst/>
                <a:rect l="l" t="t" r="r" b="b"/>
                <a:pathLst>
                  <a:path w="21593" h="1211" extrusionOk="0">
                    <a:moveTo>
                      <a:pt x="0" y="1"/>
                    </a:moveTo>
                    <a:lnTo>
                      <a:pt x="0" y="1210"/>
                    </a:lnTo>
                    <a:lnTo>
                      <a:pt x="21593" y="1210"/>
                    </a:lnTo>
                    <a:lnTo>
                      <a:pt x="215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41"/>
              <p:cNvSpPr/>
              <p:nvPr/>
            </p:nvSpPr>
            <p:spPr>
              <a:xfrm>
                <a:off x="2002879" y="3771373"/>
                <a:ext cx="940017" cy="1174092"/>
              </a:xfrm>
              <a:custGeom>
                <a:avLst/>
                <a:gdLst/>
                <a:ahLst/>
                <a:cxnLst/>
                <a:rect l="l" t="t" r="r" b="b"/>
                <a:pathLst>
                  <a:path w="29332" h="36636" extrusionOk="0">
                    <a:moveTo>
                      <a:pt x="1" y="1"/>
                    </a:moveTo>
                    <a:lnTo>
                      <a:pt x="1" y="36635"/>
                    </a:lnTo>
                    <a:lnTo>
                      <a:pt x="28258" y="36635"/>
                    </a:lnTo>
                    <a:lnTo>
                      <a:pt x="293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41"/>
              <p:cNvSpPr/>
              <p:nvPr/>
            </p:nvSpPr>
            <p:spPr>
              <a:xfrm>
                <a:off x="2048228" y="3790409"/>
                <a:ext cx="894670" cy="1136020"/>
              </a:xfrm>
              <a:custGeom>
                <a:avLst/>
                <a:gdLst/>
                <a:ahLst/>
                <a:cxnLst/>
                <a:rect l="l" t="t" r="r" b="b"/>
                <a:pathLst>
                  <a:path w="27917" h="35448" extrusionOk="0">
                    <a:moveTo>
                      <a:pt x="1" y="0"/>
                    </a:moveTo>
                    <a:lnTo>
                      <a:pt x="1" y="35448"/>
                    </a:lnTo>
                    <a:lnTo>
                      <a:pt x="26912" y="35448"/>
                    </a:lnTo>
                    <a:lnTo>
                      <a:pt x="279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41"/>
              <p:cNvSpPr/>
              <p:nvPr/>
            </p:nvSpPr>
            <p:spPr>
              <a:xfrm>
                <a:off x="2182095" y="3790409"/>
                <a:ext cx="626945" cy="1136020"/>
              </a:xfrm>
              <a:custGeom>
                <a:avLst/>
                <a:gdLst/>
                <a:ahLst/>
                <a:cxnLst/>
                <a:rect l="l" t="t" r="r" b="b"/>
                <a:pathLst>
                  <a:path w="19563" h="35448" extrusionOk="0">
                    <a:moveTo>
                      <a:pt x="6917" y="0"/>
                    </a:moveTo>
                    <a:lnTo>
                      <a:pt x="1" y="35448"/>
                    </a:lnTo>
                    <a:lnTo>
                      <a:pt x="12167" y="35448"/>
                    </a:lnTo>
                    <a:lnTo>
                      <a:pt x="19562" y="0"/>
                    </a:ln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41"/>
              <p:cNvSpPr/>
              <p:nvPr/>
            </p:nvSpPr>
            <p:spPr>
              <a:xfrm>
                <a:off x="1850007" y="3645550"/>
                <a:ext cx="47558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08" extrusionOk="0">
                    <a:moveTo>
                      <a:pt x="0" y="1"/>
                    </a:moveTo>
                    <a:lnTo>
                      <a:pt x="0" y="1507"/>
                    </a:lnTo>
                    <a:lnTo>
                      <a:pt x="1484" y="1507"/>
                    </a:lnTo>
                    <a:lnTo>
                      <a:pt x="14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41"/>
              <p:cNvSpPr/>
              <p:nvPr/>
            </p:nvSpPr>
            <p:spPr>
              <a:xfrm>
                <a:off x="1850007" y="3645550"/>
                <a:ext cx="47558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08" extrusionOk="0">
                    <a:moveTo>
                      <a:pt x="0" y="1"/>
                    </a:moveTo>
                    <a:lnTo>
                      <a:pt x="0" y="1507"/>
                    </a:lnTo>
                    <a:lnTo>
                      <a:pt x="1484" y="1507"/>
                    </a:lnTo>
                    <a:lnTo>
                      <a:pt x="1484" y="1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95" name="Google Shape;1695;p41"/>
          <p:cNvGrpSpPr/>
          <p:nvPr/>
        </p:nvGrpSpPr>
        <p:grpSpPr>
          <a:xfrm>
            <a:off x="5040000" y="2311200"/>
            <a:ext cx="984654" cy="2835463"/>
            <a:chOff x="5038679" y="2311250"/>
            <a:chExt cx="984654" cy="2835463"/>
          </a:xfrm>
        </p:grpSpPr>
        <p:sp>
          <p:nvSpPr>
            <p:cNvPr id="1696" name="Google Shape;1696;p41"/>
            <p:cNvSpPr/>
            <p:nvPr/>
          </p:nvSpPr>
          <p:spPr>
            <a:xfrm>
              <a:off x="5443324" y="2311250"/>
              <a:ext cx="373706" cy="325603"/>
            </a:xfrm>
            <a:custGeom>
              <a:avLst/>
              <a:gdLst/>
              <a:ahLst/>
              <a:cxnLst/>
              <a:rect l="l" t="t" r="r" b="b"/>
              <a:pathLst>
                <a:path w="11661" h="10160" extrusionOk="0">
                  <a:moveTo>
                    <a:pt x="4949" y="1"/>
                  </a:moveTo>
                  <a:cubicBezTo>
                    <a:pt x="0" y="1"/>
                    <a:pt x="124" y="4552"/>
                    <a:pt x="1138" y="5161"/>
                  </a:cubicBezTo>
                  <a:cubicBezTo>
                    <a:pt x="1138" y="5161"/>
                    <a:pt x="3352" y="7923"/>
                    <a:pt x="4859" y="8585"/>
                  </a:cubicBezTo>
                  <a:cubicBezTo>
                    <a:pt x="6639" y="9361"/>
                    <a:pt x="9766" y="10160"/>
                    <a:pt x="9766" y="10160"/>
                  </a:cubicBezTo>
                  <a:lnTo>
                    <a:pt x="10908" y="9475"/>
                  </a:lnTo>
                  <a:cubicBezTo>
                    <a:pt x="10908" y="9475"/>
                    <a:pt x="11592" y="7535"/>
                    <a:pt x="11638" y="5047"/>
                  </a:cubicBezTo>
                  <a:cubicBezTo>
                    <a:pt x="11661" y="2559"/>
                    <a:pt x="10246" y="94"/>
                    <a:pt x="5133" y="3"/>
                  </a:cubicBezTo>
                  <a:cubicBezTo>
                    <a:pt x="5071" y="1"/>
                    <a:pt x="5009" y="1"/>
                    <a:pt x="49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1"/>
            <p:cNvSpPr/>
            <p:nvPr/>
          </p:nvSpPr>
          <p:spPr>
            <a:xfrm>
              <a:off x="5038679" y="5106430"/>
              <a:ext cx="969277" cy="40284"/>
            </a:xfrm>
            <a:custGeom>
              <a:avLst/>
              <a:gdLst/>
              <a:ahLst/>
              <a:cxnLst/>
              <a:rect l="l" t="t" r="r" b="b"/>
              <a:pathLst>
                <a:path w="30245" h="1257" extrusionOk="0">
                  <a:moveTo>
                    <a:pt x="15111" y="1"/>
                  </a:moveTo>
                  <a:cubicBezTo>
                    <a:pt x="6757" y="1"/>
                    <a:pt x="1" y="275"/>
                    <a:pt x="1" y="640"/>
                  </a:cubicBezTo>
                  <a:cubicBezTo>
                    <a:pt x="1" y="982"/>
                    <a:pt x="6757" y="1256"/>
                    <a:pt x="15111" y="1256"/>
                  </a:cubicBezTo>
                  <a:cubicBezTo>
                    <a:pt x="23465" y="1256"/>
                    <a:pt x="30244" y="982"/>
                    <a:pt x="30244" y="640"/>
                  </a:cubicBezTo>
                  <a:cubicBezTo>
                    <a:pt x="30244" y="275"/>
                    <a:pt x="23465" y="1"/>
                    <a:pt x="15111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1"/>
            <p:cNvSpPr/>
            <p:nvPr/>
          </p:nvSpPr>
          <p:spPr>
            <a:xfrm>
              <a:off x="5476142" y="2563697"/>
              <a:ext cx="40252" cy="40252"/>
            </a:xfrm>
            <a:custGeom>
              <a:avLst/>
              <a:gdLst/>
              <a:ahLst/>
              <a:cxnLst/>
              <a:rect l="l" t="t" r="r" b="b"/>
              <a:pathLst>
                <a:path w="1256" h="1256" extrusionOk="0">
                  <a:moveTo>
                    <a:pt x="617" y="0"/>
                  </a:moveTo>
                  <a:lnTo>
                    <a:pt x="0" y="320"/>
                  </a:lnTo>
                  <a:lnTo>
                    <a:pt x="890" y="1256"/>
                  </a:lnTo>
                  <a:lnTo>
                    <a:pt x="1256" y="1028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1"/>
            <p:cNvSpPr/>
            <p:nvPr/>
          </p:nvSpPr>
          <p:spPr>
            <a:xfrm>
              <a:off x="5484186" y="2571741"/>
              <a:ext cx="21247" cy="21247"/>
            </a:xfrm>
            <a:custGeom>
              <a:avLst/>
              <a:gdLst/>
              <a:ahLst/>
              <a:cxnLst/>
              <a:rect l="l" t="t" r="r" b="b"/>
              <a:pathLst>
                <a:path w="663" h="663" extrusionOk="0">
                  <a:moveTo>
                    <a:pt x="320" y="0"/>
                  </a:moveTo>
                  <a:lnTo>
                    <a:pt x="0" y="183"/>
                  </a:lnTo>
                  <a:lnTo>
                    <a:pt x="480" y="662"/>
                  </a:lnTo>
                  <a:lnTo>
                    <a:pt x="662" y="52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1"/>
            <p:cNvSpPr/>
            <p:nvPr/>
          </p:nvSpPr>
          <p:spPr>
            <a:xfrm>
              <a:off x="5196679" y="2873702"/>
              <a:ext cx="116364" cy="129664"/>
            </a:xfrm>
            <a:custGeom>
              <a:avLst/>
              <a:gdLst/>
              <a:ahLst/>
              <a:cxnLst/>
              <a:rect l="l" t="t" r="r" b="b"/>
              <a:pathLst>
                <a:path w="3631" h="4046" extrusionOk="0">
                  <a:moveTo>
                    <a:pt x="938" y="0"/>
                  </a:moveTo>
                  <a:cubicBezTo>
                    <a:pt x="921" y="0"/>
                    <a:pt x="906" y="2"/>
                    <a:pt x="891" y="5"/>
                  </a:cubicBezTo>
                  <a:cubicBezTo>
                    <a:pt x="412" y="74"/>
                    <a:pt x="1" y="2060"/>
                    <a:pt x="526" y="2196"/>
                  </a:cubicBezTo>
                  <a:cubicBezTo>
                    <a:pt x="1074" y="2311"/>
                    <a:pt x="2169" y="4045"/>
                    <a:pt x="2169" y="4045"/>
                  </a:cubicBezTo>
                  <a:lnTo>
                    <a:pt x="3630" y="2402"/>
                  </a:lnTo>
                  <a:cubicBezTo>
                    <a:pt x="2793" y="1191"/>
                    <a:pt x="1404" y="0"/>
                    <a:pt x="938" y="0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1"/>
            <p:cNvSpPr/>
            <p:nvPr/>
          </p:nvSpPr>
          <p:spPr>
            <a:xfrm>
              <a:off x="5248629" y="2927256"/>
              <a:ext cx="290030" cy="409888"/>
            </a:xfrm>
            <a:custGeom>
              <a:avLst/>
              <a:gdLst/>
              <a:ahLst/>
              <a:cxnLst/>
              <a:rect l="l" t="t" r="r" b="b"/>
              <a:pathLst>
                <a:path w="9050" h="12790" extrusionOk="0">
                  <a:moveTo>
                    <a:pt x="2260" y="1"/>
                  </a:moveTo>
                  <a:lnTo>
                    <a:pt x="1" y="2511"/>
                  </a:lnTo>
                  <a:cubicBezTo>
                    <a:pt x="138" y="2785"/>
                    <a:pt x="5387" y="12052"/>
                    <a:pt x="6118" y="12714"/>
                  </a:cubicBezTo>
                  <a:cubicBezTo>
                    <a:pt x="6177" y="12766"/>
                    <a:pt x="6245" y="12790"/>
                    <a:pt x="6321" y="12790"/>
                  </a:cubicBezTo>
                  <a:cubicBezTo>
                    <a:pt x="7190" y="12790"/>
                    <a:pt x="9049" y="9675"/>
                    <a:pt x="8902" y="8857"/>
                  </a:cubicBezTo>
                  <a:cubicBezTo>
                    <a:pt x="8697" y="7967"/>
                    <a:pt x="3173" y="868"/>
                    <a:pt x="2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1"/>
            <p:cNvSpPr/>
            <p:nvPr/>
          </p:nvSpPr>
          <p:spPr>
            <a:xfrm>
              <a:off x="5248629" y="2927256"/>
              <a:ext cx="290030" cy="409888"/>
            </a:xfrm>
            <a:custGeom>
              <a:avLst/>
              <a:gdLst/>
              <a:ahLst/>
              <a:cxnLst/>
              <a:rect l="l" t="t" r="r" b="b"/>
              <a:pathLst>
                <a:path w="9050" h="12790" extrusionOk="0">
                  <a:moveTo>
                    <a:pt x="2260" y="1"/>
                  </a:moveTo>
                  <a:lnTo>
                    <a:pt x="1" y="2511"/>
                  </a:lnTo>
                  <a:cubicBezTo>
                    <a:pt x="138" y="2785"/>
                    <a:pt x="5387" y="12052"/>
                    <a:pt x="6118" y="12714"/>
                  </a:cubicBezTo>
                  <a:cubicBezTo>
                    <a:pt x="6177" y="12766"/>
                    <a:pt x="6245" y="12790"/>
                    <a:pt x="6321" y="12790"/>
                  </a:cubicBezTo>
                  <a:cubicBezTo>
                    <a:pt x="7190" y="12790"/>
                    <a:pt x="9049" y="9675"/>
                    <a:pt x="8902" y="8857"/>
                  </a:cubicBezTo>
                  <a:cubicBezTo>
                    <a:pt x="8697" y="7967"/>
                    <a:pt x="3173" y="868"/>
                    <a:pt x="2260" y="1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1"/>
            <p:cNvSpPr/>
            <p:nvPr/>
          </p:nvSpPr>
          <p:spPr>
            <a:xfrm>
              <a:off x="5269845" y="2927256"/>
              <a:ext cx="219493" cy="262693"/>
            </a:xfrm>
            <a:custGeom>
              <a:avLst/>
              <a:gdLst/>
              <a:ahLst/>
              <a:cxnLst/>
              <a:rect l="l" t="t" r="r" b="b"/>
              <a:pathLst>
                <a:path w="6849" h="8197" extrusionOk="0">
                  <a:moveTo>
                    <a:pt x="1553" y="1"/>
                  </a:moveTo>
                  <a:lnTo>
                    <a:pt x="1" y="1758"/>
                  </a:lnTo>
                  <a:cubicBezTo>
                    <a:pt x="2055" y="4314"/>
                    <a:pt x="4885" y="7807"/>
                    <a:pt x="5387" y="8149"/>
                  </a:cubicBezTo>
                  <a:cubicBezTo>
                    <a:pt x="5443" y="8182"/>
                    <a:pt x="5502" y="8197"/>
                    <a:pt x="5562" y="8197"/>
                  </a:cubicBezTo>
                  <a:cubicBezTo>
                    <a:pt x="5967" y="8197"/>
                    <a:pt x="6451" y="7503"/>
                    <a:pt x="6848" y="6688"/>
                  </a:cubicBezTo>
                  <a:cubicBezTo>
                    <a:pt x="5068" y="4223"/>
                    <a:pt x="2215" y="617"/>
                    <a:pt x="1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1"/>
            <p:cNvSpPr/>
            <p:nvPr/>
          </p:nvSpPr>
          <p:spPr>
            <a:xfrm>
              <a:off x="5364196" y="4872347"/>
              <a:ext cx="64415" cy="208501"/>
            </a:xfrm>
            <a:custGeom>
              <a:avLst/>
              <a:gdLst/>
              <a:ahLst/>
              <a:cxnLst/>
              <a:rect l="l" t="t" r="r" b="b"/>
              <a:pathLst>
                <a:path w="2010" h="6506" extrusionOk="0">
                  <a:moveTo>
                    <a:pt x="2010" y="1"/>
                  </a:moveTo>
                  <a:lnTo>
                    <a:pt x="412" y="92"/>
                  </a:lnTo>
                  <a:lnTo>
                    <a:pt x="1" y="5684"/>
                  </a:lnTo>
                  <a:lnTo>
                    <a:pt x="982" y="6506"/>
                  </a:lnTo>
                  <a:lnTo>
                    <a:pt x="2010" y="1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1"/>
            <p:cNvSpPr/>
            <p:nvPr/>
          </p:nvSpPr>
          <p:spPr>
            <a:xfrm>
              <a:off x="5342275" y="3284982"/>
              <a:ext cx="448441" cy="1665605"/>
            </a:xfrm>
            <a:custGeom>
              <a:avLst/>
              <a:gdLst/>
              <a:ahLst/>
              <a:cxnLst/>
              <a:rect l="l" t="t" r="r" b="b"/>
              <a:pathLst>
                <a:path w="13993" h="51973" extrusionOk="0">
                  <a:moveTo>
                    <a:pt x="3447" y="0"/>
                  </a:moveTo>
                  <a:cubicBezTo>
                    <a:pt x="3447" y="0"/>
                    <a:pt x="982" y="17598"/>
                    <a:pt x="982" y="23259"/>
                  </a:cubicBezTo>
                  <a:cubicBezTo>
                    <a:pt x="982" y="28897"/>
                    <a:pt x="0" y="51608"/>
                    <a:pt x="0" y="51608"/>
                  </a:cubicBezTo>
                  <a:lnTo>
                    <a:pt x="3219" y="51973"/>
                  </a:lnTo>
                  <a:cubicBezTo>
                    <a:pt x="3219" y="51973"/>
                    <a:pt x="5159" y="34968"/>
                    <a:pt x="7418" y="29696"/>
                  </a:cubicBezTo>
                  <a:cubicBezTo>
                    <a:pt x="9655" y="24423"/>
                    <a:pt x="13718" y="13284"/>
                    <a:pt x="13855" y="11321"/>
                  </a:cubicBezTo>
                  <a:cubicBezTo>
                    <a:pt x="13992" y="9358"/>
                    <a:pt x="11230" y="2899"/>
                    <a:pt x="11230" y="2899"/>
                  </a:cubicBezTo>
                  <a:lnTo>
                    <a:pt x="34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1"/>
            <p:cNvSpPr/>
            <p:nvPr/>
          </p:nvSpPr>
          <p:spPr>
            <a:xfrm>
              <a:off x="5342275" y="3284982"/>
              <a:ext cx="448441" cy="1665605"/>
            </a:xfrm>
            <a:custGeom>
              <a:avLst/>
              <a:gdLst/>
              <a:ahLst/>
              <a:cxnLst/>
              <a:rect l="l" t="t" r="r" b="b"/>
              <a:pathLst>
                <a:path w="13993" h="51973" extrusionOk="0">
                  <a:moveTo>
                    <a:pt x="3447" y="0"/>
                  </a:moveTo>
                  <a:cubicBezTo>
                    <a:pt x="3447" y="0"/>
                    <a:pt x="982" y="17598"/>
                    <a:pt x="982" y="23259"/>
                  </a:cubicBezTo>
                  <a:cubicBezTo>
                    <a:pt x="982" y="28897"/>
                    <a:pt x="0" y="51608"/>
                    <a:pt x="0" y="51608"/>
                  </a:cubicBezTo>
                  <a:lnTo>
                    <a:pt x="3219" y="51973"/>
                  </a:lnTo>
                  <a:cubicBezTo>
                    <a:pt x="3219" y="51973"/>
                    <a:pt x="5159" y="34968"/>
                    <a:pt x="7418" y="29696"/>
                  </a:cubicBezTo>
                  <a:cubicBezTo>
                    <a:pt x="9655" y="24423"/>
                    <a:pt x="13718" y="13284"/>
                    <a:pt x="13855" y="11321"/>
                  </a:cubicBezTo>
                  <a:cubicBezTo>
                    <a:pt x="13992" y="9358"/>
                    <a:pt x="11230" y="2899"/>
                    <a:pt x="11230" y="2899"/>
                  </a:cubicBezTo>
                  <a:lnTo>
                    <a:pt x="3447" y="0"/>
                  </a:ln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1"/>
            <p:cNvSpPr/>
            <p:nvPr/>
          </p:nvSpPr>
          <p:spPr>
            <a:xfrm>
              <a:off x="5341538" y="3284982"/>
              <a:ext cx="225326" cy="1659772"/>
            </a:xfrm>
            <a:custGeom>
              <a:avLst/>
              <a:gdLst/>
              <a:ahLst/>
              <a:cxnLst/>
              <a:rect l="l" t="t" r="r" b="b"/>
              <a:pathLst>
                <a:path w="7031" h="51791" extrusionOk="0">
                  <a:moveTo>
                    <a:pt x="3470" y="0"/>
                  </a:moveTo>
                  <a:cubicBezTo>
                    <a:pt x="3470" y="0"/>
                    <a:pt x="1005" y="17598"/>
                    <a:pt x="1005" y="23259"/>
                  </a:cubicBezTo>
                  <a:cubicBezTo>
                    <a:pt x="1005" y="28897"/>
                    <a:pt x="0" y="51608"/>
                    <a:pt x="0" y="51608"/>
                  </a:cubicBezTo>
                  <a:lnTo>
                    <a:pt x="1553" y="51790"/>
                  </a:lnTo>
                  <a:cubicBezTo>
                    <a:pt x="2077" y="46016"/>
                    <a:pt x="2557" y="27938"/>
                    <a:pt x="2785" y="23076"/>
                  </a:cubicBezTo>
                  <a:cubicBezTo>
                    <a:pt x="3013" y="18192"/>
                    <a:pt x="6255" y="5775"/>
                    <a:pt x="7031" y="1347"/>
                  </a:cubicBezTo>
                  <a:lnTo>
                    <a:pt x="34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1"/>
            <p:cNvSpPr/>
            <p:nvPr/>
          </p:nvSpPr>
          <p:spPr>
            <a:xfrm>
              <a:off x="5648788" y="4837254"/>
              <a:ext cx="105340" cy="218724"/>
            </a:xfrm>
            <a:custGeom>
              <a:avLst/>
              <a:gdLst/>
              <a:ahLst/>
              <a:cxnLst/>
              <a:rect l="l" t="t" r="r" b="b"/>
              <a:pathLst>
                <a:path w="3287" h="6825" extrusionOk="0">
                  <a:moveTo>
                    <a:pt x="1415" y="0"/>
                  </a:moveTo>
                  <a:lnTo>
                    <a:pt x="0" y="845"/>
                  </a:lnTo>
                  <a:lnTo>
                    <a:pt x="2031" y="6482"/>
                  </a:lnTo>
                  <a:lnTo>
                    <a:pt x="3287" y="6825"/>
                  </a:lnTo>
                  <a:lnTo>
                    <a:pt x="3287" y="6825"/>
                  </a:lnTo>
                  <a:lnTo>
                    <a:pt x="1415" y="0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1"/>
            <p:cNvSpPr/>
            <p:nvPr/>
          </p:nvSpPr>
          <p:spPr>
            <a:xfrm>
              <a:off x="5159374" y="5030923"/>
              <a:ext cx="261187" cy="97488"/>
            </a:xfrm>
            <a:custGeom>
              <a:avLst/>
              <a:gdLst/>
              <a:ahLst/>
              <a:cxnLst/>
              <a:rect l="l" t="t" r="r" b="b"/>
              <a:pathLst>
                <a:path w="8150" h="3042" extrusionOk="0">
                  <a:moveTo>
                    <a:pt x="7048" y="0"/>
                  </a:moveTo>
                  <a:cubicBezTo>
                    <a:pt x="6511" y="0"/>
                    <a:pt x="6072" y="234"/>
                    <a:pt x="6072" y="234"/>
                  </a:cubicBezTo>
                  <a:cubicBezTo>
                    <a:pt x="6072" y="234"/>
                    <a:pt x="4383" y="1877"/>
                    <a:pt x="2192" y="2151"/>
                  </a:cubicBezTo>
                  <a:cubicBezTo>
                    <a:pt x="1" y="2448"/>
                    <a:pt x="252" y="3042"/>
                    <a:pt x="252" y="3042"/>
                  </a:cubicBezTo>
                  <a:lnTo>
                    <a:pt x="7990" y="3042"/>
                  </a:lnTo>
                  <a:cubicBezTo>
                    <a:pt x="7990" y="3042"/>
                    <a:pt x="8150" y="211"/>
                    <a:pt x="7465" y="51"/>
                  </a:cubicBezTo>
                  <a:cubicBezTo>
                    <a:pt x="7323" y="15"/>
                    <a:pt x="7183" y="0"/>
                    <a:pt x="70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1"/>
            <p:cNvSpPr/>
            <p:nvPr/>
          </p:nvSpPr>
          <p:spPr>
            <a:xfrm>
              <a:off x="5533926" y="5025123"/>
              <a:ext cx="279454" cy="103289"/>
            </a:xfrm>
            <a:custGeom>
              <a:avLst/>
              <a:gdLst/>
              <a:ahLst/>
              <a:cxnLst/>
              <a:rect l="l" t="t" r="r" b="b"/>
              <a:pathLst>
                <a:path w="8720" h="3223" extrusionOk="0">
                  <a:moveTo>
                    <a:pt x="6205" y="1"/>
                  </a:moveTo>
                  <a:cubicBezTo>
                    <a:pt x="5632" y="1"/>
                    <a:pt x="5273" y="255"/>
                    <a:pt x="5273" y="255"/>
                  </a:cubicBezTo>
                  <a:cubicBezTo>
                    <a:pt x="5273" y="255"/>
                    <a:pt x="4337" y="1990"/>
                    <a:pt x="2169" y="2287"/>
                  </a:cubicBezTo>
                  <a:cubicBezTo>
                    <a:pt x="0" y="2606"/>
                    <a:pt x="594" y="3223"/>
                    <a:pt x="594" y="3223"/>
                  </a:cubicBezTo>
                  <a:lnTo>
                    <a:pt x="8720" y="3223"/>
                  </a:lnTo>
                  <a:cubicBezTo>
                    <a:pt x="8720" y="3223"/>
                    <a:pt x="7510" y="255"/>
                    <a:pt x="6643" y="50"/>
                  </a:cubicBezTo>
                  <a:cubicBezTo>
                    <a:pt x="6486" y="15"/>
                    <a:pt x="6340" y="1"/>
                    <a:pt x="62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1"/>
            <p:cNvSpPr/>
            <p:nvPr/>
          </p:nvSpPr>
          <p:spPr>
            <a:xfrm>
              <a:off x="5550751" y="5025411"/>
              <a:ext cx="209975" cy="99347"/>
            </a:xfrm>
            <a:custGeom>
              <a:avLst/>
              <a:gdLst/>
              <a:ahLst/>
              <a:cxnLst/>
              <a:rect l="l" t="t" r="r" b="b"/>
              <a:pathLst>
                <a:path w="6552" h="3100" extrusionOk="0">
                  <a:moveTo>
                    <a:pt x="5693" y="0"/>
                  </a:moveTo>
                  <a:cubicBezTo>
                    <a:pt x="5124" y="0"/>
                    <a:pt x="4771" y="246"/>
                    <a:pt x="4771" y="246"/>
                  </a:cubicBezTo>
                  <a:cubicBezTo>
                    <a:pt x="4771" y="246"/>
                    <a:pt x="3835" y="1958"/>
                    <a:pt x="1667" y="2278"/>
                  </a:cubicBezTo>
                  <a:cubicBezTo>
                    <a:pt x="69" y="2506"/>
                    <a:pt x="0" y="2894"/>
                    <a:pt x="46" y="3099"/>
                  </a:cubicBezTo>
                  <a:cubicBezTo>
                    <a:pt x="297" y="3099"/>
                    <a:pt x="594" y="3077"/>
                    <a:pt x="845" y="3054"/>
                  </a:cubicBezTo>
                  <a:cubicBezTo>
                    <a:pt x="4041" y="2734"/>
                    <a:pt x="6551" y="1639"/>
                    <a:pt x="6437" y="611"/>
                  </a:cubicBezTo>
                  <a:cubicBezTo>
                    <a:pt x="6414" y="406"/>
                    <a:pt x="6300" y="223"/>
                    <a:pt x="6095" y="41"/>
                  </a:cubicBezTo>
                  <a:cubicBezTo>
                    <a:pt x="5951" y="12"/>
                    <a:pt x="5817" y="0"/>
                    <a:pt x="5693" y="0"/>
                  </a:cubicBezTo>
                  <a:close/>
                </a:path>
              </a:pathLst>
            </a:custGeom>
            <a:solidFill>
              <a:srgbClr val="FFFFFF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1"/>
            <p:cNvSpPr/>
            <p:nvPr/>
          </p:nvSpPr>
          <p:spPr>
            <a:xfrm>
              <a:off x="5312278" y="3274726"/>
              <a:ext cx="438185" cy="1700024"/>
            </a:xfrm>
            <a:custGeom>
              <a:avLst/>
              <a:gdLst/>
              <a:ahLst/>
              <a:cxnLst/>
              <a:rect l="l" t="t" r="r" b="b"/>
              <a:pathLst>
                <a:path w="13673" h="53047" extrusionOk="0">
                  <a:moveTo>
                    <a:pt x="4314" y="0"/>
                  </a:moveTo>
                  <a:cubicBezTo>
                    <a:pt x="4314" y="0"/>
                    <a:pt x="0" y="10158"/>
                    <a:pt x="1895" y="20749"/>
                  </a:cubicBezTo>
                  <a:cubicBezTo>
                    <a:pt x="3630" y="30769"/>
                    <a:pt x="10409" y="53046"/>
                    <a:pt x="10409" y="53046"/>
                  </a:cubicBezTo>
                  <a:lnTo>
                    <a:pt x="13193" y="50832"/>
                  </a:lnTo>
                  <a:cubicBezTo>
                    <a:pt x="13193" y="50832"/>
                    <a:pt x="9404" y="30312"/>
                    <a:pt x="10888" y="21342"/>
                  </a:cubicBezTo>
                  <a:cubicBezTo>
                    <a:pt x="11641" y="16617"/>
                    <a:pt x="13171" y="13353"/>
                    <a:pt x="13444" y="10432"/>
                  </a:cubicBezTo>
                  <a:cubicBezTo>
                    <a:pt x="13673" y="7807"/>
                    <a:pt x="12280" y="4086"/>
                    <a:pt x="11573" y="3242"/>
                  </a:cubicBezTo>
                  <a:lnTo>
                    <a:pt x="43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1"/>
            <p:cNvSpPr/>
            <p:nvPr/>
          </p:nvSpPr>
          <p:spPr>
            <a:xfrm>
              <a:off x="5312278" y="3274726"/>
              <a:ext cx="438185" cy="1700024"/>
            </a:xfrm>
            <a:custGeom>
              <a:avLst/>
              <a:gdLst/>
              <a:ahLst/>
              <a:cxnLst/>
              <a:rect l="l" t="t" r="r" b="b"/>
              <a:pathLst>
                <a:path w="13673" h="53047" extrusionOk="0">
                  <a:moveTo>
                    <a:pt x="4314" y="0"/>
                  </a:moveTo>
                  <a:cubicBezTo>
                    <a:pt x="4314" y="0"/>
                    <a:pt x="0" y="10158"/>
                    <a:pt x="1895" y="20749"/>
                  </a:cubicBezTo>
                  <a:cubicBezTo>
                    <a:pt x="3630" y="30769"/>
                    <a:pt x="10409" y="53046"/>
                    <a:pt x="10409" y="53046"/>
                  </a:cubicBezTo>
                  <a:lnTo>
                    <a:pt x="13193" y="50832"/>
                  </a:lnTo>
                  <a:cubicBezTo>
                    <a:pt x="13193" y="50832"/>
                    <a:pt x="9404" y="30312"/>
                    <a:pt x="10888" y="21342"/>
                  </a:cubicBezTo>
                  <a:cubicBezTo>
                    <a:pt x="11641" y="16617"/>
                    <a:pt x="13171" y="13353"/>
                    <a:pt x="13444" y="10432"/>
                  </a:cubicBezTo>
                  <a:cubicBezTo>
                    <a:pt x="13673" y="7807"/>
                    <a:pt x="12280" y="4086"/>
                    <a:pt x="11573" y="3242"/>
                  </a:cubicBezTo>
                  <a:lnTo>
                    <a:pt x="4314" y="0"/>
                  </a:ln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1"/>
            <p:cNvSpPr/>
            <p:nvPr/>
          </p:nvSpPr>
          <p:spPr>
            <a:xfrm>
              <a:off x="5311541" y="3276200"/>
              <a:ext cx="367232" cy="1699287"/>
            </a:xfrm>
            <a:custGeom>
              <a:avLst/>
              <a:gdLst/>
              <a:ahLst/>
              <a:cxnLst/>
              <a:rect l="l" t="t" r="r" b="b"/>
              <a:pathLst>
                <a:path w="11459" h="53024" extrusionOk="0">
                  <a:moveTo>
                    <a:pt x="4315" y="0"/>
                  </a:moveTo>
                  <a:cubicBezTo>
                    <a:pt x="4315" y="0"/>
                    <a:pt x="1" y="10157"/>
                    <a:pt x="1895" y="20725"/>
                  </a:cubicBezTo>
                  <a:cubicBezTo>
                    <a:pt x="3653" y="30723"/>
                    <a:pt x="10386" y="53023"/>
                    <a:pt x="10386" y="53023"/>
                  </a:cubicBezTo>
                  <a:lnTo>
                    <a:pt x="11459" y="52201"/>
                  </a:lnTo>
                  <a:cubicBezTo>
                    <a:pt x="9427" y="46678"/>
                    <a:pt x="7670" y="38575"/>
                    <a:pt x="6780" y="29467"/>
                  </a:cubicBezTo>
                  <a:cubicBezTo>
                    <a:pt x="5593" y="17530"/>
                    <a:pt x="6209" y="7007"/>
                    <a:pt x="8058" y="1644"/>
                  </a:cubicBezTo>
                  <a:lnTo>
                    <a:pt x="43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1"/>
            <p:cNvSpPr/>
            <p:nvPr/>
          </p:nvSpPr>
          <p:spPr>
            <a:xfrm>
              <a:off x="5765092" y="2630262"/>
              <a:ext cx="258239" cy="572048"/>
            </a:xfrm>
            <a:custGeom>
              <a:avLst/>
              <a:gdLst/>
              <a:ahLst/>
              <a:cxnLst/>
              <a:rect l="l" t="t" r="r" b="b"/>
              <a:pathLst>
                <a:path w="8058" h="17850" extrusionOk="0">
                  <a:moveTo>
                    <a:pt x="1347" y="0"/>
                  </a:moveTo>
                  <a:lnTo>
                    <a:pt x="92" y="389"/>
                  </a:lnTo>
                  <a:cubicBezTo>
                    <a:pt x="982" y="2169"/>
                    <a:pt x="1142" y="4497"/>
                    <a:pt x="1142" y="4497"/>
                  </a:cubicBezTo>
                  <a:cubicBezTo>
                    <a:pt x="1142" y="4497"/>
                    <a:pt x="0" y="15339"/>
                    <a:pt x="3036" y="17850"/>
                  </a:cubicBezTo>
                  <a:cubicBezTo>
                    <a:pt x="3036" y="17850"/>
                    <a:pt x="2785" y="13969"/>
                    <a:pt x="5364" y="11892"/>
                  </a:cubicBezTo>
                  <a:cubicBezTo>
                    <a:pt x="7943" y="9838"/>
                    <a:pt x="8058" y="8583"/>
                    <a:pt x="7761" y="7419"/>
                  </a:cubicBezTo>
                  <a:cubicBezTo>
                    <a:pt x="7487" y="6255"/>
                    <a:pt x="4839" y="1393"/>
                    <a:pt x="13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1"/>
            <p:cNvSpPr/>
            <p:nvPr/>
          </p:nvSpPr>
          <p:spPr>
            <a:xfrm>
              <a:off x="5765092" y="2630262"/>
              <a:ext cx="258239" cy="572048"/>
            </a:xfrm>
            <a:custGeom>
              <a:avLst/>
              <a:gdLst/>
              <a:ahLst/>
              <a:cxnLst/>
              <a:rect l="l" t="t" r="r" b="b"/>
              <a:pathLst>
                <a:path w="8058" h="17850" extrusionOk="0">
                  <a:moveTo>
                    <a:pt x="1347" y="0"/>
                  </a:moveTo>
                  <a:lnTo>
                    <a:pt x="92" y="389"/>
                  </a:lnTo>
                  <a:cubicBezTo>
                    <a:pt x="982" y="2169"/>
                    <a:pt x="1142" y="4497"/>
                    <a:pt x="1142" y="4497"/>
                  </a:cubicBezTo>
                  <a:cubicBezTo>
                    <a:pt x="1142" y="4497"/>
                    <a:pt x="0" y="15339"/>
                    <a:pt x="3036" y="17850"/>
                  </a:cubicBezTo>
                  <a:cubicBezTo>
                    <a:pt x="3036" y="17850"/>
                    <a:pt x="2785" y="13969"/>
                    <a:pt x="5364" y="11892"/>
                  </a:cubicBezTo>
                  <a:cubicBezTo>
                    <a:pt x="7943" y="9838"/>
                    <a:pt x="8058" y="8583"/>
                    <a:pt x="7761" y="7419"/>
                  </a:cubicBezTo>
                  <a:cubicBezTo>
                    <a:pt x="7487" y="6255"/>
                    <a:pt x="4839" y="1393"/>
                    <a:pt x="1347" y="0"/>
                  </a:cubicBez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1"/>
            <p:cNvSpPr/>
            <p:nvPr/>
          </p:nvSpPr>
          <p:spPr>
            <a:xfrm>
              <a:off x="5430793" y="3274726"/>
              <a:ext cx="292626" cy="194592"/>
            </a:xfrm>
            <a:custGeom>
              <a:avLst/>
              <a:gdLst/>
              <a:ahLst/>
              <a:cxnLst/>
              <a:rect l="l" t="t" r="r" b="b"/>
              <a:pathLst>
                <a:path w="9131" h="6072" extrusionOk="0">
                  <a:moveTo>
                    <a:pt x="616" y="0"/>
                  </a:moveTo>
                  <a:cubicBezTo>
                    <a:pt x="616" y="0"/>
                    <a:pt x="365" y="617"/>
                    <a:pt x="0" y="1690"/>
                  </a:cubicBezTo>
                  <a:cubicBezTo>
                    <a:pt x="1210" y="2945"/>
                    <a:pt x="3081" y="4177"/>
                    <a:pt x="5296" y="5022"/>
                  </a:cubicBezTo>
                  <a:cubicBezTo>
                    <a:pt x="6619" y="5547"/>
                    <a:pt x="7920" y="5889"/>
                    <a:pt x="9130" y="6072"/>
                  </a:cubicBezTo>
                  <a:cubicBezTo>
                    <a:pt x="8719" y="4771"/>
                    <a:pt x="8217" y="3653"/>
                    <a:pt x="7875" y="3242"/>
                  </a:cubicBezTo>
                  <a:lnTo>
                    <a:pt x="616" y="0"/>
                  </a:ln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1"/>
            <p:cNvSpPr/>
            <p:nvPr/>
          </p:nvSpPr>
          <p:spPr>
            <a:xfrm>
              <a:off x="5768008" y="2630262"/>
              <a:ext cx="254585" cy="367969"/>
            </a:xfrm>
            <a:custGeom>
              <a:avLst/>
              <a:gdLst/>
              <a:ahLst/>
              <a:cxnLst/>
              <a:rect l="l" t="t" r="r" b="b"/>
              <a:pathLst>
                <a:path w="7944" h="11482" extrusionOk="0">
                  <a:moveTo>
                    <a:pt x="1256" y="0"/>
                  </a:moveTo>
                  <a:lnTo>
                    <a:pt x="1" y="389"/>
                  </a:lnTo>
                  <a:lnTo>
                    <a:pt x="1" y="434"/>
                  </a:lnTo>
                  <a:cubicBezTo>
                    <a:pt x="2032" y="662"/>
                    <a:pt x="4337" y="4200"/>
                    <a:pt x="5387" y="8879"/>
                  </a:cubicBezTo>
                  <a:cubicBezTo>
                    <a:pt x="5593" y="9770"/>
                    <a:pt x="5730" y="10614"/>
                    <a:pt x="5821" y="11482"/>
                  </a:cubicBezTo>
                  <a:cubicBezTo>
                    <a:pt x="7875" y="9656"/>
                    <a:pt x="7944" y="8514"/>
                    <a:pt x="7670" y="7419"/>
                  </a:cubicBezTo>
                  <a:cubicBezTo>
                    <a:pt x="7396" y="6255"/>
                    <a:pt x="4748" y="1393"/>
                    <a:pt x="12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1"/>
            <p:cNvSpPr/>
            <p:nvPr/>
          </p:nvSpPr>
          <p:spPr>
            <a:xfrm>
              <a:off x="5431498" y="2701954"/>
              <a:ext cx="435269" cy="724209"/>
            </a:xfrm>
            <a:custGeom>
              <a:avLst/>
              <a:gdLst/>
              <a:ahLst/>
              <a:cxnLst/>
              <a:rect l="l" t="t" r="r" b="b"/>
              <a:pathLst>
                <a:path w="13582" h="22598" extrusionOk="0">
                  <a:moveTo>
                    <a:pt x="10113" y="0"/>
                  </a:moveTo>
                  <a:lnTo>
                    <a:pt x="6346" y="1849"/>
                  </a:lnTo>
                  <a:cubicBezTo>
                    <a:pt x="6346" y="1849"/>
                    <a:pt x="2808" y="7578"/>
                    <a:pt x="2649" y="8971"/>
                  </a:cubicBezTo>
                  <a:cubicBezTo>
                    <a:pt x="2603" y="9610"/>
                    <a:pt x="3425" y="10112"/>
                    <a:pt x="3425" y="10112"/>
                  </a:cubicBezTo>
                  <a:lnTo>
                    <a:pt x="1" y="18945"/>
                  </a:lnTo>
                  <a:cubicBezTo>
                    <a:pt x="3356" y="21342"/>
                    <a:pt x="9336" y="22597"/>
                    <a:pt x="9336" y="22597"/>
                  </a:cubicBezTo>
                  <a:cubicBezTo>
                    <a:pt x="9336" y="22597"/>
                    <a:pt x="7602" y="17347"/>
                    <a:pt x="10364" y="11892"/>
                  </a:cubicBezTo>
                  <a:cubicBezTo>
                    <a:pt x="13125" y="6437"/>
                    <a:pt x="13582" y="2968"/>
                    <a:pt x="10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1"/>
            <p:cNvSpPr/>
            <p:nvPr/>
          </p:nvSpPr>
          <p:spPr>
            <a:xfrm>
              <a:off x="5431498" y="2701954"/>
              <a:ext cx="435269" cy="724209"/>
            </a:xfrm>
            <a:custGeom>
              <a:avLst/>
              <a:gdLst/>
              <a:ahLst/>
              <a:cxnLst/>
              <a:rect l="l" t="t" r="r" b="b"/>
              <a:pathLst>
                <a:path w="13582" h="22598" extrusionOk="0">
                  <a:moveTo>
                    <a:pt x="10113" y="0"/>
                  </a:moveTo>
                  <a:lnTo>
                    <a:pt x="6346" y="1849"/>
                  </a:lnTo>
                  <a:cubicBezTo>
                    <a:pt x="6346" y="1849"/>
                    <a:pt x="2808" y="7578"/>
                    <a:pt x="2649" y="8971"/>
                  </a:cubicBezTo>
                  <a:cubicBezTo>
                    <a:pt x="2603" y="9610"/>
                    <a:pt x="3425" y="10112"/>
                    <a:pt x="3425" y="10112"/>
                  </a:cubicBezTo>
                  <a:lnTo>
                    <a:pt x="1" y="18945"/>
                  </a:lnTo>
                  <a:cubicBezTo>
                    <a:pt x="3356" y="21342"/>
                    <a:pt x="9336" y="22597"/>
                    <a:pt x="9336" y="22597"/>
                  </a:cubicBezTo>
                  <a:cubicBezTo>
                    <a:pt x="9336" y="22597"/>
                    <a:pt x="7602" y="17347"/>
                    <a:pt x="10364" y="11892"/>
                  </a:cubicBezTo>
                  <a:cubicBezTo>
                    <a:pt x="13125" y="6437"/>
                    <a:pt x="13582" y="2968"/>
                    <a:pt x="10113" y="0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1"/>
            <p:cNvSpPr/>
            <p:nvPr/>
          </p:nvSpPr>
          <p:spPr>
            <a:xfrm>
              <a:off x="5850662" y="2802170"/>
              <a:ext cx="172672" cy="383320"/>
            </a:xfrm>
            <a:custGeom>
              <a:avLst/>
              <a:gdLst/>
              <a:ahLst/>
              <a:cxnLst/>
              <a:rect l="l" t="t" r="r" b="b"/>
              <a:pathLst>
                <a:path w="5388" h="11961" extrusionOk="0">
                  <a:moveTo>
                    <a:pt x="4132" y="0"/>
                  </a:moveTo>
                  <a:cubicBezTo>
                    <a:pt x="1827" y="343"/>
                    <a:pt x="1" y="4018"/>
                    <a:pt x="1" y="8514"/>
                  </a:cubicBezTo>
                  <a:cubicBezTo>
                    <a:pt x="1" y="9724"/>
                    <a:pt x="138" y="10911"/>
                    <a:pt x="366" y="11961"/>
                  </a:cubicBezTo>
                  <a:cubicBezTo>
                    <a:pt x="389" y="10820"/>
                    <a:pt x="708" y="8126"/>
                    <a:pt x="2694" y="6528"/>
                  </a:cubicBezTo>
                  <a:cubicBezTo>
                    <a:pt x="5273" y="4474"/>
                    <a:pt x="5388" y="3219"/>
                    <a:pt x="5091" y="2055"/>
                  </a:cubicBezTo>
                  <a:cubicBezTo>
                    <a:pt x="5022" y="1689"/>
                    <a:pt x="4680" y="913"/>
                    <a:pt x="41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1"/>
            <p:cNvSpPr/>
            <p:nvPr/>
          </p:nvSpPr>
          <p:spPr>
            <a:xfrm>
              <a:off x="5460054" y="2725350"/>
              <a:ext cx="403799" cy="700815"/>
            </a:xfrm>
            <a:custGeom>
              <a:avLst/>
              <a:gdLst/>
              <a:ahLst/>
              <a:cxnLst/>
              <a:rect l="l" t="t" r="r" b="b"/>
              <a:pathLst>
                <a:path w="12600" h="21868" extrusionOk="0">
                  <a:moveTo>
                    <a:pt x="10020" y="1"/>
                  </a:moveTo>
                  <a:cubicBezTo>
                    <a:pt x="9564" y="1051"/>
                    <a:pt x="8948" y="2146"/>
                    <a:pt x="8217" y="3219"/>
                  </a:cubicBezTo>
                  <a:cubicBezTo>
                    <a:pt x="6186" y="6232"/>
                    <a:pt x="3652" y="8286"/>
                    <a:pt x="1826" y="8629"/>
                  </a:cubicBezTo>
                  <a:cubicBezTo>
                    <a:pt x="2032" y="9040"/>
                    <a:pt x="2534" y="9359"/>
                    <a:pt x="2534" y="9359"/>
                  </a:cubicBezTo>
                  <a:lnTo>
                    <a:pt x="2054" y="10592"/>
                  </a:lnTo>
                  <a:cubicBezTo>
                    <a:pt x="2830" y="12052"/>
                    <a:pt x="0" y="14563"/>
                    <a:pt x="0" y="16914"/>
                  </a:cubicBezTo>
                  <a:cubicBezTo>
                    <a:pt x="0" y="18238"/>
                    <a:pt x="3173" y="19083"/>
                    <a:pt x="2899" y="20178"/>
                  </a:cubicBezTo>
                  <a:cubicBezTo>
                    <a:pt x="5706" y="21297"/>
                    <a:pt x="8445" y="21867"/>
                    <a:pt x="8445" y="21867"/>
                  </a:cubicBezTo>
                  <a:cubicBezTo>
                    <a:pt x="8445" y="21867"/>
                    <a:pt x="6711" y="16617"/>
                    <a:pt x="9473" y="11162"/>
                  </a:cubicBezTo>
                  <a:cubicBezTo>
                    <a:pt x="12029" y="6141"/>
                    <a:pt x="12600" y="2808"/>
                    <a:pt x="10020" y="1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1"/>
            <p:cNvSpPr/>
            <p:nvPr/>
          </p:nvSpPr>
          <p:spPr>
            <a:xfrm>
              <a:off x="5635616" y="2923602"/>
              <a:ext cx="190939" cy="502569"/>
            </a:xfrm>
            <a:custGeom>
              <a:avLst/>
              <a:gdLst/>
              <a:ahLst/>
              <a:cxnLst/>
              <a:rect l="l" t="t" r="r" b="b"/>
              <a:pathLst>
                <a:path w="5958" h="15682" extrusionOk="0">
                  <a:moveTo>
                    <a:pt x="5958" y="0"/>
                  </a:moveTo>
                  <a:cubicBezTo>
                    <a:pt x="3401" y="2351"/>
                    <a:pt x="1119" y="7259"/>
                    <a:pt x="228" y="12942"/>
                  </a:cubicBezTo>
                  <a:cubicBezTo>
                    <a:pt x="114" y="13581"/>
                    <a:pt x="46" y="14220"/>
                    <a:pt x="0" y="14882"/>
                  </a:cubicBezTo>
                  <a:cubicBezTo>
                    <a:pt x="1712" y="15385"/>
                    <a:pt x="2990" y="15681"/>
                    <a:pt x="2990" y="15681"/>
                  </a:cubicBezTo>
                  <a:cubicBezTo>
                    <a:pt x="2990" y="15681"/>
                    <a:pt x="1256" y="10431"/>
                    <a:pt x="4017" y="4976"/>
                  </a:cubicBezTo>
                  <a:cubicBezTo>
                    <a:pt x="4953" y="3082"/>
                    <a:pt x="5615" y="1461"/>
                    <a:pt x="59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1"/>
            <p:cNvSpPr/>
            <p:nvPr/>
          </p:nvSpPr>
          <p:spPr>
            <a:xfrm>
              <a:off x="5469027" y="2326505"/>
              <a:ext cx="115403" cy="146521"/>
            </a:xfrm>
            <a:custGeom>
              <a:avLst/>
              <a:gdLst/>
              <a:ahLst/>
              <a:cxnLst/>
              <a:rect l="l" t="t" r="r" b="b"/>
              <a:pathLst>
                <a:path w="3601" h="4572" extrusionOk="0">
                  <a:moveTo>
                    <a:pt x="3426" y="1"/>
                  </a:moveTo>
                  <a:cubicBezTo>
                    <a:pt x="1663" y="1"/>
                    <a:pt x="1" y="1676"/>
                    <a:pt x="199" y="4571"/>
                  </a:cubicBezTo>
                  <a:lnTo>
                    <a:pt x="907" y="4366"/>
                  </a:lnTo>
                  <a:cubicBezTo>
                    <a:pt x="291" y="326"/>
                    <a:pt x="3600" y="6"/>
                    <a:pt x="3600" y="6"/>
                  </a:cubicBezTo>
                  <a:cubicBezTo>
                    <a:pt x="3542" y="2"/>
                    <a:pt x="3484" y="1"/>
                    <a:pt x="34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1"/>
            <p:cNvSpPr/>
            <p:nvPr/>
          </p:nvSpPr>
          <p:spPr>
            <a:xfrm>
              <a:off x="5469027" y="2326505"/>
              <a:ext cx="115403" cy="146521"/>
            </a:xfrm>
            <a:custGeom>
              <a:avLst/>
              <a:gdLst/>
              <a:ahLst/>
              <a:cxnLst/>
              <a:rect l="l" t="t" r="r" b="b"/>
              <a:pathLst>
                <a:path w="3601" h="4572" extrusionOk="0">
                  <a:moveTo>
                    <a:pt x="3426" y="1"/>
                  </a:moveTo>
                  <a:cubicBezTo>
                    <a:pt x="1663" y="1"/>
                    <a:pt x="1" y="1676"/>
                    <a:pt x="199" y="4571"/>
                  </a:cubicBezTo>
                  <a:lnTo>
                    <a:pt x="907" y="4366"/>
                  </a:lnTo>
                  <a:cubicBezTo>
                    <a:pt x="291" y="326"/>
                    <a:pt x="3600" y="6"/>
                    <a:pt x="3600" y="6"/>
                  </a:cubicBezTo>
                  <a:cubicBezTo>
                    <a:pt x="3542" y="2"/>
                    <a:pt x="3484" y="1"/>
                    <a:pt x="3426" y="1"/>
                  </a:cubicBez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1"/>
            <p:cNvSpPr/>
            <p:nvPr/>
          </p:nvSpPr>
          <p:spPr>
            <a:xfrm>
              <a:off x="5486366" y="2340671"/>
              <a:ext cx="138285" cy="103802"/>
            </a:xfrm>
            <a:custGeom>
              <a:avLst/>
              <a:gdLst/>
              <a:ahLst/>
              <a:cxnLst/>
              <a:rect l="l" t="t" r="r" b="b"/>
              <a:pathLst>
                <a:path w="4315" h="3239" extrusionOk="0">
                  <a:moveTo>
                    <a:pt x="3361" y="1"/>
                  </a:moveTo>
                  <a:cubicBezTo>
                    <a:pt x="2002" y="1"/>
                    <a:pt x="571" y="1045"/>
                    <a:pt x="1" y="3216"/>
                  </a:cubicBezTo>
                  <a:lnTo>
                    <a:pt x="686" y="3239"/>
                  </a:lnTo>
                  <a:cubicBezTo>
                    <a:pt x="1157" y="495"/>
                    <a:pt x="2907" y="135"/>
                    <a:pt x="3793" y="135"/>
                  </a:cubicBezTo>
                  <a:cubicBezTo>
                    <a:pt x="4109" y="135"/>
                    <a:pt x="4315" y="180"/>
                    <a:pt x="4315" y="180"/>
                  </a:cubicBezTo>
                  <a:cubicBezTo>
                    <a:pt x="4010" y="61"/>
                    <a:pt x="3687" y="1"/>
                    <a:pt x="33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1"/>
            <p:cNvSpPr/>
            <p:nvPr/>
          </p:nvSpPr>
          <p:spPr>
            <a:xfrm>
              <a:off x="5486366" y="2340671"/>
              <a:ext cx="138285" cy="103802"/>
            </a:xfrm>
            <a:custGeom>
              <a:avLst/>
              <a:gdLst/>
              <a:ahLst/>
              <a:cxnLst/>
              <a:rect l="l" t="t" r="r" b="b"/>
              <a:pathLst>
                <a:path w="4315" h="3239" extrusionOk="0">
                  <a:moveTo>
                    <a:pt x="3361" y="1"/>
                  </a:moveTo>
                  <a:cubicBezTo>
                    <a:pt x="2002" y="1"/>
                    <a:pt x="571" y="1045"/>
                    <a:pt x="1" y="3216"/>
                  </a:cubicBezTo>
                  <a:lnTo>
                    <a:pt x="686" y="3239"/>
                  </a:lnTo>
                  <a:cubicBezTo>
                    <a:pt x="1157" y="495"/>
                    <a:pt x="2907" y="135"/>
                    <a:pt x="3793" y="135"/>
                  </a:cubicBezTo>
                  <a:cubicBezTo>
                    <a:pt x="4109" y="135"/>
                    <a:pt x="4315" y="180"/>
                    <a:pt x="4315" y="180"/>
                  </a:cubicBezTo>
                  <a:cubicBezTo>
                    <a:pt x="4010" y="61"/>
                    <a:pt x="3687" y="1"/>
                    <a:pt x="3361" y="1"/>
                  </a:cubicBez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1"/>
            <p:cNvSpPr/>
            <p:nvPr/>
          </p:nvSpPr>
          <p:spPr>
            <a:xfrm>
              <a:off x="5462970" y="2338395"/>
              <a:ext cx="354798" cy="298458"/>
            </a:xfrm>
            <a:custGeom>
              <a:avLst/>
              <a:gdLst/>
              <a:ahLst/>
              <a:cxnLst/>
              <a:rect l="l" t="t" r="r" b="b"/>
              <a:pathLst>
                <a:path w="11071" h="9313" extrusionOk="0">
                  <a:moveTo>
                    <a:pt x="0" y="2853"/>
                  </a:moveTo>
                  <a:lnTo>
                    <a:pt x="0" y="2853"/>
                  </a:lnTo>
                  <a:cubicBezTo>
                    <a:pt x="0" y="2854"/>
                    <a:pt x="0" y="2855"/>
                    <a:pt x="0" y="2856"/>
                  </a:cubicBezTo>
                  <a:lnTo>
                    <a:pt x="0" y="2856"/>
                  </a:lnTo>
                  <a:cubicBezTo>
                    <a:pt x="0" y="2855"/>
                    <a:pt x="0" y="2854"/>
                    <a:pt x="0" y="2853"/>
                  </a:cubicBezTo>
                  <a:close/>
                  <a:moveTo>
                    <a:pt x="8606" y="0"/>
                  </a:moveTo>
                  <a:cubicBezTo>
                    <a:pt x="8446" y="297"/>
                    <a:pt x="1895" y="890"/>
                    <a:pt x="46" y="2922"/>
                  </a:cubicBezTo>
                  <a:cubicBezTo>
                    <a:pt x="43" y="2925"/>
                    <a:pt x="40" y="2926"/>
                    <a:pt x="37" y="2926"/>
                  </a:cubicBezTo>
                  <a:cubicBezTo>
                    <a:pt x="18" y="2926"/>
                    <a:pt x="2" y="2877"/>
                    <a:pt x="0" y="2856"/>
                  </a:cubicBezTo>
                  <a:lnTo>
                    <a:pt x="0" y="2856"/>
                  </a:lnTo>
                  <a:cubicBezTo>
                    <a:pt x="24" y="3540"/>
                    <a:pt x="252" y="4155"/>
                    <a:pt x="571" y="4314"/>
                  </a:cubicBezTo>
                  <a:cubicBezTo>
                    <a:pt x="571" y="4314"/>
                    <a:pt x="2762" y="7076"/>
                    <a:pt x="4269" y="7738"/>
                  </a:cubicBezTo>
                  <a:cubicBezTo>
                    <a:pt x="6072" y="8537"/>
                    <a:pt x="9176" y="9313"/>
                    <a:pt x="9176" y="9313"/>
                  </a:cubicBezTo>
                  <a:lnTo>
                    <a:pt x="10317" y="8628"/>
                  </a:lnTo>
                  <a:cubicBezTo>
                    <a:pt x="10317" y="8628"/>
                    <a:pt x="11002" y="6688"/>
                    <a:pt x="11071" y="4200"/>
                  </a:cubicBezTo>
                  <a:cubicBezTo>
                    <a:pt x="11071" y="2579"/>
                    <a:pt x="10454" y="982"/>
                    <a:pt x="86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9" name="Google Shape;1729;p41"/>
            <p:cNvGrpSpPr/>
            <p:nvPr/>
          </p:nvGrpSpPr>
          <p:grpSpPr>
            <a:xfrm>
              <a:off x="5462970" y="2338395"/>
              <a:ext cx="354798" cy="298458"/>
              <a:chOff x="5832395" y="2338395"/>
              <a:chExt cx="354798" cy="298458"/>
            </a:xfrm>
          </p:grpSpPr>
          <p:sp>
            <p:nvSpPr>
              <p:cNvPr id="1730" name="Google Shape;1730;p41"/>
              <p:cNvSpPr/>
              <p:nvPr/>
            </p:nvSpPr>
            <p:spPr>
              <a:xfrm>
                <a:off x="5832395" y="2338395"/>
                <a:ext cx="354798" cy="298458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9313" extrusionOk="0">
                    <a:moveTo>
                      <a:pt x="0" y="2853"/>
                    </a:moveTo>
                    <a:lnTo>
                      <a:pt x="0" y="2853"/>
                    </a:lnTo>
                    <a:cubicBezTo>
                      <a:pt x="0" y="2854"/>
                      <a:pt x="0" y="2855"/>
                      <a:pt x="0" y="2856"/>
                    </a:cubicBezTo>
                    <a:lnTo>
                      <a:pt x="0" y="2856"/>
                    </a:lnTo>
                    <a:cubicBezTo>
                      <a:pt x="0" y="2855"/>
                      <a:pt x="0" y="2854"/>
                      <a:pt x="0" y="2853"/>
                    </a:cubicBezTo>
                    <a:close/>
                    <a:moveTo>
                      <a:pt x="8606" y="0"/>
                    </a:moveTo>
                    <a:cubicBezTo>
                      <a:pt x="8446" y="297"/>
                      <a:pt x="1895" y="890"/>
                      <a:pt x="46" y="2922"/>
                    </a:cubicBezTo>
                    <a:cubicBezTo>
                      <a:pt x="43" y="2925"/>
                      <a:pt x="40" y="2926"/>
                      <a:pt x="37" y="2926"/>
                    </a:cubicBezTo>
                    <a:cubicBezTo>
                      <a:pt x="18" y="2926"/>
                      <a:pt x="2" y="2877"/>
                      <a:pt x="0" y="2856"/>
                    </a:cubicBezTo>
                    <a:lnTo>
                      <a:pt x="0" y="2856"/>
                    </a:lnTo>
                    <a:cubicBezTo>
                      <a:pt x="24" y="3540"/>
                      <a:pt x="252" y="4155"/>
                      <a:pt x="571" y="4314"/>
                    </a:cubicBezTo>
                    <a:cubicBezTo>
                      <a:pt x="571" y="4314"/>
                      <a:pt x="2762" y="7076"/>
                      <a:pt x="4269" y="7738"/>
                    </a:cubicBezTo>
                    <a:cubicBezTo>
                      <a:pt x="6072" y="8537"/>
                      <a:pt x="9176" y="9313"/>
                      <a:pt x="9176" y="9313"/>
                    </a:cubicBezTo>
                    <a:lnTo>
                      <a:pt x="10317" y="8628"/>
                    </a:lnTo>
                    <a:cubicBezTo>
                      <a:pt x="10317" y="8628"/>
                      <a:pt x="11002" y="6688"/>
                      <a:pt x="11071" y="4200"/>
                    </a:cubicBezTo>
                    <a:cubicBezTo>
                      <a:pt x="11071" y="2579"/>
                      <a:pt x="10454" y="982"/>
                      <a:pt x="8606" y="0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41"/>
              <p:cNvSpPr/>
              <p:nvPr/>
            </p:nvSpPr>
            <p:spPr>
              <a:xfrm>
                <a:off x="5942866" y="2378424"/>
                <a:ext cx="127293" cy="161167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5029" extrusionOk="0">
                    <a:moveTo>
                      <a:pt x="921" y="0"/>
                    </a:moveTo>
                    <a:cubicBezTo>
                      <a:pt x="402" y="0"/>
                      <a:pt x="10" y="157"/>
                      <a:pt x="0" y="235"/>
                    </a:cubicBezTo>
                    <a:cubicBezTo>
                      <a:pt x="1027" y="326"/>
                      <a:pt x="1461" y="2517"/>
                      <a:pt x="2830" y="5028"/>
                    </a:cubicBezTo>
                    <a:cubicBezTo>
                      <a:pt x="2830" y="5028"/>
                      <a:pt x="3972" y="3271"/>
                      <a:pt x="3081" y="1422"/>
                    </a:cubicBezTo>
                    <a:cubicBezTo>
                      <a:pt x="2545" y="283"/>
                      <a:pt x="1618" y="0"/>
                      <a:pt x="9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32" name="Google Shape;1732;p41"/>
            <p:cNvSpPr/>
            <p:nvPr/>
          </p:nvSpPr>
          <p:spPr>
            <a:xfrm>
              <a:off x="5739485" y="2596963"/>
              <a:ext cx="79029" cy="58230"/>
            </a:xfrm>
            <a:custGeom>
              <a:avLst/>
              <a:gdLst/>
              <a:ahLst/>
              <a:cxnLst/>
              <a:rect l="l" t="t" r="r" b="b"/>
              <a:pathLst>
                <a:path w="2466" h="1817" extrusionOk="0">
                  <a:moveTo>
                    <a:pt x="1774" y="1"/>
                  </a:moveTo>
                  <a:cubicBezTo>
                    <a:pt x="1361" y="1"/>
                    <a:pt x="356" y="445"/>
                    <a:pt x="0" y="1176"/>
                  </a:cubicBezTo>
                  <a:cubicBezTo>
                    <a:pt x="183" y="1564"/>
                    <a:pt x="457" y="1793"/>
                    <a:pt x="845" y="1816"/>
                  </a:cubicBezTo>
                  <a:cubicBezTo>
                    <a:pt x="853" y="1816"/>
                    <a:pt x="862" y="1816"/>
                    <a:pt x="870" y="1816"/>
                  </a:cubicBezTo>
                  <a:cubicBezTo>
                    <a:pt x="1339" y="1816"/>
                    <a:pt x="2352" y="1219"/>
                    <a:pt x="2374" y="1039"/>
                  </a:cubicBezTo>
                  <a:cubicBezTo>
                    <a:pt x="2465" y="903"/>
                    <a:pt x="2169" y="81"/>
                    <a:pt x="1872" y="12"/>
                  </a:cubicBezTo>
                  <a:cubicBezTo>
                    <a:pt x="1845" y="5"/>
                    <a:pt x="1812" y="1"/>
                    <a:pt x="1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1"/>
            <p:cNvSpPr/>
            <p:nvPr/>
          </p:nvSpPr>
          <p:spPr>
            <a:xfrm>
              <a:off x="5626097" y="2505176"/>
              <a:ext cx="130241" cy="253848"/>
            </a:xfrm>
            <a:custGeom>
              <a:avLst/>
              <a:gdLst/>
              <a:ahLst/>
              <a:cxnLst/>
              <a:rect l="l" t="t" r="r" b="b"/>
              <a:pathLst>
                <a:path w="4064" h="7921" extrusionOk="0">
                  <a:moveTo>
                    <a:pt x="2146" y="0"/>
                  </a:moveTo>
                  <a:lnTo>
                    <a:pt x="0" y="2899"/>
                  </a:lnTo>
                  <a:cubicBezTo>
                    <a:pt x="252" y="3903"/>
                    <a:pt x="366" y="7852"/>
                    <a:pt x="343" y="7921"/>
                  </a:cubicBezTo>
                  <a:lnTo>
                    <a:pt x="4063" y="5821"/>
                  </a:lnTo>
                  <a:cubicBezTo>
                    <a:pt x="2603" y="3995"/>
                    <a:pt x="2146" y="0"/>
                    <a:pt x="2146" y="0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1"/>
            <p:cNvSpPr/>
            <p:nvPr/>
          </p:nvSpPr>
          <p:spPr>
            <a:xfrm>
              <a:off x="5471014" y="2385763"/>
              <a:ext cx="227537" cy="324994"/>
            </a:xfrm>
            <a:custGeom>
              <a:avLst/>
              <a:gdLst/>
              <a:ahLst/>
              <a:cxnLst/>
              <a:rect l="l" t="t" r="r" b="b"/>
              <a:pathLst>
                <a:path w="7100" h="10141" extrusionOk="0">
                  <a:moveTo>
                    <a:pt x="2797" y="1"/>
                  </a:moveTo>
                  <a:cubicBezTo>
                    <a:pt x="1602" y="1"/>
                    <a:pt x="491" y="682"/>
                    <a:pt x="137" y="1649"/>
                  </a:cubicBezTo>
                  <a:cubicBezTo>
                    <a:pt x="0" y="1992"/>
                    <a:pt x="23" y="2266"/>
                    <a:pt x="92" y="2745"/>
                  </a:cubicBezTo>
                  <a:cubicBezTo>
                    <a:pt x="115" y="3087"/>
                    <a:pt x="799" y="7287"/>
                    <a:pt x="3333" y="10140"/>
                  </a:cubicBezTo>
                  <a:cubicBezTo>
                    <a:pt x="3333" y="10140"/>
                    <a:pt x="6871" y="7264"/>
                    <a:pt x="6939" y="7082"/>
                  </a:cubicBezTo>
                  <a:cubicBezTo>
                    <a:pt x="6985" y="6716"/>
                    <a:pt x="7099" y="4776"/>
                    <a:pt x="5821" y="2106"/>
                  </a:cubicBezTo>
                  <a:cubicBezTo>
                    <a:pt x="5104" y="595"/>
                    <a:pt x="3914" y="1"/>
                    <a:pt x="2797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1"/>
            <p:cNvSpPr/>
            <p:nvPr/>
          </p:nvSpPr>
          <p:spPr>
            <a:xfrm>
              <a:off x="5573441" y="2378424"/>
              <a:ext cx="127293" cy="161167"/>
            </a:xfrm>
            <a:custGeom>
              <a:avLst/>
              <a:gdLst/>
              <a:ahLst/>
              <a:cxnLst/>
              <a:rect l="l" t="t" r="r" b="b"/>
              <a:pathLst>
                <a:path w="3972" h="5029" extrusionOk="0">
                  <a:moveTo>
                    <a:pt x="921" y="0"/>
                  </a:moveTo>
                  <a:cubicBezTo>
                    <a:pt x="402" y="0"/>
                    <a:pt x="10" y="157"/>
                    <a:pt x="0" y="235"/>
                  </a:cubicBezTo>
                  <a:cubicBezTo>
                    <a:pt x="1027" y="326"/>
                    <a:pt x="1461" y="2517"/>
                    <a:pt x="2830" y="5028"/>
                  </a:cubicBezTo>
                  <a:cubicBezTo>
                    <a:pt x="2830" y="5028"/>
                    <a:pt x="3972" y="3271"/>
                    <a:pt x="3081" y="1422"/>
                  </a:cubicBezTo>
                  <a:cubicBezTo>
                    <a:pt x="2545" y="283"/>
                    <a:pt x="1618" y="0"/>
                    <a:pt x="9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1"/>
            <p:cNvSpPr/>
            <p:nvPr/>
          </p:nvSpPr>
          <p:spPr>
            <a:xfrm>
              <a:off x="5573441" y="2378424"/>
              <a:ext cx="127293" cy="161167"/>
            </a:xfrm>
            <a:custGeom>
              <a:avLst/>
              <a:gdLst/>
              <a:ahLst/>
              <a:cxnLst/>
              <a:rect l="l" t="t" r="r" b="b"/>
              <a:pathLst>
                <a:path w="3972" h="5029" extrusionOk="0">
                  <a:moveTo>
                    <a:pt x="921" y="0"/>
                  </a:moveTo>
                  <a:cubicBezTo>
                    <a:pt x="402" y="0"/>
                    <a:pt x="10" y="157"/>
                    <a:pt x="0" y="235"/>
                  </a:cubicBezTo>
                  <a:cubicBezTo>
                    <a:pt x="1027" y="326"/>
                    <a:pt x="1461" y="2517"/>
                    <a:pt x="2830" y="5028"/>
                  </a:cubicBezTo>
                  <a:cubicBezTo>
                    <a:pt x="2830" y="5028"/>
                    <a:pt x="3972" y="3271"/>
                    <a:pt x="3081" y="1422"/>
                  </a:cubicBezTo>
                  <a:cubicBezTo>
                    <a:pt x="2545" y="283"/>
                    <a:pt x="1618" y="0"/>
                    <a:pt x="921" y="0"/>
                  </a:cubicBez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1"/>
            <p:cNvSpPr/>
            <p:nvPr/>
          </p:nvSpPr>
          <p:spPr>
            <a:xfrm>
              <a:off x="5577800" y="2468609"/>
              <a:ext cx="119281" cy="59993"/>
            </a:xfrm>
            <a:custGeom>
              <a:avLst/>
              <a:gdLst/>
              <a:ahLst/>
              <a:cxnLst/>
              <a:rect l="l" t="t" r="r" b="b"/>
              <a:pathLst>
                <a:path w="3722" h="1872" extrusionOk="0">
                  <a:moveTo>
                    <a:pt x="3721" y="0"/>
                  </a:moveTo>
                  <a:lnTo>
                    <a:pt x="1" y="1621"/>
                  </a:lnTo>
                  <a:lnTo>
                    <a:pt x="69" y="1872"/>
                  </a:lnTo>
                  <a:lnTo>
                    <a:pt x="3539" y="274"/>
                  </a:lnTo>
                  <a:lnTo>
                    <a:pt x="37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1"/>
            <p:cNvSpPr/>
            <p:nvPr/>
          </p:nvSpPr>
          <p:spPr>
            <a:xfrm>
              <a:off x="5664139" y="2459250"/>
              <a:ext cx="79029" cy="94957"/>
            </a:xfrm>
            <a:custGeom>
              <a:avLst/>
              <a:gdLst/>
              <a:ahLst/>
              <a:cxnLst/>
              <a:rect l="l" t="t" r="r" b="b"/>
              <a:pathLst>
                <a:path w="2466" h="2963" extrusionOk="0">
                  <a:moveTo>
                    <a:pt x="1467" y="1"/>
                  </a:moveTo>
                  <a:cubicBezTo>
                    <a:pt x="1035" y="1"/>
                    <a:pt x="539" y="412"/>
                    <a:pt x="366" y="1137"/>
                  </a:cubicBezTo>
                  <a:cubicBezTo>
                    <a:pt x="0" y="2689"/>
                    <a:pt x="799" y="2963"/>
                    <a:pt x="799" y="2963"/>
                  </a:cubicBezTo>
                  <a:cubicBezTo>
                    <a:pt x="799" y="2963"/>
                    <a:pt x="2465" y="1228"/>
                    <a:pt x="2077" y="429"/>
                  </a:cubicBezTo>
                  <a:cubicBezTo>
                    <a:pt x="1944" y="137"/>
                    <a:pt x="1716" y="1"/>
                    <a:pt x="1467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1"/>
            <p:cNvSpPr/>
            <p:nvPr/>
          </p:nvSpPr>
          <p:spPr>
            <a:xfrm>
              <a:off x="5677311" y="2476300"/>
              <a:ext cx="46853" cy="55250"/>
            </a:xfrm>
            <a:custGeom>
              <a:avLst/>
              <a:gdLst/>
              <a:ahLst/>
              <a:cxnLst/>
              <a:rect l="l" t="t" r="r" b="b"/>
              <a:pathLst>
                <a:path w="1462" h="1724" extrusionOk="0">
                  <a:moveTo>
                    <a:pt x="884" y="1"/>
                  </a:moveTo>
                  <a:cubicBezTo>
                    <a:pt x="633" y="1"/>
                    <a:pt x="346" y="247"/>
                    <a:pt x="228" y="673"/>
                  </a:cubicBezTo>
                  <a:cubicBezTo>
                    <a:pt x="0" y="1586"/>
                    <a:pt x="502" y="1723"/>
                    <a:pt x="502" y="1723"/>
                  </a:cubicBezTo>
                  <a:cubicBezTo>
                    <a:pt x="502" y="1723"/>
                    <a:pt x="1461" y="719"/>
                    <a:pt x="1233" y="239"/>
                  </a:cubicBezTo>
                  <a:cubicBezTo>
                    <a:pt x="1151" y="77"/>
                    <a:pt x="1024" y="1"/>
                    <a:pt x="884" y="1"/>
                  </a:cubicBez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1"/>
            <p:cNvSpPr/>
            <p:nvPr/>
          </p:nvSpPr>
          <p:spPr>
            <a:xfrm>
              <a:off x="5675100" y="2493350"/>
              <a:ext cx="33682" cy="42591"/>
            </a:xfrm>
            <a:custGeom>
              <a:avLst/>
              <a:gdLst/>
              <a:ahLst/>
              <a:cxnLst/>
              <a:rect l="l" t="t" r="r" b="b"/>
              <a:pathLst>
                <a:path w="1051" h="1329" extrusionOk="0">
                  <a:moveTo>
                    <a:pt x="570" y="1"/>
                  </a:moveTo>
                  <a:cubicBezTo>
                    <a:pt x="362" y="1"/>
                    <a:pt x="146" y="215"/>
                    <a:pt x="115" y="552"/>
                  </a:cubicBezTo>
                  <a:cubicBezTo>
                    <a:pt x="1" y="1282"/>
                    <a:pt x="389" y="1328"/>
                    <a:pt x="389" y="1328"/>
                  </a:cubicBezTo>
                  <a:cubicBezTo>
                    <a:pt x="389" y="1328"/>
                    <a:pt x="1051" y="506"/>
                    <a:pt x="845" y="164"/>
                  </a:cubicBezTo>
                  <a:cubicBezTo>
                    <a:pt x="770" y="52"/>
                    <a:pt x="671" y="1"/>
                    <a:pt x="570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1"/>
            <p:cNvSpPr/>
            <p:nvPr/>
          </p:nvSpPr>
          <p:spPr>
            <a:xfrm>
              <a:off x="5615137" y="2678527"/>
              <a:ext cx="158763" cy="122742"/>
            </a:xfrm>
            <a:custGeom>
              <a:avLst/>
              <a:gdLst/>
              <a:ahLst/>
              <a:cxnLst/>
              <a:rect l="l" t="t" r="r" b="b"/>
              <a:pathLst>
                <a:path w="4954" h="3830" extrusionOk="0">
                  <a:moveTo>
                    <a:pt x="4405" y="1"/>
                  </a:moveTo>
                  <a:lnTo>
                    <a:pt x="183" y="1622"/>
                  </a:lnTo>
                  <a:cubicBezTo>
                    <a:pt x="0" y="2352"/>
                    <a:pt x="69" y="3242"/>
                    <a:pt x="91" y="3653"/>
                  </a:cubicBezTo>
                  <a:cubicBezTo>
                    <a:pt x="91" y="3774"/>
                    <a:pt x="170" y="3830"/>
                    <a:pt x="258" y="3830"/>
                  </a:cubicBezTo>
                  <a:cubicBezTo>
                    <a:pt x="286" y="3830"/>
                    <a:pt x="315" y="3824"/>
                    <a:pt x="342" y="3813"/>
                  </a:cubicBezTo>
                  <a:cubicBezTo>
                    <a:pt x="1301" y="3196"/>
                    <a:pt x="4771" y="1028"/>
                    <a:pt x="4862" y="914"/>
                  </a:cubicBezTo>
                  <a:cubicBezTo>
                    <a:pt x="4953" y="777"/>
                    <a:pt x="4405" y="1"/>
                    <a:pt x="4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1"/>
            <p:cNvSpPr/>
            <p:nvPr/>
          </p:nvSpPr>
          <p:spPr>
            <a:xfrm>
              <a:off x="5492230" y="2565876"/>
              <a:ext cx="37335" cy="56500"/>
            </a:xfrm>
            <a:custGeom>
              <a:avLst/>
              <a:gdLst/>
              <a:ahLst/>
              <a:cxnLst/>
              <a:rect l="l" t="t" r="r" b="b"/>
              <a:pathLst>
                <a:path w="1165" h="1763" extrusionOk="0">
                  <a:moveTo>
                    <a:pt x="457" y="1"/>
                  </a:moveTo>
                  <a:cubicBezTo>
                    <a:pt x="297" y="845"/>
                    <a:pt x="0" y="1462"/>
                    <a:pt x="46" y="1621"/>
                  </a:cubicBezTo>
                  <a:cubicBezTo>
                    <a:pt x="106" y="1732"/>
                    <a:pt x="330" y="1763"/>
                    <a:pt x="562" y="1763"/>
                  </a:cubicBezTo>
                  <a:cubicBezTo>
                    <a:pt x="857" y="1763"/>
                    <a:pt x="1164" y="1713"/>
                    <a:pt x="1164" y="1713"/>
                  </a:cubicBezTo>
                  <a:lnTo>
                    <a:pt x="457" y="1"/>
                  </a:ln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1"/>
            <p:cNvSpPr/>
            <p:nvPr/>
          </p:nvSpPr>
          <p:spPr>
            <a:xfrm>
              <a:off x="5501012" y="2571741"/>
              <a:ext cx="29291" cy="44194"/>
            </a:xfrm>
            <a:custGeom>
              <a:avLst/>
              <a:gdLst/>
              <a:ahLst/>
              <a:cxnLst/>
              <a:rect l="l" t="t" r="r" b="b"/>
              <a:pathLst>
                <a:path w="914" h="1379" extrusionOk="0">
                  <a:moveTo>
                    <a:pt x="366" y="0"/>
                  </a:moveTo>
                  <a:cubicBezTo>
                    <a:pt x="251" y="662"/>
                    <a:pt x="0" y="1142"/>
                    <a:pt x="46" y="1256"/>
                  </a:cubicBezTo>
                  <a:cubicBezTo>
                    <a:pt x="100" y="1353"/>
                    <a:pt x="297" y="1379"/>
                    <a:pt x="490" y="1379"/>
                  </a:cubicBezTo>
                  <a:cubicBezTo>
                    <a:pt x="705" y="1379"/>
                    <a:pt x="913" y="1347"/>
                    <a:pt x="913" y="1347"/>
                  </a:cubicBezTo>
                  <a:lnTo>
                    <a:pt x="366" y="0"/>
                  </a:ln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1"/>
            <p:cNvSpPr/>
            <p:nvPr/>
          </p:nvSpPr>
          <p:spPr>
            <a:xfrm>
              <a:off x="5611451" y="2791498"/>
              <a:ext cx="158667" cy="117486"/>
            </a:xfrm>
            <a:custGeom>
              <a:avLst/>
              <a:gdLst/>
              <a:ahLst/>
              <a:cxnLst/>
              <a:rect l="l" t="t" r="r" b="b"/>
              <a:pathLst>
                <a:path w="4951" h="3666" extrusionOk="0">
                  <a:moveTo>
                    <a:pt x="3287" y="1"/>
                  </a:moveTo>
                  <a:cubicBezTo>
                    <a:pt x="2580" y="1"/>
                    <a:pt x="1611" y="611"/>
                    <a:pt x="1" y="1726"/>
                  </a:cubicBezTo>
                  <a:lnTo>
                    <a:pt x="3972" y="3666"/>
                  </a:lnTo>
                  <a:lnTo>
                    <a:pt x="3972" y="3666"/>
                  </a:lnTo>
                  <a:cubicBezTo>
                    <a:pt x="3957" y="3648"/>
                    <a:pt x="4951" y="1311"/>
                    <a:pt x="4155" y="425"/>
                  </a:cubicBezTo>
                  <a:cubicBezTo>
                    <a:pt x="3898" y="138"/>
                    <a:pt x="3622" y="1"/>
                    <a:pt x="3287" y="1"/>
                  </a:cubicBezTo>
                  <a:close/>
                  <a:moveTo>
                    <a:pt x="3972" y="3666"/>
                  </a:moveTo>
                  <a:cubicBezTo>
                    <a:pt x="3972" y="3666"/>
                    <a:pt x="3972" y="3666"/>
                    <a:pt x="3973" y="3666"/>
                  </a:cubicBezTo>
                  <a:lnTo>
                    <a:pt x="3972" y="3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1"/>
            <p:cNvSpPr/>
            <p:nvPr/>
          </p:nvSpPr>
          <p:spPr>
            <a:xfrm>
              <a:off x="5611451" y="2791498"/>
              <a:ext cx="158667" cy="117486"/>
            </a:xfrm>
            <a:custGeom>
              <a:avLst/>
              <a:gdLst/>
              <a:ahLst/>
              <a:cxnLst/>
              <a:rect l="l" t="t" r="r" b="b"/>
              <a:pathLst>
                <a:path w="4951" h="3666" extrusionOk="0">
                  <a:moveTo>
                    <a:pt x="3287" y="1"/>
                  </a:moveTo>
                  <a:cubicBezTo>
                    <a:pt x="2580" y="1"/>
                    <a:pt x="1611" y="611"/>
                    <a:pt x="1" y="1726"/>
                  </a:cubicBezTo>
                  <a:lnTo>
                    <a:pt x="3972" y="3666"/>
                  </a:lnTo>
                  <a:lnTo>
                    <a:pt x="3972" y="3666"/>
                  </a:lnTo>
                  <a:cubicBezTo>
                    <a:pt x="3957" y="3648"/>
                    <a:pt x="4951" y="1311"/>
                    <a:pt x="4155" y="425"/>
                  </a:cubicBezTo>
                  <a:cubicBezTo>
                    <a:pt x="3898" y="138"/>
                    <a:pt x="3622" y="1"/>
                    <a:pt x="3287" y="1"/>
                  </a:cubicBezTo>
                  <a:close/>
                  <a:moveTo>
                    <a:pt x="3972" y="3666"/>
                  </a:moveTo>
                  <a:cubicBezTo>
                    <a:pt x="3972" y="3666"/>
                    <a:pt x="3972" y="3666"/>
                    <a:pt x="3973" y="3666"/>
                  </a:cubicBezTo>
                  <a:lnTo>
                    <a:pt x="3972" y="3666"/>
                  </a:ln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1"/>
            <p:cNvSpPr/>
            <p:nvPr/>
          </p:nvSpPr>
          <p:spPr>
            <a:xfrm>
              <a:off x="5374131" y="2813067"/>
              <a:ext cx="370501" cy="478117"/>
            </a:xfrm>
            <a:custGeom>
              <a:avLst/>
              <a:gdLst/>
              <a:ahLst/>
              <a:cxnLst/>
              <a:rect l="l" t="t" r="r" b="b"/>
              <a:pathLst>
                <a:path w="11561" h="14919" extrusionOk="0">
                  <a:moveTo>
                    <a:pt x="10416" y="0"/>
                  </a:moveTo>
                  <a:cubicBezTo>
                    <a:pt x="9532" y="0"/>
                    <a:pt x="7656" y="678"/>
                    <a:pt x="7269" y="1258"/>
                  </a:cubicBezTo>
                  <a:cubicBezTo>
                    <a:pt x="6379" y="2605"/>
                    <a:pt x="2544" y="8973"/>
                    <a:pt x="1083" y="11324"/>
                  </a:cubicBezTo>
                  <a:cubicBezTo>
                    <a:pt x="1" y="13064"/>
                    <a:pt x="2013" y="14918"/>
                    <a:pt x="3278" y="14918"/>
                  </a:cubicBezTo>
                  <a:cubicBezTo>
                    <a:pt x="3507" y="14918"/>
                    <a:pt x="3711" y="14858"/>
                    <a:pt x="3868" y="14725"/>
                  </a:cubicBezTo>
                  <a:cubicBezTo>
                    <a:pt x="4302" y="14337"/>
                    <a:pt x="6767" y="11050"/>
                    <a:pt x="7360" y="9544"/>
                  </a:cubicBezTo>
                  <a:cubicBezTo>
                    <a:pt x="7954" y="8014"/>
                    <a:pt x="11104" y="4294"/>
                    <a:pt x="11332" y="3198"/>
                  </a:cubicBezTo>
                  <a:cubicBezTo>
                    <a:pt x="11560" y="2126"/>
                    <a:pt x="11263" y="345"/>
                    <a:pt x="10784" y="71"/>
                  </a:cubicBezTo>
                  <a:cubicBezTo>
                    <a:pt x="10704" y="22"/>
                    <a:pt x="10576" y="0"/>
                    <a:pt x="104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1"/>
            <p:cNvSpPr/>
            <p:nvPr/>
          </p:nvSpPr>
          <p:spPr>
            <a:xfrm>
              <a:off x="5374131" y="2813067"/>
              <a:ext cx="370501" cy="478117"/>
            </a:xfrm>
            <a:custGeom>
              <a:avLst/>
              <a:gdLst/>
              <a:ahLst/>
              <a:cxnLst/>
              <a:rect l="l" t="t" r="r" b="b"/>
              <a:pathLst>
                <a:path w="11561" h="14919" extrusionOk="0">
                  <a:moveTo>
                    <a:pt x="10416" y="0"/>
                  </a:moveTo>
                  <a:cubicBezTo>
                    <a:pt x="9532" y="0"/>
                    <a:pt x="7656" y="678"/>
                    <a:pt x="7269" y="1258"/>
                  </a:cubicBezTo>
                  <a:cubicBezTo>
                    <a:pt x="6379" y="2605"/>
                    <a:pt x="2544" y="8973"/>
                    <a:pt x="1083" y="11324"/>
                  </a:cubicBezTo>
                  <a:cubicBezTo>
                    <a:pt x="1" y="13064"/>
                    <a:pt x="2013" y="14918"/>
                    <a:pt x="3278" y="14918"/>
                  </a:cubicBezTo>
                  <a:cubicBezTo>
                    <a:pt x="3507" y="14918"/>
                    <a:pt x="3711" y="14858"/>
                    <a:pt x="3868" y="14725"/>
                  </a:cubicBezTo>
                  <a:cubicBezTo>
                    <a:pt x="4302" y="14337"/>
                    <a:pt x="6767" y="11050"/>
                    <a:pt x="7360" y="9544"/>
                  </a:cubicBezTo>
                  <a:cubicBezTo>
                    <a:pt x="7954" y="8014"/>
                    <a:pt x="11104" y="4294"/>
                    <a:pt x="11332" y="3198"/>
                  </a:cubicBezTo>
                  <a:cubicBezTo>
                    <a:pt x="11560" y="2126"/>
                    <a:pt x="11263" y="345"/>
                    <a:pt x="10784" y="71"/>
                  </a:cubicBezTo>
                  <a:cubicBezTo>
                    <a:pt x="10704" y="22"/>
                    <a:pt x="10576" y="0"/>
                    <a:pt x="10416" y="0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1"/>
            <p:cNvSpPr/>
            <p:nvPr/>
          </p:nvSpPr>
          <p:spPr>
            <a:xfrm>
              <a:off x="5489314" y="2519085"/>
              <a:ext cx="102424" cy="67300"/>
            </a:xfrm>
            <a:custGeom>
              <a:avLst/>
              <a:gdLst/>
              <a:ahLst/>
              <a:cxnLst/>
              <a:rect l="l" t="t" r="r" b="b"/>
              <a:pathLst>
                <a:path w="3196" h="2100" extrusionOk="0">
                  <a:moveTo>
                    <a:pt x="2762" y="0"/>
                  </a:moveTo>
                  <a:lnTo>
                    <a:pt x="0" y="1461"/>
                  </a:lnTo>
                  <a:lnTo>
                    <a:pt x="137" y="1643"/>
                  </a:lnTo>
                  <a:lnTo>
                    <a:pt x="731" y="1370"/>
                  </a:lnTo>
                  <a:lnTo>
                    <a:pt x="1552" y="2100"/>
                  </a:lnTo>
                  <a:lnTo>
                    <a:pt x="3196" y="1187"/>
                  </a:lnTo>
                  <a:lnTo>
                    <a:pt x="27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1"/>
            <p:cNvSpPr/>
            <p:nvPr/>
          </p:nvSpPr>
          <p:spPr>
            <a:xfrm>
              <a:off x="5397847" y="2813131"/>
              <a:ext cx="300702" cy="408093"/>
            </a:xfrm>
            <a:custGeom>
              <a:avLst/>
              <a:gdLst/>
              <a:ahLst/>
              <a:cxnLst/>
              <a:rect l="l" t="t" r="r" b="b"/>
              <a:pathLst>
                <a:path w="9383" h="12734" extrusionOk="0">
                  <a:moveTo>
                    <a:pt x="9382" y="1"/>
                  </a:moveTo>
                  <a:lnTo>
                    <a:pt x="9382" y="1"/>
                  </a:lnTo>
                  <a:cubicBezTo>
                    <a:pt x="8446" y="115"/>
                    <a:pt x="6871" y="708"/>
                    <a:pt x="6506" y="1256"/>
                  </a:cubicBezTo>
                  <a:cubicBezTo>
                    <a:pt x="5616" y="2603"/>
                    <a:pt x="1758" y="8948"/>
                    <a:pt x="298" y="11322"/>
                  </a:cubicBezTo>
                  <a:cubicBezTo>
                    <a:pt x="115" y="11642"/>
                    <a:pt x="24" y="11961"/>
                    <a:pt x="1" y="12281"/>
                  </a:cubicBezTo>
                  <a:cubicBezTo>
                    <a:pt x="398" y="12564"/>
                    <a:pt x="847" y="12733"/>
                    <a:pt x="1230" y="12733"/>
                  </a:cubicBezTo>
                  <a:cubicBezTo>
                    <a:pt x="1463" y="12733"/>
                    <a:pt x="1671" y="12670"/>
                    <a:pt x="1827" y="12532"/>
                  </a:cubicBezTo>
                  <a:cubicBezTo>
                    <a:pt x="2283" y="12121"/>
                    <a:pt x="4703" y="8857"/>
                    <a:pt x="5296" y="7328"/>
                  </a:cubicBezTo>
                  <a:cubicBezTo>
                    <a:pt x="5936" y="5798"/>
                    <a:pt x="9063" y="2078"/>
                    <a:pt x="9291" y="1005"/>
                  </a:cubicBezTo>
                  <a:cubicBezTo>
                    <a:pt x="9359" y="708"/>
                    <a:pt x="9382" y="343"/>
                    <a:pt x="93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1"/>
            <p:cNvSpPr/>
            <p:nvPr/>
          </p:nvSpPr>
          <p:spPr>
            <a:xfrm>
              <a:off x="5549277" y="2491684"/>
              <a:ext cx="25638" cy="25862"/>
            </a:xfrm>
            <a:custGeom>
              <a:avLst/>
              <a:gdLst/>
              <a:ahLst/>
              <a:cxnLst/>
              <a:rect l="l" t="t" r="r" b="b"/>
              <a:pathLst>
                <a:path w="800" h="807" extrusionOk="0">
                  <a:moveTo>
                    <a:pt x="333" y="1"/>
                  </a:moveTo>
                  <a:cubicBezTo>
                    <a:pt x="306" y="1"/>
                    <a:pt x="278" y="4"/>
                    <a:pt x="252" y="11"/>
                  </a:cubicBezTo>
                  <a:cubicBezTo>
                    <a:pt x="92" y="79"/>
                    <a:pt x="1" y="307"/>
                    <a:pt x="69" y="513"/>
                  </a:cubicBezTo>
                  <a:cubicBezTo>
                    <a:pt x="124" y="697"/>
                    <a:pt x="268" y="806"/>
                    <a:pt x="418" y="806"/>
                  </a:cubicBezTo>
                  <a:cubicBezTo>
                    <a:pt x="454" y="806"/>
                    <a:pt x="490" y="800"/>
                    <a:pt x="526" y="787"/>
                  </a:cubicBezTo>
                  <a:cubicBezTo>
                    <a:pt x="731" y="764"/>
                    <a:pt x="800" y="535"/>
                    <a:pt x="731" y="307"/>
                  </a:cubicBezTo>
                  <a:cubicBezTo>
                    <a:pt x="653" y="112"/>
                    <a:pt x="492" y="1"/>
                    <a:pt x="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1"/>
            <p:cNvSpPr/>
            <p:nvPr/>
          </p:nvSpPr>
          <p:spPr>
            <a:xfrm>
              <a:off x="5539053" y="2490209"/>
              <a:ext cx="46853" cy="19389"/>
            </a:xfrm>
            <a:custGeom>
              <a:avLst/>
              <a:gdLst/>
              <a:ahLst/>
              <a:cxnLst/>
              <a:rect l="l" t="t" r="r" b="b"/>
              <a:pathLst>
                <a:path w="1462" h="605" extrusionOk="0">
                  <a:moveTo>
                    <a:pt x="926" y="1"/>
                  </a:moveTo>
                  <a:cubicBezTo>
                    <a:pt x="647" y="1"/>
                    <a:pt x="336" y="118"/>
                    <a:pt x="69" y="399"/>
                  </a:cubicBezTo>
                  <a:cubicBezTo>
                    <a:pt x="0" y="422"/>
                    <a:pt x="0" y="513"/>
                    <a:pt x="69" y="581"/>
                  </a:cubicBezTo>
                  <a:cubicBezTo>
                    <a:pt x="92" y="604"/>
                    <a:pt x="114" y="604"/>
                    <a:pt x="160" y="604"/>
                  </a:cubicBezTo>
                  <a:lnTo>
                    <a:pt x="251" y="604"/>
                  </a:lnTo>
                  <a:cubicBezTo>
                    <a:pt x="476" y="351"/>
                    <a:pt x="710" y="254"/>
                    <a:pt x="920" y="254"/>
                  </a:cubicBezTo>
                  <a:cubicBezTo>
                    <a:pt x="1051" y="254"/>
                    <a:pt x="1173" y="292"/>
                    <a:pt x="1278" y="353"/>
                  </a:cubicBezTo>
                  <a:cubicBezTo>
                    <a:pt x="1290" y="359"/>
                    <a:pt x="1304" y="362"/>
                    <a:pt x="1319" y="362"/>
                  </a:cubicBezTo>
                  <a:cubicBezTo>
                    <a:pt x="1365" y="362"/>
                    <a:pt x="1421" y="336"/>
                    <a:pt x="1438" y="285"/>
                  </a:cubicBezTo>
                  <a:cubicBezTo>
                    <a:pt x="1461" y="239"/>
                    <a:pt x="1438" y="148"/>
                    <a:pt x="1393" y="125"/>
                  </a:cubicBezTo>
                  <a:cubicBezTo>
                    <a:pt x="1261" y="46"/>
                    <a:pt x="1100" y="1"/>
                    <a:pt x="9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1"/>
            <p:cNvSpPr/>
            <p:nvPr/>
          </p:nvSpPr>
          <p:spPr>
            <a:xfrm>
              <a:off x="5492968" y="2525815"/>
              <a:ext cx="12466" cy="25318"/>
            </a:xfrm>
            <a:custGeom>
              <a:avLst/>
              <a:gdLst/>
              <a:ahLst/>
              <a:cxnLst/>
              <a:rect l="l" t="t" r="r" b="b"/>
              <a:pathLst>
                <a:path w="389" h="790" extrusionOk="0">
                  <a:moveTo>
                    <a:pt x="123" y="1"/>
                  </a:moveTo>
                  <a:cubicBezTo>
                    <a:pt x="110" y="1"/>
                    <a:pt x="100" y="6"/>
                    <a:pt x="92" y="18"/>
                  </a:cubicBezTo>
                  <a:cubicBezTo>
                    <a:pt x="0" y="41"/>
                    <a:pt x="0" y="269"/>
                    <a:pt x="46" y="475"/>
                  </a:cubicBezTo>
                  <a:cubicBezTo>
                    <a:pt x="102" y="663"/>
                    <a:pt x="205" y="789"/>
                    <a:pt x="265" y="789"/>
                  </a:cubicBezTo>
                  <a:cubicBezTo>
                    <a:pt x="278" y="789"/>
                    <a:pt x="289" y="784"/>
                    <a:pt x="297" y="772"/>
                  </a:cubicBezTo>
                  <a:cubicBezTo>
                    <a:pt x="388" y="749"/>
                    <a:pt x="388" y="543"/>
                    <a:pt x="343" y="315"/>
                  </a:cubicBezTo>
                  <a:cubicBezTo>
                    <a:pt x="286" y="127"/>
                    <a:pt x="183" y="1"/>
                    <a:pt x="1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1"/>
            <p:cNvSpPr/>
            <p:nvPr/>
          </p:nvSpPr>
          <p:spPr>
            <a:xfrm>
              <a:off x="5487103" y="2524886"/>
              <a:ext cx="17594" cy="22017"/>
            </a:xfrm>
            <a:custGeom>
              <a:avLst/>
              <a:gdLst/>
              <a:ahLst/>
              <a:cxnLst/>
              <a:rect l="l" t="t" r="r" b="b"/>
              <a:pathLst>
                <a:path w="549" h="687" extrusionOk="0">
                  <a:moveTo>
                    <a:pt x="374" y="1"/>
                  </a:moveTo>
                  <a:cubicBezTo>
                    <a:pt x="260" y="1"/>
                    <a:pt x="131" y="142"/>
                    <a:pt x="23" y="481"/>
                  </a:cubicBezTo>
                  <a:cubicBezTo>
                    <a:pt x="1" y="549"/>
                    <a:pt x="1" y="618"/>
                    <a:pt x="23" y="664"/>
                  </a:cubicBezTo>
                  <a:cubicBezTo>
                    <a:pt x="23" y="686"/>
                    <a:pt x="69" y="686"/>
                    <a:pt x="69" y="686"/>
                  </a:cubicBezTo>
                  <a:lnTo>
                    <a:pt x="115" y="686"/>
                  </a:lnTo>
                  <a:cubicBezTo>
                    <a:pt x="195" y="399"/>
                    <a:pt x="308" y="290"/>
                    <a:pt x="393" y="290"/>
                  </a:cubicBezTo>
                  <a:cubicBezTo>
                    <a:pt x="429" y="290"/>
                    <a:pt x="459" y="310"/>
                    <a:pt x="480" y="344"/>
                  </a:cubicBezTo>
                  <a:cubicBezTo>
                    <a:pt x="526" y="344"/>
                    <a:pt x="548" y="321"/>
                    <a:pt x="548" y="276"/>
                  </a:cubicBezTo>
                  <a:cubicBezTo>
                    <a:pt x="548" y="207"/>
                    <a:pt x="548" y="116"/>
                    <a:pt x="526" y="93"/>
                  </a:cubicBezTo>
                  <a:cubicBezTo>
                    <a:pt x="481" y="34"/>
                    <a:pt x="429" y="1"/>
                    <a:pt x="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1"/>
            <p:cNvSpPr/>
            <p:nvPr/>
          </p:nvSpPr>
          <p:spPr>
            <a:xfrm>
              <a:off x="5526619" y="2469282"/>
              <a:ext cx="57814" cy="25670"/>
            </a:xfrm>
            <a:custGeom>
              <a:avLst/>
              <a:gdLst/>
              <a:ahLst/>
              <a:cxnLst/>
              <a:rect l="l" t="t" r="r" b="b"/>
              <a:pathLst>
                <a:path w="1804" h="801" extrusionOk="0">
                  <a:moveTo>
                    <a:pt x="913" y="1"/>
                  </a:moveTo>
                  <a:cubicBezTo>
                    <a:pt x="387" y="1"/>
                    <a:pt x="0" y="299"/>
                    <a:pt x="0" y="299"/>
                  </a:cubicBezTo>
                  <a:lnTo>
                    <a:pt x="343" y="801"/>
                  </a:lnTo>
                  <a:cubicBezTo>
                    <a:pt x="818" y="421"/>
                    <a:pt x="1237" y="355"/>
                    <a:pt x="1493" y="355"/>
                  </a:cubicBezTo>
                  <a:cubicBezTo>
                    <a:pt x="1627" y="355"/>
                    <a:pt x="1716" y="373"/>
                    <a:pt x="1747" y="373"/>
                  </a:cubicBezTo>
                  <a:cubicBezTo>
                    <a:pt x="1756" y="373"/>
                    <a:pt x="1760" y="371"/>
                    <a:pt x="1758" y="367"/>
                  </a:cubicBezTo>
                  <a:lnTo>
                    <a:pt x="1803" y="321"/>
                  </a:lnTo>
                  <a:cubicBezTo>
                    <a:pt x="1492" y="80"/>
                    <a:pt x="1184" y="1"/>
                    <a:pt x="9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1"/>
            <p:cNvSpPr/>
            <p:nvPr/>
          </p:nvSpPr>
          <p:spPr>
            <a:xfrm>
              <a:off x="5463707" y="2497869"/>
              <a:ext cx="38072" cy="35124"/>
            </a:xfrm>
            <a:custGeom>
              <a:avLst/>
              <a:gdLst/>
              <a:ahLst/>
              <a:cxnLst/>
              <a:rect l="l" t="t" r="r" b="b"/>
              <a:pathLst>
                <a:path w="1188" h="1096" extrusionOk="0">
                  <a:moveTo>
                    <a:pt x="890" y="0"/>
                  </a:moveTo>
                  <a:cubicBezTo>
                    <a:pt x="890" y="0"/>
                    <a:pt x="0" y="274"/>
                    <a:pt x="571" y="1073"/>
                  </a:cubicBezTo>
                  <a:lnTo>
                    <a:pt x="616" y="1096"/>
                  </a:lnTo>
                  <a:cubicBezTo>
                    <a:pt x="616" y="1096"/>
                    <a:pt x="480" y="662"/>
                    <a:pt x="1187" y="479"/>
                  </a:cubicBezTo>
                  <a:lnTo>
                    <a:pt x="8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1"/>
            <p:cNvSpPr/>
            <p:nvPr/>
          </p:nvSpPr>
          <p:spPr>
            <a:xfrm>
              <a:off x="5517837" y="2526392"/>
              <a:ext cx="66595" cy="52686"/>
            </a:xfrm>
            <a:custGeom>
              <a:avLst/>
              <a:gdLst/>
              <a:ahLst/>
              <a:cxnLst/>
              <a:rect l="l" t="t" r="r" b="b"/>
              <a:pathLst>
                <a:path w="2078" h="1644" extrusionOk="0">
                  <a:moveTo>
                    <a:pt x="1735" y="0"/>
                  </a:moveTo>
                  <a:lnTo>
                    <a:pt x="0" y="959"/>
                  </a:lnTo>
                  <a:lnTo>
                    <a:pt x="754" y="1644"/>
                  </a:lnTo>
                  <a:lnTo>
                    <a:pt x="2077" y="913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1"/>
            <p:cNvSpPr/>
            <p:nvPr/>
          </p:nvSpPr>
          <p:spPr>
            <a:xfrm>
              <a:off x="5518574" y="2615263"/>
              <a:ext cx="70248" cy="38040"/>
            </a:xfrm>
            <a:custGeom>
              <a:avLst/>
              <a:gdLst/>
              <a:ahLst/>
              <a:cxnLst/>
              <a:rect l="l" t="t" r="r" b="b"/>
              <a:pathLst>
                <a:path w="2192" h="1187" extrusionOk="0">
                  <a:moveTo>
                    <a:pt x="686" y="0"/>
                  </a:moveTo>
                  <a:cubicBezTo>
                    <a:pt x="667" y="0"/>
                    <a:pt x="651" y="4"/>
                    <a:pt x="639" y="12"/>
                  </a:cubicBezTo>
                  <a:cubicBezTo>
                    <a:pt x="457" y="149"/>
                    <a:pt x="548" y="423"/>
                    <a:pt x="548" y="423"/>
                  </a:cubicBezTo>
                  <a:cubicBezTo>
                    <a:pt x="548" y="423"/>
                    <a:pt x="137" y="446"/>
                    <a:pt x="114" y="560"/>
                  </a:cubicBezTo>
                  <a:cubicBezTo>
                    <a:pt x="69" y="697"/>
                    <a:pt x="0" y="1130"/>
                    <a:pt x="639" y="1153"/>
                  </a:cubicBezTo>
                  <a:cubicBezTo>
                    <a:pt x="731" y="1176"/>
                    <a:pt x="836" y="1186"/>
                    <a:pt x="952" y="1186"/>
                  </a:cubicBezTo>
                  <a:cubicBezTo>
                    <a:pt x="1301" y="1186"/>
                    <a:pt x="1746" y="1096"/>
                    <a:pt x="2191" y="993"/>
                  </a:cubicBezTo>
                  <a:cubicBezTo>
                    <a:pt x="2191" y="993"/>
                    <a:pt x="996" y="0"/>
                    <a:pt x="6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1"/>
            <p:cNvSpPr/>
            <p:nvPr/>
          </p:nvSpPr>
          <p:spPr>
            <a:xfrm>
              <a:off x="5533926" y="2633883"/>
              <a:ext cx="41726" cy="32240"/>
            </a:xfrm>
            <a:custGeom>
              <a:avLst/>
              <a:gdLst/>
              <a:ahLst/>
              <a:cxnLst/>
              <a:rect l="l" t="t" r="r" b="b"/>
              <a:pathLst>
                <a:path w="1302" h="1006" extrusionOk="0">
                  <a:moveTo>
                    <a:pt x="793" y="1"/>
                  </a:moveTo>
                  <a:cubicBezTo>
                    <a:pt x="787" y="1"/>
                    <a:pt x="782" y="1"/>
                    <a:pt x="777" y="2"/>
                  </a:cubicBezTo>
                  <a:cubicBezTo>
                    <a:pt x="434" y="70"/>
                    <a:pt x="23" y="344"/>
                    <a:pt x="0" y="549"/>
                  </a:cubicBezTo>
                  <a:lnTo>
                    <a:pt x="320" y="1006"/>
                  </a:lnTo>
                  <a:lnTo>
                    <a:pt x="1301" y="412"/>
                  </a:lnTo>
                  <a:cubicBezTo>
                    <a:pt x="1301" y="412"/>
                    <a:pt x="998" y="1"/>
                    <a:pt x="7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1"/>
            <p:cNvSpPr/>
            <p:nvPr/>
          </p:nvSpPr>
          <p:spPr>
            <a:xfrm>
              <a:off x="5534983" y="2645869"/>
              <a:ext cx="54577" cy="32304"/>
            </a:xfrm>
            <a:custGeom>
              <a:avLst/>
              <a:gdLst/>
              <a:ahLst/>
              <a:cxnLst/>
              <a:rect l="l" t="t" r="r" b="b"/>
              <a:pathLst>
                <a:path w="1703" h="1008" extrusionOk="0">
                  <a:moveTo>
                    <a:pt x="1312" y="0"/>
                  </a:moveTo>
                  <a:cubicBezTo>
                    <a:pt x="690" y="0"/>
                    <a:pt x="157" y="439"/>
                    <a:pt x="82" y="609"/>
                  </a:cubicBezTo>
                  <a:cubicBezTo>
                    <a:pt x="0" y="772"/>
                    <a:pt x="228" y="1008"/>
                    <a:pt x="359" y="1008"/>
                  </a:cubicBezTo>
                  <a:cubicBezTo>
                    <a:pt x="375" y="1008"/>
                    <a:pt x="389" y="1004"/>
                    <a:pt x="401" y="997"/>
                  </a:cubicBezTo>
                  <a:cubicBezTo>
                    <a:pt x="538" y="929"/>
                    <a:pt x="1702" y="61"/>
                    <a:pt x="1702" y="61"/>
                  </a:cubicBezTo>
                  <a:cubicBezTo>
                    <a:pt x="1571" y="19"/>
                    <a:pt x="1440" y="0"/>
                    <a:pt x="13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1"/>
            <p:cNvSpPr/>
            <p:nvPr/>
          </p:nvSpPr>
          <p:spPr>
            <a:xfrm>
              <a:off x="5135979" y="2844410"/>
              <a:ext cx="130241" cy="108481"/>
            </a:xfrm>
            <a:custGeom>
              <a:avLst/>
              <a:gdLst/>
              <a:ahLst/>
              <a:cxnLst/>
              <a:rect l="l" t="t" r="r" b="b"/>
              <a:pathLst>
                <a:path w="4064" h="3385" extrusionOk="0">
                  <a:moveTo>
                    <a:pt x="1742" y="0"/>
                  </a:moveTo>
                  <a:cubicBezTo>
                    <a:pt x="1707" y="0"/>
                    <a:pt x="1675" y="2"/>
                    <a:pt x="1644" y="6"/>
                  </a:cubicBezTo>
                  <a:cubicBezTo>
                    <a:pt x="1096" y="52"/>
                    <a:pt x="115" y="737"/>
                    <a:pt x="69" y="828"/>
                  </a:cubicBezTo>
                  <a:cubicBezTo>
                    <a:pt x="0" y="919"/>
                    <a:pt x="389" y="2563"/>
                    <a:pt x="662" y="2859"/>
                  </a:cubicBezTo>
                  <a:cubicBezTo>
                    <a:pt x="959" y="3133"/>
                    <a:pt x="1918" y="2768"/>
                    <a:pt x="2945" y="3384"/>
                  </a:cubicBezTo>
                  <a:cubicBezTo>
                    <a:pt x="2945" y="3384"/>
                    <a:pt x="4063" y="2083"/>
                    <a:pt x="3653" y="1284"/>
                  </a:cubicBezTo>
                  <a:cubicBezTo>
                    <a:pt x="3266" y="511"/>
                    <a:pt x="2292" y="0"/>
                    <a:pt x="1742" y="0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1"/>
            <p:cNvSpPr/>
            <p:nvPr/>
          </p:nvSpPr>
          <p:spPr>
            <a:xfrm>
              <a:off x="5039416" y="2828514"/>
              <a:ext cx="158763" cy="42335"/>
            </a:xfrm>
            <a:custGeom>
              <a:avLst/>
              <a:gdLst/>
              <a:ahLst/>
              <a:cxnLst/>
              <a:rect l="l" t="t" r="r" b="b"/>
              <a:pathLst>
                <a:path w="4954" h="1321" extrusionOk="0">
                  <a:moveTo>
                    <a:pt x="455" y="1"/>
                  </a:moveTo>
                  <a:cubicBezTo>
                    <a:pt x="274" y="1"/>
                    <a:pt x="158" y="14"/>
                    <a:pt x="137" y="46"/>
                  </a:cubicBezTo>
                  <a:cubicBezTo>
                    <a:pt x="1" y="228"/>
                    <a:pt x="1" y="388"/>
                    <a:pt x="389" y="502"/>
                  </a:cubicBezTo>
                  <a:cubicBezTo>
                    <a:pt x="799" y="571"/>
                    <a:pt x="3219" y="1004"/>
                    <a:pt x="3447" y="1255"/>
                  </a:cubicBezTo>
                  <a:cubicBezTo>
                    <a:pt x="3482" y="1301"/>
                    <a:pt x="3538" y="1320"/>
                    <a:pt x="3609" y="1320"/>
                  </a:cubicBezTo>
                  <a:cubicBezTo>
                    <a:pt x="3998" y="1320"/>
                    <a:pt x="4817" y="731"/>
                    <a:pt x="4817" y="731"/>
                  </a:cubicBezTo>
                  <a:lnTo>
                    <a:pt x="4954" y="616"/>
                  </a:lnTo>
                  <a:cubicBezTo>
                    <a:pt x="4509" y="423"/>
                    <a:pt x="1461" y="1"/>
                    <a:pt x="455" y="1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1"/>
            <p:cNvSpPr/>
            <p:nvPr/>
          </p:nvSpPr>
          <p:spPr>
            <a:xfrm>
              <a:off x="5138895" y="2864985"/>
              <a:ext cx="75953" cy="42335"/>
            </a:xfrm>
            <a:custGeom>
              <a:avLst/>
              <a:gdLst/>
              <a:ahLst/>
              <a:cxnLst/>
              <a:rect l="l" t="t" r="r" b="b"/>
              <a:pathLst>
                <a:path w="2370" h="1321" extrusionOk="0">
                  <a:moveTo>
                    <a:pt x="1443" y="0"/>
                  </a:moveTo>
                  <a:cubicBezTo>
                    <a:pt x="1416" y="0"/>
                    <a:pt x="1392" y="1"/>
                    <a:pt x="1370" y="3"/>
                  </a:cubicBezTo>
                  <a:cubicBezTo>
                    <a:pt x="1119" y="49"/>
                    <a:pt x="92" y="323"/>
                    <a:pt x="69" y="802"/>
                  </a:cubicBezTo>
                  <a:cubicBezTo>
                    <a:pt x="69" y="802"/>
                    <a:pt x="1" y="1190"/>
                    <a:pt x="229" y="1304"/>
                  </a:cubicBezTo>
                  <a:cubicBezTo>
                    <a:pt x="249" y="1315"/>
                    <a:pt x="269" y="1320"/>
                    <a:pt x="290" y="1320"/>
                  </a:cubicBezTo>
                  <a:cubicBezTo>
                    <a:pt x="530" y="1320"/>
                    <a:pt x="884" y="686"/>
                    <a:pt x="2036" y="686"/>
                  </a:cubicBezTo>
                  <a:cubicBezTo>
                    <a:pt x="2072" y="686"/>
                    <a:pt x="2109" y="687"/>
                    <a:pt x="2146" y="688"/>
                  </a:cubicBezTo>
                  <a:cubicBezTo>
                    <a:pt x="2154" y="691"/>
                    <a:pt x="2162" y="693"/>
                    <a:pt x="2170" y="693"/>
                  </a:cubicBezTo>
                  <a:cubicBezTo>
                    <a:pt x="2276" y="693"/>
                    <a:pt x="2370" y="424"/>
                    <a:pt x="2306" y="254"/>
                  </a:cubicBezTo>
                  <a:cubicBezTo>
                    <a:pt x="2285" y="108"/>
                    <a:pt x="1730" y="0"/>
                    <a:pt x="1443" y="0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1"/>
            <p:cNvSpPr/>
            <p:nvPr/>
          </p:nvSpPr>
          <p:spPr>
            <a:xfrm>
              <a:off x="5146939" y="2893605"/>
              <a:ext cx="72331" cy="37239"/>
            </a:xfrm>
            <a:custGeom>
              <a:avLst/>
              <a:gdLst/>
              <a:ahLst/>
              <a:cxnLst/>
              <a:rect l="l" t="t" r="r" b="b"/>
              <a:pathLst>
                <a:path w="2257" h="1162" extrusionOk="0">
                  <a:moveTo>
                    <a:pt x="1233" y="1"/>
                  </a:moveTo>
                  <a:cubicBezTo>
                    <a:pt x="982" y="1"/>
                    <a:pt x="1" y="183"/>
                    <a:pt x="47" y="662"/>
                  </a:cubicBezTo>
                  <a:cubicBezTo>
                    <a:pt x="47" y="662"/>
                    <a:pt x="47" y="1005"/>
                    <a:pt x="298" y="1142"/>
                  </a:cubicBezTo>
                  <a:cubicBezTo>
                    <a:pt x="322" y="1155"/>
                    <a:pt x="345" y="1161"/>
                    <a:pt x="368" y="1161"/>
                  </a:cubicBezTo>
                  <a:cubicBezTo>
                    <a:pt x="567" y="1161"/>
                    <a:pt x="770" y="722"/>
                    <a:pt x="1829" y="722"/>
                  </a:cubicBezTo>
                  <a:cubicBezTo>
                    <a:pt x="1914" y="722"/>
                    <a:pt x="2004" y="725"/>
                    <a:pt x="2101" y="731"/>
                  </a:cubicBezTo>
                  <a:cubicBezTo>
                    <a:pt x="2110" y="735"/>
                    <a:pt x="2119" y="736"/>
                    <a:pt x="2127" y="736"/>
                  </a:cubicBezTo>
                  <a:cubicBezTo>
                    <a:pt x="2222" y="736"/>
                    <a:pt x="2257" y="511"/>
                    <a:pt x="2215" y="343"/>
                  </a:cubicBezTo>
                  <a:cubicBezTo>
                    <a:pt x="2124" y="183"/>
                    <a:pt x="1485" y="1"/>
                    <a:pt x="1233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1"/>
            <p:cNvSpPr/>
            <p:nvPr/>
          </p:nvSpPr>
          <p:spPr>
            <a:xfrm>
              <a:off x="5190109" y="2788197"/>
              <a:ext cx="95854" cy="96655"/>
            </a:xfrm>
            <a:custGeom>
              <a:avLst/>
              <a:gdLst/>
              <a:ahLst/>
              <a:cxnLst/>
              <a:rect l="l" t="t" r="r" b="b"/>
              <a:pathLst>
                <a:path w="2991" h="3016" extrusionOk="0">
                  <a:moveTo>
                    <a:pt x="2556" y="1"/>
                  </a:moveTo>
                  <a:cubicBezTo>
                    <a:pt x="2344" y="1"/>
                    <a:pt x="2079" y="120"/>
                    <a:pt x="1941" y="231"/>
                  </a:cubicBezTo>
                  <a:cubicBezTo>
                    <a:pt x="1712" y="414"/>
                    <a:pt x="1" y="1806"/>
                    <a:pt x="1" y="1806"/>
                  </a:cubicBezTo>
                  <a:cubicBezTo>
                    <a:pt x="1" y="1806"/>
                    <a:pt x="1187" y="2902"/>
                    <a:pt x="1941" y="3016"/>
                  </a:cubicBezTo>
                  <a:cubicBezTo>
                    <a:pt x="1941" y="3016"/>
                    <a:pt x="1895" y="1829"/>
                    <a:pt x="2055" y="1327"/>
                  </a:cubicBezTo>
                  <a:cubicBezTo>
                    <a:pt x="2260" y="687"/>
                    <a:pt x="2991" y="551"/>
                    <a:pt x="2854" y="185"/>
                  </a:cubicBezTo>
                  <a:cubicBezTo>
                    <a:pt x="2809" y="51"/>
                    <a:pt x="2694" y="1"/>
                    <a:pt x="2556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1"/>
            <p:cNvSpPr/>
            <p:nvPr/>
          </p:nvSpPr>
          <p:spPr>
            <a:xfrm>
              <a:off x="5130851" y="2778518"/>
              <a:ext cx="36598" cy="113640"/>
            </a:xfrm>
            <a:custGeom>
              <a:avLst/>
              <a:gdLst/>
              <a:ahLst/>
              <a:cxnLst/>
              <a:rect l="l" t="t" r="r" b="b"/>
              <a:pathLst>
                <a:path w="1142" h="3546" extrusionOk="0">
                  <a:moveTo>
                    <a:pt x="570" y="1"/>
                  </a:moveTo>
                  <a:cubicBezTo>
                    <a:pt x="488" y="1"/>
                    <a:pt x="392" y="57"/>
                    <a:pt x="297" y="168"/>
                  </a:cubicBezTo>
                  <a:cubicBezTo>
                    <a:pt x="46" y="464"/>
                    <a:pt x="1" y="2861"/>
                    <a:pt x="366" y="3546"/>
                  </a:cubicBezTo>
                  <a:cubicBezTo>
                    <a:pt x="366" y="3546"/>
                    <a:pt x="1028" y="3318"/>
                    <a:pt x="1142" y="2884"/>
                  </a:cubicBezTo>
                  <a:cubicBezTo>
                    <a:pt x="640" y="2564"/>
                    <a:pt x="800" y="1195"/>
                    <a:pt x="822" y="601"/>
                  </a:cubicBezTo>
                  <a:cubicBezTo>
                    <a:pt x="837" y="199"/>
                    <a:pt x="726" y="1"/>
                    <a:pt x="570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1"/>
            <p:cNvSpPr/>
            <p:nvPr/>
          </p:nvSpPr>
          <p:spPr>
            <a:xfrm>
              <a:off x="5168155" y="5030346"/>
              <a:ext cx="221673" cy="91880"/>
            </a:xfrm>
            <a:custGeom>
              <a:avLst/>
              <a:gdLst/>
              <a:ahLst/>
              <a:cxnLst/>
              <a:rect l="l" t="t" r="r" b="b"/>
              <a:pathLst>
                <a:path w="6917" h="2867" extrusionOk="0">
                  <a:moveTo>
                    <a:pt x="6506" y="1"/>
                  </a:moveTo>
                  <a:cubicBezTo>
                    <a:pt x="6072" y="69"/>
                    <a:pt x="5776" y="229"/>
                    <a:pt x="5776" y="229"/>
                  </a:cubicBezTo>
                  <a:cubicBezTo>
                    <a:pt x="5776" y="229"/>
                    <a:pt x="4087" y="1873"/>
                    <a:pt x="1872" y="2146"/>
                  </a:cubicBezTo>
                  <a:cubicBezTo>
                    <a:pt x="571" y="2329"/>
                    <a:pt x="138" y="2603"/>
                    <a:pt x="1" y="2808"/>
                  </a:cubicBezTo>
                  <a:cubicBezTo>
                    <a:pt x="405" y="2837"/>
                    <a:pt x="827" y="2866"/>
                    <a:pt x="1262" y="2866"/>
                  </a:cubicBezTo>
                  <a:cubicBezTo>
                    <a:pt x="1515" y="2866"/>
                    <a:pt x="1772" y="2856"/>
                    <a:pt x="2032" y="2831"/>
                  </a:cubicBezTo>
                  <a:cubicBezTo>
                    <a:pt x="4748" y="2671"/>
                    <a:pt x="6917" y="1667"/>
                    <a:pt x="6826" y="617"/>
                  </a:cubicBezTo>
                  <a:cubicBezTo>
                    <a:pt x="6826" y="389"/>
                    <a:pt x="6689" y="184"/>
                    <a:pt x="6506" y="1"/>
                  </a:cubicBezTo>
                  <a:close/>
                </a:path>
              </a:pathLst>
            </a:custGeom>
            <a:solidFill>
              <a:srgbClr val="FFFFFF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45"/>
          <p:cNvSpPr txBox="1">
            <a:spLocks noGrp="1"/>
          </p:cNvSpPr>
          <p:nvPr>
            <p:ph type="title"/>
          </p:nvPr>
        </p:nvSpPr>
        <p:spPr>
          <a:xfrm>
            <a:off x="469748" y="1902600"/>
            <a:ext cx="4443002" cy="13545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abuela</a:t>
            </a:r>
            <a:endParaRPr/>
          </a:p>
        </p:txBody>
      </p:sp>
      <p:sp>
        <p:nvSpPr>
          <p:cNvPr id="1828" name="Google Shape;1828;p45"/>
          <p:cNvSpPr txBox="1">
            <a:spLocks noGrp="1"/>
          </p:cNvSpPr>
          <p:nvPr>
            <p:ph type="title" idx="2"/>
          </p:nvPr>
        </p:nvSpPr>
        <p:spPr>
          <a:xfrm>
            <a:off x="720025" y="1285500"/>
            <a:ext cx="3960000" cy="7695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854" name="Google Shape;1854;p45"/>
          <p:cNvGrpSpPr/>
          <p:nvPr/>
        </p:nvGrpSpPr>
        <p:grpSpPr>
          <a:xfrm>
            <a:off x="5531444" y="2249049"/>
            <a:ext cx="3181693" cy="2742039"/>
            <a:chOff x="5531444" y="2249049"/>
            <a:chExt cx="3181693" cy="2742039"/>
          </a:xfrm>
        </p:grpSpPr>
        <p:grpSp>
          <p:nvGrpSpPr>
            <p:cNvPr id="1855" name="Google Shape;1855;p45"/>
            <p:cNvGrpSpPr/>
            <p:nvPr/>
          </p:nvGrpSpPr>
          <p:grpSpPr>
            <a:xfrm>
              <a:off x="6878653" y="3380565"/>
              <a:ext cx="992631" cy="1587703"/>
              <a:chOff x="5077278" y="1651250"/>
              <a:chExt cx="926861" cy="1484334"/>
            </a:xfrm>
          </p:grpSpPr>
          <p:sp>
            <p:nvSpPr>
              <p:cNvPr id="1856" name="Google Shape;1856;p45"/>
              <p:cNvSpPr/>
              <p:nvPr/>
            </p:nvSpPr>
            <p:spPr>
              <a:xfrm>
                <a:off x="5511501" y="2534698"/>
                <a:ext cx="76032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28277" extrusionOk="0">
                    <a:moveTo>
                      <a:pt x="0" y="0"/>
                    </a:moveTo>
                    <a:lnTo>
                      <a:pt x="2462" y="28276"/>
                    </a:lnTo>
                    <a:lnTo>
                      <a:pt x="3578" y="28276"/>
                    </a:lnTo>
                    <a:lnTo>
                      <a:pt x="19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45"/>
              <p:cNvSpPr/>
              <p:nvPr/>
            </p:nvSpPr>
            <p:spPr>
              <a:xfrm>
                <a:off x="5114976" y="2651467"/>
                <a:ext cx="664126" cy="13388"/>
              </a:xfrm>
              <a:custGeom>
                <a:avLst/>
                <a:gdLst/>
                <a:ahLst/>
                <a:cxnLst/>
                <a:rect l="l" t="t" r="r" b="b"/>
                <a:pathLst>
                  <a:path w="31253" h="630" extrusionOk="0">
                    <a:moveTo>
                      <a:pt x="1" y="0"/>
                    </a:moveTo>
                    <a:lnTo>
                      <a:pt x="1" y="630"/>
                    </a:lnTo>
                    <a:lnTo>
                      <a:pt x="31253" y="630"/>
                    </a:lnTo>
                    <a:lnTo>
                      <a:pt x="312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45"/>
              <p:cNvSpPr/>
              <p:nvPr/>
            </p:nvSpPr>
            <p:spPr>
              <a:xfrm>
                <a:off x="5332703" y="2534698"/>
                <a:ext cx="66300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28277" extrusionOk="0">
                    <a:moveTo>
                      <a:pt x="1117" y="0"/>
                    </a:moveTo>
                    <a:lnTo>
                      <a:pt x="0" y="28276"/>
                    </a:lnTo>
                    <a:lnTo>
                      <a:pt x="1117" y="28276"/>
                    </a:lnTo>
                    <a:lnTo>
                      <a:pt x="312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45"/>
              <p:cNvSpPr/>
              <p:nvPr/>
            </p:nvSpPr>
            <p:spPr>
              <a:xfrm>
                <a:off x="5284041" y="1651250"/>
                <a:ext cx="720099" cy="876775"/>
              </a:xfrm>
              <a:custGeom>
                <a:avLst/>
                <a:gdLst/>
                <a:ahLst/>
                <a:cxnLst/>
                <a:rect l="l" t="t" r="r" b="b"/>
                <a:pathLst>
                  <a:path w="33887" h="41260" extrusionOk="0">
                    <a:moveTo>
                      <a:pt x="24041" y="0"/>
                    </a:moveTo>
                    <a:cubicBezTo>
                      <a:pt x="18486" y="0"/>
                      <a:pt x="12405" y="595"/>
                      <a:pt x="11735" y="1250"/>
                    </a:cubicBezTo>
                    <a:cubicBezTo>
                      <a:pt x="7986" y="4884"/>
                      <a:pt x="1" y="41231"/>
                      <a:pt x="1" y="41259"/>
                    </a:cubicBezTo>
                    <a:lnTo>
                      <a:pt x="23669" y="41088"/>
                    </a:lnTo>
                    <a:cubicBezTo>
                      <a:pt x="25930" y="32674"/>
                      <a:pt x="33886" y="2910"/>
                      <a:pt x="33400" y="1565"/>
                    </a:cubicBezTo>
                    <a:cubicBezTo>
                      <a:pt x="32969" y="417"/>
                      <a:pt x="28689" y="0"/>
                      <a:pt x="240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45"/>
              <p:cNvSpPr/>
              <p:nvPr/>
            </p:nvSpPr>
            <p:spPr>
              <a:xfrm>
                <a:off x="5511501" y="2534698"/>
                <a:ext cx="76032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28277" extrusionOk="0">
                    <a:moveTo>
                      <a:pt x="0" y="0"/>
                    </a:moveTo>
                    <a:lnTo>
                      <a:pt x="2462" y="28276"/>
                    </a:lnTo>
                    <a:lnTo>
                      <a:pt x="3578" y="28276"/>
                    </a:lnTo>
                    <a:lnTo>
                      <a:pt x="1975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45"/>
              <p:cNvSpPr/>
              <p:nvPr/>
            </p:nvSpPr>
            <p:spPr>
              <a:xfrm>
                <a:off x="5114976" y="2651467"/>
                <a:ext cx="664126" cy="13388"/>
              </a:xfrm>
              <a:custGeom>
                <a:avLst/>
                <a:gdLst/>
                <a:ahLst/>
                <a:cxnLst/>
                <a:rect l="l" t="t" r="r" b="b"/>
                <a:pathLst>
                  <a:path w="31253" h="630" extrusionOk="0">
                    <a:moveTo>
                      <a:pt x="1" y="0"/>
                    </a:moveTo>
                    <a:lnTo>
                      <a:pt x="1" y="630"/>
                    </a:lnTo>
                    <a:lnTo>
                      <a:pt x="31253" y="630"/>
                    </a:lnTo>
                    <a:lnTo>
                      <a:pt x="31253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45"/>
              <p:cNvSpPr/>
              <p:nvPr/>
            </p:nvSpPr>
            <p:spPr>
              <a:xfrm>
                <a:off x="5284041" y="1651250"/>
                <a:ext cx="720099" cy="876775"/>
              </a:xfrm>
              <a:custGeom>
                <a:avLst/>
                <a:gdLst/>
                <a:ahLst/>
                <a:cxnLst/>
                <a:rect l="l" t="t" r="r" b="b"/>
                <a:pathLst>
                  <a:path w="33887" h="41260" extrusionOk="0">
                    <a:moveTo>
                      <a:pt x="24041" y="0"/>
                    </a:moveTo>
                    <a:cubicBezTo>
                      <a:pt x="18486" y="0"/>
                      <a:pt x="12405" y="595"/>
                      <a:pt x="11735" y="1250"/>
                    </a:cubicBezTo>
                    <a:cubicBezTo>
                      <a:pt x="7986" y="4884"/>
                      <a:pt x="1" y="41231"/>
                      <a:pt x="1" y="41259"/>
                    </a:cubicBezTo>
                    <a:lnTo>
                      <a:pt x="23669" y="41088"/>
                    </a:lnTo>
                    <a:cubicBezTo>
                      <a:pt x="25930" y="32674"/>
                      <a:pt x="33886" y="2910"/>
                      <a:pt x="33400" y="1565"/>
                    </a:cubicBezTo>
                    <a:cubicBezTo>
                      <a:pt x="32969" y="417"/>
                      <a:pt x="28689" y="0"/>
                      <a:pt x="24041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45"/>
              <p:cNvSpPr/>
              <p:nvPr/>
            </p:nvSpPr>
            <p:spPr>
              <a:xfrm>
                <a:off x="5332703" y="2534698"/>
                <a:ext cx="66300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28277" extrusionOk="0">
                    <a:moveTo>
                      <a:pt x="1117" y="0"/>
                    </a:moveTo>
                    <a:lnTo>
                      <a:pt x="0" y="28276"/>
                    </a:lnTo>
                    <a:lnTo>
                      <a:pt x="1117" y="28276"/>
                    </a:lnTo>
                    <a:lnTo>
                      <a:pt x="3120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45"/>
              <p:cNvSpPr/>
              <p:nvPr/>
            </p:nvSpPr>
            <p:spPr>
              <a:xfrm>
                <a:off x="5097955" y="2511578"/>
                <a:ext cx="690880" cy="41990"/>
              </a:xfrm>
              <a:custGeom>
                <a:avLst/>
                <a:gdLst/>
                <a:ahLst/>
                <a:cxnLst/>
                <a:rect l="l" t="t" r="r" b="b"/>
                <a:pathLst>
                  <a:path w="32512" h="1976" extrusionOk="0">
                    <a:moveTo>
                      <a:pt x="0" y="1"/>
                    </a:moveTo>
                    <a:lnTo>
                      <a:pt x="0" y="1975"/>
                    </a:lnTo>
                    <a:lnTo>
                      <a:pt x="32512" y="1975"/>
                    </a:lnTo>
                    <a:lnTo>
                      <a:pt x="325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45"/>
              <p:cNvSpPr/>
              <p:nvPr/>
            </p:nvSpPr>
            <p:spPr>
              <a:xfrm>
                <a:off x="5077278" y="2534698"/>
                <a:ext cx="65705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092" h="28277" extrusionOk="0">
                    <a:moveTo>
                      <a:pt x="1117" y="0"/>
                    </a:moveTo>
                    <a:lnTo>
                      <a:pt x="0" y="28276"/>
                    </a:lnTo>
                    <a:lnTo>
                      <a:pt x="1117" y="28276"/>
                    </a:lnTo>
                    <a:lnTo>
                      <a:pt x="3091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45"/>
              <p:cNvSpPr/>
              <p:nvPr/>
            </p:nvSpPr>
            <p:spPr>
              <a:xfrm>
                <a:off x="5747461" y="2534698"/>
                <a:ext cx="76649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8277" extrusionOk="0">
                    <a:moveTo>
                      <a:pt x="1" y="0"/>
                    </a:moveTo>
                    <a:lnTo>
                      <a:pt x="2462" y="28276"/>
                    </a:lnTo>
                    <a:lnTo>
                      <a:pt x="3607" y="2827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45"/>
              <p:cNvSpPr/>
              <p:nvPr/>
            </p:nvSpPr>
            <p:spPr>
              <a:xfrm>
                <a:off x="5077278" y="2534698"/>
                <a:ext cx="65705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092" h="28277" extrusionOk="0">
                    <a:moveTo>
                      <a:pt x="1117" y="0"/>
                    </a:moveTo>
                    <a:lnTo>
                      <a:pt x="0" y="28276"/>
                    </a:lnTo>
                    <a:lnTo>
                      <a:pt x="1117" y="28276"/>
                    </a:lnTo>
                    <a:lnTo>
                      <a:pt x="30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45"/>
              <p:cNvSpPr/>
              <p:nvPr/>
            </p:nvSpPr>
            <p:spPr>
              <a:xfrm>
                <a:off x="5518195" y="1652164"/>
                <a:ext cx="485945" cy="872206"/>
              </a:xfrm>
              <a:custGeom>
                <a:avLst/>
                <a:gdLst/>
                <a:ahLst/>
                <a:cxnLst/>
                <a:rect l="l" t="t" r="r" b="b"/>
                <a:pathLst>
                  <a:path w="22868" h="41045" extrusionOk="0">
                    <a:moveTo>
                      <a:pt x="13073" y="0"/>
                    </a:moveTo>
                    <a:cubicBezTo>
                      <a:pt x="7505" y="0"/>
                      <a:pt x="1387" y="582"/>
                      <a:pt x="716" y="1207"/>
                    </a:cubicBezTo>
                    <a:cubicBezTo>
                      <a:pt x="515" y="1407"/>
                      <a:pt x="258" y="1779"/>
                      <a:pt x="0" y="2208"/>
                    </a:cubicBezTo>
                    <a:cubicBezTo>
                      <a:pt x="2303" y="1791"/>
                      <a:pt x="6716" y="1475"/>
                      <a:pt x="10824" y="1475"/>
                    </a:cubicBezTo>
                    <a:cubicBezTo>
                      <a:pt x="15446" y="1475"/>
                      <a:pt x="19682" y="1875"/>
                      <a:pt x="20091" y="2981"/>
                    </a:cubicBezTo>
                    <a:cubicBezTo>
                      <a:pt x="20549" y="4269"/>
                      <a:pt x="13423" y="31114"/>
                      <a:pt x="10732" y="41045"/>
                    </a:cubicBezTo>
                    <a:lnTo>
                      <a:pt x="12593" y="41045"/>
                    </a:lnTo>
                    <a:cubicBezTo>
                      <a:pt x="14882" y="32602"/>
                      <a:pt x="22867" y="2895"/>
                      <a:pt x="22381" y="1522"/>
                    </a:cubicBezTo>
                    <a:cubicBezTo>
                      <a:pt x="21964" y="403"/>
                      <a:pt x="17709" y="0"/>
                      <a:pt x="130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45"/>
              <p:cNvSpPr/>
              <p:nvPr/>
            </p:nvSpPr>
            <p:spPr>
              <a:xfrm>
                <a:off x="5097955" y="2511578"/>
                <a:ext cx="690880" cy="41990"/>
              </a:xfrm>
              <a:custGeom>
                <a:avLst/>
                <a:gdLst/>
                <a:ahLst/>
                <a:cxnLst/>
                <a:rect l="l" t="t" r="r" b="b"/>
                <a:pathLst>
                  <a:path w="32512" h="1976" extrusionOk="0">
                    <a:moveTo>
                      <a:pt x="0" y="1"/>
                    </a:moveTo>
                    <a:lnTo>
                      <a:pt x="0" y="1975"/>
                    </a:lnTo>
                    <a:lnTo>
                      <a:pt x="32512" y="1975"/>
                    </a:lnTo>
                    <a:lnTo>
                      <a:pt x="32512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5"/>
              <p:cNvSpPr/>
              <p:nvPr/>
            </p:nvSpPr>
            <p:spPr>
              <a:xfrm>
                <a:off x="5393521" y="2511578"/>
                <a:ext cx="394719" cy="41990"/>
              </a:xfrm>
              <a:custGeom>
                <a:avLst/>
                <a:gdLst/>
                <a:ahLst/>
                <a:cxnLst/>
                <a:rect l="l" t="t" r="r" b="b"/>
                <a:pathLst>
                  <a:path w="18575" h="1976" extrusionOk="0">
                    <a:moveTo>
                      <a:pt x="0" y="1"/>
                    </a:moveTo>
                    <a:lnTo>
                      <a:pt x="0" y="1975"/>
                    </a:lnTo>
                    <a:lnTo>
                      <a:pt x="18574" y="1975"/>
                    </a:lnTo>
                    <a:lnTo>
                      <a:pt x="185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1" name="Google Shape;1871;p45"/>
            <p:cNvGrpSpPr/>
            <p:nvPr/>
          </p:nvGrpSpPr>
          <p:grpSpPr>
            <a:xfrm>
              <a:off x="7645044" y="3380565"/>
              <a:ext cx="991971" cy="1587703"/>
              <a:chOff x="5030896" y="1651250"/>
              <a:chExt cx="926245" cy="1484334"/>
            </a:xfrm>
          </p:grpSpPr>
          <p:sp>
            <p:nvSpPr>
              <p:cNvPr id="1872" name="Google Shape;1872;p45"/>
              <p:cNvSpPr/>
              <p:nvPr/>
            </p:nvSpPr>
            <p:spPr>
              <a:xfrm>
                <a:off x="5464523" y="2534698"/>
                <a:ext cx="77244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635" h="28277" extrusionOk="0">
                    <a:moveTo>
                      <a:pt x="0" y="0"/>
                    </a:moveTo>
                    <a:lnTo>
                      <a:pt x="2490" y="28276"/>
                    </a:lnTo>
                    <a:lnTo>
                      <a:pt x="3635" y="28276"/>
                    </a:lnTo>
                    <a:lnTo>
                      <a:pt x="19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45"/>
              <p:cNvSpPr/>
              <p:nvPr/>
            </p:nvSpPr>
            <p:spPr>
              <a:xfrm>
                <a:off x="5285726" y="2534698"/>
                <a:ext cx="66300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28277" extrusionOk="0">
                    <a:moveTo>
                      <a:pt x="1173" y="0"/>
                    </a:moveTo>
                    <a:lnTo>
                      <a:pt x="0" y="28276"/>
                    </a:lnTo>
                    <a:lnTo>
                      <a:pt x="1173" y="28276"/>
                    </a:lnTo>
                    <a:lnTo>
                      <a:pt x="312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45"/>
              <p:cNvSpPr/>
              <p:nvPr/>
            </p:nvSpPr>
            <p:spPr>
              <a:xfrm>
                <a:off x="5030896" y="2534698"/>
                <a:ext cx="65705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092" h="28277" extrusionOk="0">
                    <a:moveTo>
                      <a:pt x="1145" y="0"/>
                    </a:moveTo>
                    <a:lnTo>
                      <a:pt x="1" y="28276"/>
                    </a:lnTo>
                    <a:lnTo>
                      <a:pt x="1145" y="28276"/>
                    </a:lnTo>
                    <a:lnTo>
                      <a:pt x="30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45"/>
              <p:cNvSpPr/>
              <p:nvPr/>
            </p:nvSpPr>
            <p:spPr>
              <a:xfrm>
                <a:off x="5068593" y="2651467"/>
                <a:ext cx="664147" cy="13388"/>
              </a:xfrm>
              <a:custGeom>
                <a:avLst/>
                <a:gdLst/>
                <a:ahLst/>
                <a:cxnLst/>
                <a:rect l="l" t="t" r="r" b="b"/>
                <a:pathLst>
                  <a:path w="31254" h="630" extrusionOk="0">
                    <a:moveTo>
                      <a:pt x="1" y="0"/>
                    </a:moveTo>
                    <a:lnTo>
                      <a:pt x="1" y="630"/>
                    </a:lnTo>
                    <a:lnTo>
                      <a:pt x="31253" y="630"/>
                    </a:lnTo>
                    <a:lnTo>
                      <a:pt x="312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45"/>
              <p:cNvSpPr/>
              <p:nvPr/>
            </p:nvSpPr>
            <p:spPr>
              <a:xfrm>
                <a:off x="5237680" y="1651250"/>
                <a:ext cx="719461" cy="876775"/>
              </a:xfrm>
              <a:custGeom>
                <a:avLst/>
                <a:gdLst/>
                <a:ahLst/>
                <a:cxnLst/>
                <a:rect l="l" t="t" r="r" b="b"/>
                <a:pathLst>
                  <a:path w="33857" h="41260" extrusionOk="0">
                    <a:moveTo>
                      <a:pt x="24014" y="0"/>
                    </a:moveTo>
                    <a:cubicBezTo>
                      <a:pt x="18463" y="0"/>
                      <a:pt x="12388" y="595"/>
                      <a:pt x="11734" y="1250"/>
                    </a:cubicBezTo>
                    <a:cubicBezTo>
                      <a:pt x="7956" y="4884"/>
                      <a:pt x="29" y="41231"/>
                      <a:pt x="0" y="41259"/>
                    </a:cubicBezTo>
                    <a:lnTo>
                      <a:pt x="23640" y="41088"/>
                    </a:lnTo>
                    <a:cubicBezTo>
                      <a:pt x="25929" y="32674"/>
                      <a:pt x="33857" y="2910"/>
                      <a:pt x="33370" y="1565"/>
                    </a:cubicBezTo>
                    <a:cubicBezTo>
                      <a:pt x="32940" y="417"/>
                      <a:pt x="28660" y="0"/>
                      <a:pt x="240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45"/>
              <p:cNvSpPr/>
              <p:nvPr/>
            </p:nvSpPr>
            <p:spPr>
              <a:xfrm>
                <a:off x="5464523" y="2534698"/>
                <a:ext cx="77244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635" h="28277" extrusionOk="0">
                    <a:moveTo>
                      <a:pt x="0" y="0"/>
                    </a:moveTo>
                    <a:lnTo>
                      <a:pt x="2490" y="28276"/>
                    </a:lnTo>
                    <a:lnTo>
                      <a:pt x="3635" y="28276"/>
                    </a:lnTo>
                    <a:lnTo>
                      <a:pt x="1975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45"/>
              <p:cNvSpPr/>
              <p:nvPr/>
            </p:nvSpPr>
            <p:spPr>
              <a:xfrm>
                <a:off x="5285726" y="2534698"/>
                <a:ext cx="66300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28277" extrusionOk="0">
                    <a:moveTo>
                      <a:pt x="1173" y="0"/>
                    </a:moveTo>
                    <a:lnTo>
                      <a:pt x="0" y="28276"/>
                    </a:lnTo>
                    <a:lnTo>
                      <a:pt x="1173" y="28276"/>
                    </a:lnTo>
                    <a:lnTo>
                      <a:pt x="3120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45"/>
              <p:cNvSpPr/>
              <p:nvPr/>
            </p:nvSpPr>
            <p:spPr>
              <a:xfrm>
                <a:off x="5030896" y="2534698"/>
                <a:ext cx="65705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092" h="28277" extrusionOk="0">
                    <a:moveTo>
                      <a:pt x="1145" y="0"/>
                    </a:moveTo>
                    <a:lnTo>
                      <a:pt x="1" y="28276"/>
                    </a:lnTo>
                    <a:lnTo>
                      <a:pt x="1145" y="28276"/>
                    </a:lnTo>
                    <a:lnTo>
                      <a:pt x="3091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45"/>
              <p:cNvSpPr/>
              <p:nvPr/>
            </p:nvSpPr>
            <p:spPr>
              <a:xfrm>
                <a:off x="5068593" y="2651467"/>
                <a:ext cx="664147" cy="13388"/>
              </a:xfrm>
              <a:custGeom>
                <a:avLst/>
                <a:gdLst/>
                <a:ahLst/>
                <a:cxnLst/>
                <a:rect l="l" t="t" r="r" b="b"/>
                <a:pathLst>
                  <a:path w="31254" h="630" extrusionOk="0">
                    <a:moveTo>
                      <a:pt x="1" y="0"/>
                    </a:moveTo>
                    <a:lnTo>
                      <a:pt x="1" y="630"/>
                    </a:lnTo>
                    <a:lnTo>
                      <a:pt x="31253" y="630"/>
                    </a:lnTo>
                    <a:lnTo>
                      <a:pt x="31253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45"/>
              <p:cNvSpPr/>
              <p:nvPr/>
            </p:nvSpPr>
            <p:spPr>
              <a:xfrm>
                <a:off x="5237680" y="1651250"/>
                <a:ext cx="719461" cy="876775"/>
              </a:xfrm>
              <a:custGeom>
                <a:avLst/>
                <a:gdLst/>
                <a:ahLst/>
                <a:cxnLst/>
                <a:rect l="l" t="t" r="r" b="b"/>
                <a:pathLst>
                  <a:path w="33857" h="41260" extrusionOk="0">
                    <a:moveTo>
                      <a:pt x="24014" y="0"/>
                    </a:moveTo>
                    <a:cubicBezTo>
                      <a:pt x="18463" y="0"/>
                      <a:pt x="12388" y="595"/>
                      <a:pt x="11734" y="1250"/>
                    </a:cubicBezTo>
                    <a:cubicBezTo>
                      <a:pt x="7956" y="4884"/>
                      <a:pt x="29" y="41231"/>
                      <a:pt x="0" y="41259"/>
                    </a:cubicBezTo>
                    <a:lnTo>
                      <a:pt x="23640" y="41088"/>
                    </a:lnTo>
                    <a:cubicBezTo>
                      <a:pt x="25929" y="32674"/>
                      <a:pt x="33857" y="2910"/>
                      <a:pt x="33370" y="1565"/>
                    </a:cubicBezTo>
                    <a:cubicBezTo>
                      <a:pt x="32940" y="417"/>
                      <a:pt x="28660" y="0"/>
                      <a:pt x="24014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45"/>
              <p:cNvSpPr/>
              <p:nvPr/>
            </p:nvSpPr>
            <p:spPr>
              <a:xfrm>
                <a:off x="5050977" y="2511578"/>
                <a:ext cx="691496" cy="41990"/>
              </a:xfrm>
              <a:custGeom>
                <a:avLst/>
                <a:gdLst/>
                <a:ahLst/>
                <a:cxnLst/>
                <a:rect l="l" t="t" r="r" b="b"/>
                <a:pathLst>
                  <a:path w="32541" h="1976" extrusionOk="0">
                    <a:moveTo>
                      <a:pt x="0" y="1"/>
                    </a:moveTo>
                    <a:lnTo>
                      <a:pt x="0" y="1975"/>
                    </a:lnTo>
                    <a:lnTo>
                      <a:pt x="32540" y="1975"/>
                    </a:lnTo>
                    <a:lnTo>
                      <a:pt x="3254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45"/>
              <p:cNvSpPr/>
              <p:nvPr/>
            </p:nvSpPr>
            <p:spPr>
              <a:xfrm>
                <a:off x="5050977" y="2511578"/>
                <a:ext cx="691496" cy="41990"/>
              </a:xfrm>
              <a:custGeom>
                <a:avLst/>
                <a:gdLst/>
                <a:ahLst/>
                <a:cxnLst/>
                <a:rect l="l" t="t" r="r" b="b"/>
                <a:pathLst>
                  <a:path w="32541" h="1976" extrusionOk="0">
                    <a:moveTo>
                      <a:pt x="0" y="1"/>
                    </a:moveTo>
                    <a:lnTo>
                      <a:pt x="0" y="1975"/>
                    </a:lnTo>
                    <a:lnTo>
                      <a:pt x="32540" y="1975"/>
                    </a:lnTo>
                    <a:lnTo>
                      <a:pt x="32540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45"/>
              <p:cNvSpPr/>
              <p:nvPr/>
            </p:nvSpPr>
            <p:spPr>
              <a:xfrm>
                <a:off x="5347755" y="2511578"/>
                <a:ext cx="394719" cy="41990"/>
              </a:xfrm>
              <a:custGeom>
                <a:avLst/>
                <a:gdLst/>
                <a:ahLst/>
                <a:cxnLst/>
                <a:rect l="l" t="t" r="r" b="b"/>
                <a:pathLst>
                  <a:path w="18575" h="1976" extrusionOk="0">
                    <a:moveTo>
                      <a:pt x="0" y="1"/>
                    </a:moveTo>
                    <a:lnTo>
                      <a:pt x="0" y="1975"/>
                    </a:lnTo>
                    <a:lnTo>
                      <a:pt x="18574" y="1975"/>
                    </a:lnTo>
                    <a:lnTo>
                      <a:pt x="185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45"/>
              <p:cNvSpPr/>
              <p:nvPr/>
            </p:nvSpPr>
            <p:spPr>
              <a:xfrm>
                <a:off x="5471812" y="1652164"/>
                <a:ext cx="485329" cy="872206"/>
              </a:xfrm>
              <a:custGeom>
                <a:avLst/>
                <a:gdLst/>
                <a:ahLst/>
                <a:cxnLst/>
                <a:rect l="l" t="t" r="r" b="b"/>
                <a:pathLst>
                  <a:path w="22839" h="41045" extrusionOk="0">
                    <a:moveTo>
                      <a:pt x="13059" y="0"/>
                    </a:moveTo>
                    <a:cubicBezTo>
                      <a:pt x="7491" y="0"/>
                      <a:pt x="1372" y="582"/>
                      <a:pt x="716" y="1207"/>
                    </a:cubicBezTo>
                    <a:cubicBezTo>
                      <a:pt x="487" y="1407"/>
                      <a:pt x="229" y="1779"/>
                      <a:pt x="0" y="2208"/>
                    </a:cubicBezTo>
                    <a:cubicBezTo>
                      <a:pt x="2303" y="1791"/>
                      <a:pt x="6716" y="1475"/>
                      <a:pt x="10821" y="1475"/>
                    </a:cubicBezTo>
                    <a:cubicBezTo>
                      <a:pt x="15440" y="1475"/>
                      <a:pt x="19669" y="1875"/>
                      <a:pt x="20063" y="2981"/>
                    </a:cubicBezTo>
                    <a:cubicBezTo>
                      <a:pt x="20520" y="4269"/>
                      <a:pt x="13394" y="31114"/>
                      <a:pt x="10733" y="41045"/>
                    </a:cubicBezTo>
                    <a:lnTo>
                      <a:pt x="12593" y="41045"/>
                    </a:lnTo>
                    <a:cubicBezTo>
                      <a:pt x="14911" y="32602"/>
                      <a:pt x="22839" y="2895"/>
                      <a:pt x="22352" y="1522"/>
                    </a:cubicBezTo>
                    <a:cubicBezTo>
                      <a:pt x="21949" y="403"/>
                      <a:pt x="17695" y="0"/>
                      <a:pt x="13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45"/>
              <p:cNvSpPr/>
              <p:nvPr/>
            </p:nvSpPr>
            <p:spPr>
              <a:xfrm>
                <a:off x="5700483" y="2534698"/>
                <a:ext cx="76649" cy="600886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8277" extrusionOk="0">
                    <a:moveTo>
                      <a:pt x="0" y="0"/>
                    </a:moveTo>
                    <a:lnTo>
                      <a:pt x="2462" y="28276"/>
                    </a:lnTo>
                    <a:lnTo>
                      <a:pt x="3606" y="28276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7" name="Google Shape;1887;p45"/>
            <p:cNvGrpSpPr/>
            <p:nvPr/>
          </p:nvGrpSpPr>
          <p:grpSpPr>
            <a:xfrm>
              <a:off x="5607565" y="2249049"/>
              <a:ext cx="1976847" cy="2283629"/>
              <a:chOff x="675825" y="1358400"/>
              <a:chExt cx="2171500" cy="2511525"/>
            </a:xfrm>
          </p:grpSpPr>
          <p:sp>
            <p:nvSpPr>
              <p:cNvPr id="1888" name="Google Shape;1888;p45"/>
              <p:cNvSpPr/>
              <p:nvPr/>
            </p:nvSpPr>
            <p:spPr>
              <a:xfrm>
                <a:off x="1693225" y="1549600"/>
                <a:ext cx="170300" cy="75150"/>
              </a:xfrm>
              <a:custGeom>
                <a:avLst/>
                <a:gdLst/>
                <a:ahLst/>
                <a:cxnLst/>
                <a:rect l="l" t="t" r="r" b="b"/>
                <a:pathLst>
                  <a:path w="6812" h="3006" extrusionOk="0">
                    <a:moveTo>
                      <a:pt x="4952" y="0"/>
                    </a:moveTo>
                    <a:lnTo>
                      <a:pt x="1" y="2290"/>
                    </a:lnTo>
                    <a:lnTo>
                      <a:pt x="86" y="3005"/>
                    </a:lnTo>
                    <a:lnTo>
                      <a:pt x="4437" y="630"/>
                    </a:lnTo>
                    <a:cubicBezTo>
                      <a:pt x="4437" y="630"/>
                      <a:pt x="5265" y="1176"/>
                      <a:pt x="5871" y="1176"/>
                    </a:cubicBezTo>
                    <a:cubicBezTo>
                      <a:pt x="6037" y="1176"/>
                      <a:pt x="6186" y="1135"/>
                      <a:pt x="6297" y="1030"/>
                    </a:cubicBezTo>
                    <a:cubicBezTo>
                      <a:pt x="6812" y="487"/>
                      <a:pt x="4952" y="0"/>
                      <a:pt x="4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45"/>
              <p:cNvSpPr/>
              <p:nvPr/>
            </p:nvSpPr>
            <p:spPr>
              <a:xfrm>
                <a:off x="1105100" y="2135175"/>
                <a:ext cx="306250" cy="215775"/>
              </a:xfrm>
              <a:custGeom>
                <a:avLst/>
                <a:gdLst/>
                <a:ahLst/>
                <a:cxnLst/>
                <a:rect l="l" t="t" r="r" b="b"/>
                <a:pathLst>
                  <a:path w="12250" h="8631" extrusionOk="0">
                    <a:moveTo>
                      <a:pt x="12250" y="2649"/>
                    </a:moveTo>
                    <a:lnTo>
                      <a:pt x="12250" y="2649"/>
                    </a:lnTo>
                    <a:lnTo>
                      <a:pt x="12250" y="2649"/>
                    </a:lnTo>
                    <a:cubicBezTo>
                      <a:pt x="12250" y="2649"/>
                      <a:pt x="12250" y="2649"/>
                      <a:pt x="12250" y="2649"/>
                    </a:cubicBezTo>
                    <a:close/>
                    <a:moveTo>
                      <a:pt x="7202" y="1"/>
                    </a:moveTo>
                    <a:cubicBezTo>
                      <a:pt x="5349" y="1"/>
                      <a:pt x="2791" y="576"/>
                      <a:pt x="1593" y="576"/>
                    </a:cubicBezTo>
                    <a:cubicBezTo>
                      <a:pt x="1409" y="576"/>
                      <a:pt x="1258" y="563"/>
                      <a:pt x="1145" y="531"/>
                    </a:cubicBezTo>
                    <a:lnTo>
                      <a:pt x="1" y="8631"/>
                    </a:lnTo>
                    <a:cubicBezTo>
                      <a:pt x="48" y="8631"/>
                      <a:pt x="95" y="8631"/>
                      <a:pt x="141" y="8631"/>
                    </a:cubicBezTo>
                    <a:cubicBezTo>
                      <a:pt x="3504" y="8631"/>
                      <a:pt x="5565" y="7916"/>
                      <a:pt x="7269" y="7916"/>
                    </a:cubicBezTo>
                    <a:cubicBezTo>
                      <a:pt x="7966" y="7916"/>
                      <a:pt x="8603" y="8036"/>
                      <a:pt x="9245" y="8373"/>
                    </a:cubicBezTo>
                    <a:lnTo>
                      <a:pt x="12250" y="2649"/>
                    </a:lnTo>
                    <a:lnTo>
                      <a:pt x="12250" y="2649"/>
                    </a:lnTo>
                    <a:cubicBezTo>
                      <a:pt x="12249" y="2649"/>
                      <a:pt x="12249" y="2649"/>
                      <a:pt x="12249" y="2649"/>
                    </a:cubicBezTo>
                    <a:cubicBezTo>
                      <a:pt x="12223" y="2649"/>
                      <a:pt x="10376" y="671"/>
                      <a:pt x="8443" y="131"/>
                    </a:cubicBezTo>
                    <a:cubicBezTo>
                      <a:pt x="8097" y="38"/>
                      <a:pt x="7673" y="1"/>
                      <a:pt x="7202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45"/>
              <p:cNvSpPr/>
              <p:nvPr/>
            </p:nvSpPr>
            <p:spPr>
              <a:xfrm>
                <a:off x="675825" y="1939525"/>
                <a:ext cx="629650" cy="710500"/>
              </a:xfrm>
              <a:custGeom>
                <a:avLst/>
                <a:gdLst/>
                <a:ahLst/>
                <a:cxnLst/>
                <a:rect l="l" t="t" r="r" b="b"/>
                <a:pathLst>
                  <a:path w="25186" h="28420" extrusionOk="0">
                    <a:moveTo>
                      <a:pt x="11104" y="1"/>
                    </a:moveTo>
                    <a:cubicBezTo>
                      <a:pt x="11104" y="1"/>
                      <a:pt x="5323" y="8529"/>
                      <a:pt x="0" y="10475"/>
                    </a:cubicBezTo>
                    <a:cubicBezTo>
                      <a:pt x="5838" y="17516"/>
                      <a:pt x="11820" y="24899"/>
                      <a:pt x="16170" y="28419"/>
                    </a:cubicBezTo>
                    <a:cubicBezTo>
                      <a:pt x="20606" y="15627"/>
                      <a:pt x="25185" y="13337"/>
                      <a:pt x="25185" y="13337"/>
                    </a:cubicBezTo>
                    <a:cubicBezTo>
                      <a:pt x="25185" y="13337"/>
                      <a:pt x="17172" y="3006"/>
                      <a:pt x="111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45"/>
              <p:cNvSpPr/>
              <p:nvPr/>
            </p:nvSpPr>
            <p:spPr>
              <a:xfrm>
                <a:off x="675825" y="1939525"/>
                <a:ext cx="629650" cy="710500"/>
              </a:xfrm>
              <a:custGeom>
                <a:avLst/>
                <a:gdLst/>
                <a:ahLst/>
                <a:cxnLst/>
                <a:rect l="l" t="t" r="r" b="b"/>
                <a:pathLst>
                  <a:path w="25186" h="28420" extrusionOk="0">
                    <a:moveTo>
                      <a:pt x="11104" y="1"/>
                    </a:moveTo>
                    <a:cubicBezTo>
                      <a:pt x="11104" y="1"/>
                      <a:pt x="5323" y="8529"/>
                      <a:pt x="0" y="10475"/>
                    </a:cubicBezTo>
                    <a:cubicBezTo>
                      <a:pt x="5838" y="17516"/>
                      <a:pt x="11820" y="24899"/>
                      <a:pt x="16170" y="28419"/>
                    </a:cubicBezTo>
                    <a:cubicBezTo>
                      <a:pt x="20606" y="15627"/>
                      <a:pt x="25185" y="13337"/>
                      <a:pt x="25185" y="13337"/>
                    </a:cubicBezTo>
                    <a:cubicBezTo>
                      <a:pt x="25185" y="13337"/>
                      <a:pt x="17172" y="3006"/>
                      <a:pt x="11104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45"/>
              <p:cNvSpPr/>
              <p:nvPr/>
            </p:nvSpPr>
            <p:spPr>
              <a:xfrm>
                <a:off x="1329050" y="2187800"/>
                <a:ext cx="152425" cy="203925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8157" extrusionOk="0">
                    <a:moveTo>
                      <a:pt x="2605" y="0"/>
                    </a:moveTo>
                    <a:cubicBezTo>
                      <a:pt x="373" y="1975"/>
                      <a:pt x="0" y="6669"/>
                      <a:pt x="0" y="6669"/>
                    </a:cubicBezTo>
                    <a:lnTo>
                      <a:pt x="2576" y="8157"/>
                    </a:lnTo>
                    <a:lnTo>
                      <a:pt x="6096" y="1574"/>
                    </a:lnTo>
                    <a:lnTo>
                      <a:pt x="260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45"/>
              <p:cNvSpPr/>
              <p:nvPr/>
            </p:nvSpPr>
            <p:spPr>
              <a:xfrm>
                <a:off x="1358375" y="1846525"/>
                <a:ext cx="658275" cy="771375"/>
              </a:xfrm>
              <a:custGeom>
                <a:avLst/>
                <a:gdLst/>
                <a:ahLst/>
                <a:cxnLst/>
                <a:rect l="l" t="t" r="r" b="b"/>
                <a:pathLst>
                  <a:path w="26331" h="30855" extrusionOk="0">
                    <a:moveTo>
                      <a:pt x="18890" y="0"/>
                    </a:moveTo>
                    <a:cubicBezTo>
                      <a:pt x="16772" y="6096"/>
                      <a:pt x="14482" y="18774"/>
                      <a:pt x="14482" y="18774"/>
                    </a:cubicBezTo>
                    <a:lnTo>
                      <a:pt x="3607" y="13938"/>
                    </a:lnTo>
                    <a:cubicBezTo>
                      <a:pt x="3607" y="13938"/>
                      <a:pt x="1" y="19719"/>
                      <a:pt x="144" y="23067"/>
                    </a:cubicBezTo>
                    <a:cubicBezTo>
                      <a:pt x="144" y="23067"/>
                      <a:pt x="15466" y="30854"/>
                      <a:pt x="17484" y="30854"/>
                    </a:cubicBezTo>
                    <a:cubicBezTo>
                      <a:pt x="17506" y="30854"/>
                      <a:pt x="17526" y="30853"/>
                      <a:pt x="17544" y="30852"/>
                    </a:cubicBezTo>
                    <a:cubicBezTo>
                      <a:pt x="20063" y="30594"/>
                      <a:pt x="26331" y="16399"/>
                      <a:pt x="26331" y="16399"/>
                    </a:cubicBezTo>
                    <a:lnTo>
                      <a:pt x="188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45"/>
              <p:cNvSpPr/>
              <p:nvPr/>
            </p:nvSpPr>
            <p:spPr>
              <a:xfrm>
                <a:off x="1358375" y="1846525"/>
                <a:ext cx="658275" cy="771375"/>
              </a:xfrm>
              <a:custGeom>
                <a:avLst/>
                <a:gdLst/>
                <a:ahLst/>
                <a:cxnLst/>
                <a:rect l="l" t="t" r="r" b="b"/>
                <a:pathLst>
                  <a:path w="26331" h="30855" extrusionOk="0">
                    <a:moveTo>
                      <a:pt x="18890" y="0"/>
                    </a:moveTo>
                    <a:cubicBezTo>
                      <a:pt x="16772" y="6096"/>
                      <a:pt x="14482" y="18774"/>
                      <a:pt x="14482" y="18774"/>
                    </a:cubicBezTo>
                    <a:lnTo>
                      <a:pt x="3607" y="13938"/>
                    </a:lnTo>
                    <a:cubicBezTo>
                      <a:pt x="3607" y="13938"/>
                      <a:pt x="1" y="19719"/>
                      <a:pt x="144" y="23067"/>
                    </a:cubicBezTo>
                    <a:cubicBezTo>
                      <a:pt x="144" y="23067"/>
                      <a:pt x="15466" y="30854"/>
                      <a:pt x="17484" y="30854"/>
                    </a:cubicBezTo>
                    <a:cubicBezTo>
                      <a:pt x="17506" y="30854"/>
                      <a:pt x="17526" y="30853"/>
                      <a:pt x="17544" y="30852"/>
                    </a:cubicBezTo>
                    <a:cubicBezTo>
                      <a:pt x="20063" y="30594"/>
                      <a:pt x="26331" y="16399"/>
                      <a:pt x="26331" y="16399"/>
                    </a:cubicBezTo>
                    <a:lnTo>
                      <a:pt x="18890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45"/>
              <p:cNvSpPr/>
              <p:nvPr/>
            </p:nvSpPr>
            <p:spPr>
              <a:xfrm>
                <a:off x="1716125" y="1391500"/>
                <a:ext cx="158150" cy="201025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8041" extrusionOk="0">
                    <a:moveTo>
                      <a:pt x="3700" y="0"/>
                    </a:moveTo>
                    <a:cubicBezTo>
                      <a:pt x="2370" y="0"/>
                      <a:pt x="1007" y="1423"/>
                      <a:pt x="544" y="3376"/>
                    </a:cubicBezTo>
                    <a:cubicBezTo>
                      <a:pt x="0" y="5551"/>
                      <a:pt x="745" y="7641"/>
                      <a:pt x="2176" y="7984"/>
                    </a:cubicBezTo>
                    <a:cubicBezTo>
                      <a:pt x="2326" y="8022"/>
                      <a:pt x="2479" y="8041"/>
                      <a:pt x="2632" y="8041"/>
                    </a:cubicBezTo>
                    <a:cubicBezTo>
                      <a:pt x="3960" y="8041"/>
                      <a:pt x="5320" y="6640"/>
                      <a:pt x="5782" y="4664"/>
                    </a:cubicBezTo>
                    <a:cubicBezTo>
                      <a:pt x="6325" y="2489"/>
                      <a:pt x="5581" y="400"/>
                      <a:pt x="4150" y="56"/>
                    </a:cubicBezTo>
                    <a:cubicBezTo>
                      <a:pt x="4002" y="19"/>
                      <a:pt x="3851" y="0"/>
                      <a:pt x="37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45"/>
              <p:cNvSpPr/>
              <p:nvPr/>
            </p:nvSpPr>
            <p:spPr>
              <a:xfrm>
                <a:off x="2151850" y="2411750"/>
                <a:ext cx="423600" cy="1458175"/>
              </a:xfrm>
              <a:custGeom>
                <a:avLst/>
                <a:gdLst/>
                <a:ahLst/>
                <a:cxnLst/>
                <a:rect l="l" t="t" r="r" b="b"/>
                <a:pathLst>
                  <a:path w="16944" h="58327" extrusionOk="0">
                    <a:moveTo>
                      <a:pt x="13080" y="0"/>
                    </a:moveTo>
                    <a:lnTo>
                      <a:pt x="1" y="7727"/>
                    </a:lnTo>
                    <a:cubicBezTo>
                      <a:pt x="430" y="18059"/>
                      <a:pt x="1746" y="35230"/>
                      <a:pt x="172" y="52459"/>
                    </a:cubicBezTo>
                    <a:lnTo>
                      <a:pt x="8729" y="58326"/>
                    </a:lnTo>
                    <a:cubicBezTo>
                      <a:pt x="8729" y="58326"/>
                      <a:pt x="16943" y="14653"/>
                      <a:pt x="130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45"/>
              <p:cNvSpPr/>
              <p:nvPr/>
            </p:nvSpPr>
            <p:spPr>
              <a:xfrm>
                <a:off x="2151850" y="2411750"/>
                <a:ext cx="423600" cy="1458175"/>
              </a:xfrm>
              <a:custGeom>
                <a:avLst/>
                <a:gdLst/>
                <a:ahLst/>
                <a:cxnLst/>
                <a:rect l="l" t="t" r="r" b="b"/>
                <a:pathLst>
                  <a:path w="16944" h="58327" extrusionOk="0">
                    <a:moveTo>
                      <a:pt x="13080" y="0"/>
                    </a:moveTo>
                    <a:lnTo>
                      <a:pt x="1" y="7727"/>
                    </a:lnTo>
                    <a:cubicBezTo>
                      <a:pt x="430" y="18059"/>
                      <a:pt x="1746" y="35230"/>
                      <a:pt x="172" y="52459"/>
                    </a:cubicBezTo>
                    <a:lnTo>
                      <a:pt x="8729" y="58326"/>
                    </a:lnTo>
                    <a:cubicBezTo>
                      <a:pt x="8729" y="58326"/>
                      <a:pt x="16943" y="14653"/>
                      <a:pt x="13080" y="0"/>
                    </a:cubicBezTo>
                    <a:close/>
                  </a:path>
                </a:pathLst>
              </a:custGeom>
              <a:solidFill>
                <a:srgbClr val="000000">
                  <a:alpha val="30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45"/>
              <p:cNvSpPr/>
              <p:nvPr/>
            </p:nvSpPr>
            <p:spPr>
              <a:xfrm>
                <a:off x="1401325" y="1846525"/>
                <a:ext cx="551650" cy="591050"/>
              </a:xfrm>
              <a:custGeom>
                <a:avLst/>
                <a:gdLst/>
                <a:ahLst/>
                <a:cxnLst/>
                <a:rect l="l" t="t" r="r" b="b"/>
                <a:pathLst>
                  <a:path w="22066" h="23642" extrusionOk="0">
                    <a:moveTo>
                      <a:pt x="17200" y="0"/>
                    </a:moveTo>
                    <a:cubicBezTo>
                      <a:pt x="15082" y="6096"/>
                      <a:pt x="12793" y="18774"/>
                      <a:pt x="12793" y="18774"/>
                    </a:cubicBezTo>
                    <a:lnTo>
                      <a:pt x="1917" y="13938"/>
                    </a:lnTo>
                    <a:cubicBezTo>
                      <a:pt x="1917" y="13938"/>
                      <a:pt x="916" y="15512"/>
                      <a:pt x="0" y="17515"/>
                    </a:cubicBezTo>
                    <a:cubicBezTo>
                      <a:pt x="4655" y="19800"/>
                      <a:pt x="12562" y="23642"/>
                      <a:pt x="13994" y="23642"/>
                    </a:cubicBezTo>
                    <a:cubicBezTo>
                      <a:pt x="14015" y="23642"/>
                      <a:pt x="14034" y="23641"/>
                      <a:pt x="14052" y="23640"/>
                    </a:cubicBezTo>
                    <a:cubicBezTo>
                      <a:pt x="15998" y="23468"/>
                      <a:pt x="20348" y="14481"/>
                      <a:pt x="22065" y="10789"/>
                    </a:cubicBezTo>
                    <a:lnTo>
                      <a:pt x="17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45"/>
              <p:cNvSpPr/>
              <p:nvPr/>
            </p:nvSpPr>
            <p:spPr>
              <a:xfrm>
                <a:off x="2364350" y="2446075"/>
                <a:ext cx="482975" cy="1394500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55780" extrusionOk="0">
                    <a:moveTo>
                      <a:pt x="13423" y="1"/>
                    </a:moveTo>
                    <a:lnTo>
                      <a:pt x="0" y="7671"/>
                    </a:lnTo>
                    <a:cubicBezTo>
                      <a:pt x="2004" y="17802"/>
                      <a:pt x="8586" y="36691"/>
                      <a:pt x="9874" y="53920"/>
                    </a:cubicBezTo>
                    <a:lnTo>
                      <a:pt x="18546" y="55780"/>
                    </a:lnTo>
                    <a:cubicBezTo>
                      <a:pt x="18546" y="55780"/>
                      <a:pt x="19318" y="13824"/>
                      <a:pt x="13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45"/>
              <p:cNvSpPr/>
              <p:nvPr/>
            </p:nvSpPr>
            <p:spPr>
              <a:xfrm>
                <a:off x="1810575" y="1846650"/>
                <a:ext cx="230400" cy="483350"/>
              </a:xfrm>
              <a:custGeom>
                <a:avLst/>
                <a:gdLst/>
                <a:ahLst/>
                <a:cxnLst/>
                <a:rect l="l" t="t" r="r" b="b"/>
                <a:pathLst>
                  <a:path w="9216" h="19334" extrusionOk="0">
                    <a:moveTo>
                      <a:pt x="3120" y="0"/>
                    </a:moveTo>
                    <a:cubicBezTo>
                      <a:pt x="3034" y="0"/>
                      <a:pt x="2947" y="8"/>
                      <a:pt x="2862" y="24"/>
                    </a:cubicBezTo>
                    <a:cubicBezTo>
                      <a:pt x="830" y="367"/>
                      <a:pt x="0" y="4946"/>
                      <a:pt x="973" y="10298"/>
                    </a:cubicBezTo>
                    <a:cubicBezTo>
                      <a:pt x="1908" y="15409"/>
                      <a:pt x="4188" y="19333"/>
                      <a:pt x="6141" y="19333"/>
                    </a:cubicBezTo>
                    <a:cubicBezTo>
                      <a:pt x="6222" y="19333"/>
                      <a:pt x="6303" y="19327"/>
                      <a:pt x="6382" y="19313"/>
                    </a:cubicBezTo>
                    <a:cubicBezTo>
                      <a:pt x="8386" y="18941"/>
                      <a:pt x="9216" y="14333"/>
                      <a:pt x="8271" y="9039"/>
                    </a:cubicBezTo>
                    <a:cubicBezTo>
                      <a:pt x="7340" y="3942"/>
                      <a:pt x="5070" y="0"/>
                      <a:pt x="31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45"/>
              <p:cNvSpPr/>
              <p:nvPr/>
            </p:nvSpPr>
            <p:spPr>
              <a:xfrm>
                <a:off x="1810575" y="1846650"/>
                <a:ext cx="230400" cy="483350"/>
              </a:xfrm>
              <a:custGeom>
                <a:avLst/>
                <a:gdLst/>
                <a:ahLst/>
                <a:cxnLst/>
                <a:rect l="l" t="t" r="r" b="b"/>
                <a:pathLst>
                  <a:path w="9216" h="19334" extrusionOk="0">
                    <a:moveTo>
                      <a:pt x="3120" y="0"/>
                    </a:moveTo>
                    <a:cubicBezTo>
                      <a:pt x="3034" y="0"/>
                      <a:pt x="2947" y="8"/>
                      <a:pt x="2862" y="24"/>
                    </a:cubicBezTo>
                    <a:cubicBezTo>
                      <a:pt x="830" y="367"/>
                      <a:pt x="0" y="4946"/>
                      <a:pt x="973" y="10298"/>
                    </a:cubicBezTo>
                    <a:cubicBezTo>
                      <a:pt x="1908" y="15409"/>
                      <a:pt x="4188" y="19333"/>
                      <a:pt x="6141" y="19333"/>
                    </a:cubicBezTo>
                    <a:cubicBezTo>
                      <a:pt x="6222" y="19333"/>
                      <a:pt x="6303" y="19327"/>
                      <a:pt x="6382" y="19313"/>
                    </a:cubicBezTo>
                    <a:cubicBezTo>
                      <a:pt x="8386" y="18941"/>
                      <a:pt x="9216" y="14333"/>
                      <a:pt x="8271" y="9039"/>
                    </a:cubicBezTo>
                    <a:cubicBezTo>
                      <a:pt x="7340" y="3942"/>
                      <a:pt x="5070" y="0"/>
                      <a:pt x="3120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45"/>
              <p:cNvSpPr/>
              <p:nvPr/>
            </p:nvSpPr>
            <p:spPr>
              <a:xfrm>
                <a:off x="2363625" y="2446075"/>
                <a:ext cx="483700" cy="1395225"/>
              </a:xfrm>
              <a:custGeom>
                <a:avLst/>
                <a:gdLst/>
                <a:ahLst/>
                <a:cxnLst/>
                <a:rect l="l" t="t" r="r" b="b"/>
                <a:pathLst>
                  <a:path w="19348" h="55809" extrusionOk="0">
                    <a:moveTo>
                      <a:pt x="13452" y="1"/>
                    </a:moveTo>
                    <a:lnTo>
                      <a:pt x="1" y="7671"/>
                    </a:lnTo>
                    <a:cubicBezTo>
                      <a:pt x="316" y="9302"/>
                      <a:pt x="774" y="11220"/>
                      <a:pt x="1317" y="13280"/>
                    </a:cubicBezTo>
                    <a:cubicBezTo>
                      <a:pt x="5610" y="14110"/>
                      <a:pt x="10847" y="22582"/>
                      <a:pt x="13652" y="33686"/>
                    </a:cubicBezTo>
                    <a:cubicBezTo>
                      <a:pt x="15884" y="42472"/>
                      <a:pt x="15942" y="50514"/>
                      <a:pt x="14225" y="54893"/>
                    </a:cubicBezTo>
                    <a:lnTo>
                      <a:pt x="18603" y="55808"/>
                    </a:lnTo>
                    <a:cubicBezTo>
                      <a:pt x="18575" y="55808"/>
                      <a:pt x="19347" y="13824"/>
                      <a:pt x="13452" y="1"/>
                    </a:cubicBezTo>
                    <a:close/>
                  </a:path>
                </a:pathLst>
              </a:custGeom>
              <a:solidFill>
                <a:srgbClr val="000000">
                  <a:alpha val="30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45"/>
              <p:cNvSpPr/>
              <p:nvPr/>
            </p:nvSpPr>
            <p:spPr>
              <a:xfrm>
                <a:off x="1830600" y="1668925"/>
                <a:ext cx="933725" cy="1168550"/>
              </a:xfrm>
              <a:custGeom>
                <a:avLst/>
                <a:gdLst/>
                <a:ahLst/>
                <a:cxnLst/>
                <a:rect l="l" t="t" r="r" b="b"/>
                <a:pathLst>
                  <a:path w="37349" h="46742" extrusionOk="0">
                    <a:moveTo>
                      <a:pt x="10751" y="0"/>
                    </a:moveTo>
                    <a:cubicBezTo>
                      <a:pt x="10619" y="0"/>
                      <a:pt x="10489" y="2"/>
                      <a:pt x="10361" y="6"/>
                    </a:cubicBezTo>
                    <a:cubicBezTo>
                      <a:pt x="5896" y="121"/>
                      <a:pt x="1" y="7104"/>
                      <a:pt x="1" y="7104"/>
                    </a:cubicBezTo>
                    <a:cubicBezTo>
                      <a:pt x="1" y="7104"/>
                      <a:pt x="401" y="13314"/>
                      <a:pt x="2891" y="19038"/>
                    </a:cubicBezTo>
                    <a:cubicBezTo>
                      <a:pt x="7069" y="28626"/>
                      <a:pt x="10904" y="31230"/>
                      <a:pt x="12221" y="45540"/>
                    </a:cubicBezTo>
                    <a:lnTo>
                      <a:pt x="19433" y="39787"/>
                    </a:lnTo>
                    <a:cubicBezTo>
                      <a:pt x="19433" y="39787"/>
                      <a:pt x="24155" y="46742"/>
                      <a:pt x="28877" y="46742"/>
                    </a:cubicBezTo>
                    <a:cubicBezTo>
                      <a:pt x="31110" y="46742"/>
                      <a:pt x="37349" y="38471"/>
                      <a:pt x="37349" y="38471"/>
                    </a:cubicBezTo>
                    <a:cubicBezTo>
                      <a:pt x="34487" y="23188"/>
                      <a:pt x="25586" y="7276"/>
                      <a:pt x="23754" y="4757"/>
                    </a:cubicBezTo>
                    <a:cubicBezTo>
                      <a:pt x="21947" y="2338"/>
                      <a:pt x="15251" y="0"/>
                      <a:pt x="107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45"/>
              <p:cNvSpPr/>
              <p:nvPr/>
            </p:nvSpPr>
            <p:spPr>
              <a:xfrm>
                <a:off x="1943650" y="2232875"/>
                <a:ext cx="777025" cy="604025"/>
              </a:xfrm>
              <a:custGeom>
                <a:avLst/>
                <a:gdLst/>
                <a:ahLst/>
                <a:cxnLst/>
                <a:rect l="l" t="t" r="r" b="b"/>
                <a:pathLst>
                  <a:path w="31081" h="24161" extrusionOk="0">
                    <a:moveTo>
                      <a:pt x="0" y="0"/>
                    </a:moveTo>
                    <a:cubicBezTo>
                      <a:pt x="3521" y="6955"/>
                      <a:pt x="6554" y="10590"/>
                      <a:pt x="7699" y="22982"/>
                    </a:cubicBezTo>
                    <a:lnTo>
                      <a:pt x="14940" y="17229"/>
                    </a:lnTo>
                    <a:cubicBezTo>
                      <a:pt x="14940" y="17229"/>
                      <a:pt x="19604" y="24155"/>
                      <a:pt x="24384" y="24155"/>
                    </a:cubicBezTo>
                    <a:cubicBezTo>
                      <a:pt x="24410" y="24159"/>
                      <a:pt x="24437" y="24161"/>
                      <a:pt x="24464" y="24161"/>
                    </a:cubicBezTo>
                    <a:cubicBezTo>
                      <a:pt x="24651" y="24161"/>
                      <a:pt x="24879" y="24079"/>
                      <a:pt x="25128" y="23955"/>
                    </a:cubicBezTo>
                    <a:cubicBezTo>
                      <a:pt x="23926" y="17887"/>
                      <a:pt x="31081" y="8500"/>
                      <a:pt x="23869" y="3292"/>
                    </a:cubicBezTo>
                    <a:cubicBezTo>
                      <a:pt x="19776" y="287"/>
                      <a:pt x="3177" y="201"/>
                      <a:pt x="0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45"/>
              <p:cNvSpPr/>
              <p:nvPr/>
            </p:nvSpPr>
            <p:spPr>
              <a:xfrm>
                <a:off x="2120500" y="1786725"/>
                <a:ext cx="645250" cy="1051475"/>
              </a:xfrm>
              <a:custGeom>
                <a:avLst/>
                <a:gdLst/>
                <a:ahLst/>
                <a:cxnLst/>
                <a:rect l="l" t="t" r="r" b="b"/>
                <a:pathLst>
                  <a:path w="25810" h="42059" extrusionOk="0">
                    <a:moveTo>
                      <a:pt x="12077" y="0"/>
                    </a:moveTo>
                    <a:cubicBezTo>
                      <a:pt x="10717" y="0"/>
                      <a:pt x="1" y="11095"/>
                      <a:pt x="10327" y="20565"/>
                    </a:cubicBezTo>
                    <a:cubicBezTo>
                      <a:pt x="15764" y="25574"/>
                      <a:pt x="20000" y="33473"/>
                      <a:pt x="17339" y="42058"/>
                    </a:cubicBezTo>
                    <a:cubicBezTo>
                      <a:pt x="19599" y="42058"/>
                      <a:pt x="25810" y="33787"/>
                      <a:pt x="25810" y="33787"/>
                    </a:cubicBezTo>
                    <a:cubicBezTo>
                      <a:pt x="22919" y="18476"/>
                      <a:pt x="14019" y="2564"/>
                      <a:pt x="12187" y="45"/>
                    </a:cubicBezTo>
                    <a:cubicBezTo>
                      <a:pt x="12164" y="15"/>
                      <a:pt x="12127" y="0"/>
                      <a:pt x="120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45"/>
              <p:cNvSpPr/>
              <p:nvPr/>
            </p:nvSpPr>
            <p:spPr>
              <a:xfrm>
                <a:off x="2163300" y="2827425"/>
                <a:ext cx="173175" cy="211825"/>
              </a:xfrm>
              <a:custGeom>
                <a:avLst/>
                <a:gdLst/>
                <a:ahLst/>
                <a:cxnLst/>
                <a:rect l="l" t="t" r="r" b="b"/>
                <a:pathLst>
                  <a:path w="6927" h="8473" extrusionOk="0">
                    <a:moveTo>
                      <a:pt x="2061" y="1"/>
                    </a:moveTo>
                    <a:cubicBezTo>
                      <a:pt x="2490" y="1317"/>
                      <a:pt x="1431" y="6354"/>
                      <a:pt x="0" y="8043"/>
                    </a:cubicBezTo>
                    <a:lnTo>
                      <a:pt x="6926" y="8472"/>
                    </a:lnTo>
                    <a:cubicBezTo>
                      <a:pt x="6697" y="7070"/>
                      <a:pt x="6268" y="3435"/>
                      <a:pt x="6926" y="1174"/>
                    </a:cubicBezTo>
                    <a:lnTo>
                      <a:pt x="2061" y="1"/>
                    </a:ln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45"/>
              <p:cNvSpPr/>
              <p:nvPr/>
            </p:nvSpPr>
            <p:spPr>
              <a:xfrm>
                <a:off x="2009475" y="3010225"/>
                <a:ext cx="339150" cy="89825"/>
              </a:xfrm>
              <a:custGeom>
                <a:avLst/>
                <a:gdLst/>
                <a:ahLst/>
                <a:cxnLst/>
                <a:rect l="l" t="t" r="r" b="b"/>
                <a:pathLst>
                  <a:path w="13566" h="3593" extrusionOk="0">
                    <a:moveTo>
                      <a:pt x="10271" y="0"/>
                    </a:moveTo>
                    <a:cubicBezTo>
                      <a:pt x="8612" y="0"/>
                      <a:pt x="6623" y="292"/>
                      <a:pt x="5753" y="845"/>
                    </a:cubicBezTo>
                    <a:cubicBezTo>
                      <a:pt x="4150" y="1847"/>
                      <a:pt x="601" y="2133"/>
                      <a:pt x="287" y="2448"/>
                    </a:cubicBezTo>
                    <a:cubicBezTo>
                      <a:pt x="0" y="2763"/>
                      <a:pt x="315" y="3593"/>
                      <a:pt x="315" y="3593"/>
                    </a:cubicBezTo>
                    <a:lnTo>
                      <a:pt x="13022" y="3593"/>
                    </a:lnTo>
                    <a:cubicBezTo>
                      <a:pt x="13022" y="3593"/>
                      <a:pt x="13566" y="2448"/>
                      <a:pt x="12879" y="588"/>
                    </a:cubicBezTo>
                    <a:cubicBezTo>
                      <a:pt x="12738" y="191"/>
                      <a:pt x="11613" y="0"/>
                      <a:pt x="10271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45"/>
              <p:cNvSpPr/>
              <p:nvPr/>
            </p:nvSpPr>
            <p:spPr>
              <a:xfrm>
                <a:off x="2120500" y="1786725"/>
                <a:ext cx="645250" cy="1051475"/>
              </a:xfrm>
              <a:custGeom>
                <a:avLst/>
                <a:gdLst/>
                <a:ahLst/>
                <a:cxnLst/>
                <a:rect l="l" t="t" r="r" b="b"/>
                <a:pathLst>
                  <a:path w="25810" h="42059" extrusionOk="0">
                    <a:moveTo>
                      <a:pt x="12077" y="0"/>
                    </a:moveTo>
                    <a:cubicBezTo>
                      <a:pt x="10717" y="0"/>
                      <a:pt x="1" y="11095"/>
                      <a:pt x="10327" y="20565"/>
                    </a:cubicBezTo>
                    <a:cubicBezTo>
                      <a:pt x="15764" y="25574"/>
                      <a:pt x="20000" y="33473"/>
                      <a:pt x="17339" y="42058"/>
                    </a:cubicBezTo>
                    <a:cubicBezTo>
                      <a:pt x="19599" y="42058"/>
                      <a:pt x="25810" y="33787"/>
                      <a:pt x="25810" y="33787"/>
                    </a:cubicBezTo>
                    <a:cubicBezTo>
                      <a:pt x="22919" y="18476"/>
                      <a:pt x="14019" y="2564"/>
                      <a:pt x="12187" y="45"/>
                    </a:cubicBezTo>
                    <a:cubicBezTo>
                      <a:pt x="12164" y="15"/>
                      <a:pt x="12127" y="0"/>
                      <a:pt x="12077" y="0"/>
                    </a:cubicBezTo>
                    <a:close/>
                  </a:path>
                </a:pathLst>
              </a:custGeom>
              <a:solidFill>
                <a:srgbClr val="000000">
                  <a:alpha val="30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45"/>
              <p:cNvSpPr/>
              <p:nvPr/>
            </p:nvSpPr>
            <p:spPr>
              <a:xfrm>
                <a:off x="2299950" y="3042075"/>
                <a:ext cx="95200" cy="5797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2319" extrusionOk="0">
                    <a:moveTo>
                      <a:pt x="1432" y="1"/>
                    </a:moveTo>
                    <a:lnTo>
                      <a:pt x="1" y="2319"/>
                    </a:lnTo>
                    <a:lnTo>
                      <a:pt x="3635" y="2319"/>
                    </a:lnTo>
                    <a:cubicBezTo>
                      <a:pt x="3664" y="2319"/>
                      <a:pt x="3807" y="1346"/>
                      <a:pt x="3693" y="1174"/>
                    </a:cubicBezTo>
                    <a:cubicBezTo>
                      <a:pt x="3578" y="1002"/>
                      <a:pt x="2691" y="630"/>
                      <a:pt x="1432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45"/>
              <p:cNvSpPr/>
              <p:nvPr/>
            </p:nvSpPr>
            <p:spPr>
              <a:xfrm>
                <a:off x="2162575" y="3009850"/>
                <a:ext cx="186775" cy="90200"/>
              </a:xfrm>
              <a:custGeom>
                <a:avLst/>
                <a:gdLst/>
                <a:ahLst/>
                <a:cxnLst/>
                <a:rect l="l" t="t" r="r" b="b"/>
                <a:pathLst>
                  <a:path w="7471" h="3608" extrusionOk="0">
                    <a:moveTo>
                      <a:pt x="4193" y="0"/>
                    </a:moveTo>
                    <a:cubicBezTo>
                      <a:pt x="2725" y="0"/>
                      <a:pt x="992" y="238"/>
                      <a:pt x="1" y="689"/>
                    </a:cubicBezTo>
                    <a:cubicBezTo>
                      <a:pt x="888" y="1175"/>
                      <a:pt x="1432" y="1834"/>
                      <a:pt x="1432" y="2492"/>
                    </a:cubicBezTo>
                    <a:cubicBezTo>
                      <a:pt x="1432" y="2892"/>
                      <a:pt x="1231" y="3293"/>
                      <a:pt x="917" y="3608"/>
                    </a:cubicBezTo>
                    <a:lnTo>
                      <a:pt x="6898" y="3608"/>
                    </a:lnTo>
                    <a:cubicBezTo>
                      <a:pt x="6898" y="3608"/>
                      <a:pt x="7470" y="2463"/>
                      <a:pt x="6784" y="603"/>
                    </a:cubicBezTo>
                    <a:cubicBezTo>
                      <a:pt x="6634" y="195"/>
                      <a:pt x="5522" y="0"/>
                      <a:pt x="4193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45"/>
              <p:cNvSpPr/>
              <p:nvPr/>
            </p:nvSpPr>
            <p:spPr>
              <a:xfrm>
                <a:off x="2174025" y="2853200"/>
                <a:ext cx="183200" cy="176025"/>
              </a:xfrm>
              <a:custGeom>
                <a:avLst/>
                <a:gdLst/>
                <a:ahLst/>
                <a:cxnLst/>
                <a:rect l="l" t="t" r="r" b="b"/>
                <a:pathLst>
                  <a:path w="7328" h="7041" extrusionOk="0">
                    <a:moveTo>
                      <a:pt x="7327" y="0"/>
                    </a:moveTo>
                    <a:lnTo>
                      <a:pt x="29" y="659"/>
                    </a:lnTo>
                    <a:lnTo>
                      <a:pt x="1" y="6010"/>
                    </a:lnTo>
                    <a:lnTo>
                      <a:pt x="6698" y="7041"/>
                    </a:lnTo>
                    <a:lnTo>
                      <a:pt x="732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45"/>
              <p:cNvSpPr/>
              <p:nvPr/>
            </p:nvSpPr>
            <p:spPr>
              <a:xfrm>
                <a:off x="1884250" y="1679000"/>
                <a:ext cx="358500" cy="905200"/>
              </a:xfrm>
              <a:custGeom>
                <a:avLst/>
                <a:gdLst/>
                <a:ahLst/>
                <a:cxnLst/>
                <a:rect l="l" t="t" r="r" b="b"/>
                <a:pathLst>
                  <a:path w="14340" h="36208" extrusionOk="0">
                    <a:moveTo>
                      <a:pt x="8719" y="1"/>
                    </a:moveTo>
                    <a:cubicBezTo>
                      <a:pt x="4136" y="1"/>
                      <a:pt x="1" y="5642"/>
                      <a:pt x="1" y="5642"/>
                    </a:cubicBezTo>
                    <a:cubicBezTo>
                      <a:pt x="1718" y="13283"/>
                      <a:pt x="10705" y="33059"/>
                      <a:pt x="13023" y="36207"/>
                    </a:cubicBezTo>
                    <a:lnTo>
                      <a:pt x="14339" y="35091"/>
                    </a:lnTo>
                    <a:cubicBezTo>
                      <a:pt x="14339" y="35091"/>
                      <a:pt x="8615" y="17233"/>
                      <a:pt x="8816" y="7302"/>
                    </a:cubicBezTo>
                    <a:cubicBezTo>
                      <a:pt x="8902" y="3925"/>
                      <a:pt x="10733" y="462"/>
                      <a:pt x="9531" y="61"/>
                    </a:cubicBezTo>
                    <a:cubicBezTo>
                      <a:pt x="9259" y="20"/>
                      <a:pt x="8988" y="1"/>
                      <a:pt x="87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45"/>
              <p:cNvSpPr/>
              <p:nvPr/>
            </p:nvSpPr>
            <p:spPr>
              <a:xfrm>
                <a:off x="1842050" y="1667975"/>
                <a:ext cx="686175" cy="328100"/>
              </a:xfrm>
              <a:custGeom>
                <a:avLst/>
                <a:gdLst/>
                <a:ahLst/>
                <a:cxnLst/>
                <a:rect l="l" t="t" r="r" b="b"/>
                <a:pathLst>
                  <a:path w="27447" h="13124" extrusionOk="0">
                    <a:moveTo>
                      <a:pt x="10925" y="1"/>
                    </a:moveTo>
                    <a:cubicBezTo>
                      <a:pt x="10594" y="1"/>
                      <a:pt x="10272" y="6"/>
                      <a:pt x="9960" y="16"/>
                    </a:cubicBezTo>
                    <a:cubicBezTo>
                      <a:pt x="6211" y="130"/>
                      <a:pt x="1460" y="4996"/>
                      <a:pt x="0" y="6598"/>
                    </a:cubicBezTo>
                    <a:cubicBezTo>
                      <a:pt x="2118" y="9603"/>
                      <a:pt x="8128" y="12208"/>
                      <a:pt x="15455" y="12923"/>
                    </a:cubicBezTo>
                    <a:cubicBezTo>
                      <a:pt x="16806" y="13058"/>
                      <a:pt x="18129" y="13124"/>
                      <a:pt x="19405" y="13124"/>
                    </a:cubicBezTo>
                    <a:cubicBezTo>
                      <a:pt x="22453" y="13124"/>
                      <a:pt x="25227" y="12751"/>
                      <a:pt x="27446" y="12065"/>
                    </a:cubicBezTo>
                    <a:cubicBezTo>
                      <a:pt x="25529" y="8315"/>
                      <a:pt x="23554" y="4166"/>
                      <a:pt x="22867" y="3221"/>
                    </a:cubicBezTo>
                    <a:cubicBezTo>
                      <a:pt x="21164" y="905"/>
                      <a:pt x="15325" y="1"/>
                      <a:pt x="109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45"/>
              <p:cNvSpPr/>
              <p:nvPr/>
            </p:nvSpPr>
            <p:spPr>
              <a:xfrm>
                <a:off x="1842050" y="1667975"/>
                <a:ext cx="686175" cy="328100"/>
              </a:xfrm>
              <a:custGeom>
                <a:avLst/>
                <a:gdLst/>
                <a:ahLst/>
                <a:cxnLst/>
                <a:rect l="l" t="t" r="r" b="b"/>
                <a:pathLst>
                  <a:path w="27447" h="13124" extrusionOk="0">
                    <a:moveTo>
                      <a:pt x="10925" y="1"/>
                    </a:moveTo>
                    <a:cubicBezTo>
                      <a:pt x="10594" y="1"/>
                      <a:pt x="10272" y="6"/>
                      <a:pt x="9960" y="16"/>
                    </a:cubicBezTo>
                    <a:cubicBezTo>
                      <a:pt x="6211" y="130"/>
                      <a:pt x="1460" y="4996"/>
                      <a:pt x="0" y="6598"/>
                    </a:cubicBezTo>
                    <a:cubicBezTo>
                      <a:pt x="2118" y="9603"/>
                      <a:pt x="8128" y="12208"/>
                      <a:pt x="15455" y="12923"/>
                    </a:cubicBezTo>
                    <a:cubicBezTo>
                      <a:pt x="16806" y="13058"/>
                      <a:pt x="18129" y="13124"/>
                      <a:pt x="19405" y="13124"/>
                    </a:cubicBezTo>
                    <a:cubicBezTo>
                      <a:pt x="22453" y="13124"/>
                      <a:pt x="25227" y="12751"/>
                      <a:pt x="27446" y="12065"/>
                    </a:cubicBezTo>
                    <a:cubicBezTo>
                      <a:pt x="25529" y="8315"/>
                      <a:pt x="23554" y="4166"/>
                      <a:pt x="22867" y="3221"/>
                    </a:cubicBezTo>
                    <a:cubicBezTo>
                      <a:pt x="21164" y="905"/>
                      <a:pt x="15325" y="1"/>
                      <a:pt x="10925" y="1"/>
                    </a:cubicBezTo>
                    <a:close/>
                  </a:path>
                </a:pathLst>
              </a:custGeom>
              <a:solidFill>
                <a:srgbClr val="000000">
                  <a:alpha val="30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45"/>
              <p:cNvSpPr/>
              <p:nvPr/>
            </p:nvSpPr>
            <p:spPr>
              <a:xfrm>
                <a:off x="1884250" y="1679000"/>
                <a:ext cx="358500" cy="905200"/>
              </a:xfrm>
              <a:custGeom>
                <a:avLst/>
                <a:gdLst/>
                <a:ahLst/>
                <a:cxnLst/>
                <a:rect l="l" t="t" r="r" b="b"/>
                <a:pathLst>
                  <a:path w="14340" h="36208" extrusionOk="0">
                    <a:moveTo>
                      <a:pt x="8719" y="1"/>
                    </a:moveTo>
                    <a:cubicBezTo>
                      <a:pt x="4136" y="1"/>
                      <a:pt x="1" y="5642"/>
                      <a:pt x="1" y="5642"/>
                    </a:cubicBezTo>
                    <a:cubicBezTo>
                      <a:pt x="1718" y="13283"/>
                      <a:pt x="10705" y="33059"/>
                      <a:pt x="13023" y="36207"/>
                    </a:cubicBezTo>
                    <a:lnTo>
                      <a:pt x="14339" y="35091"/>
                    </a:lnTo>
                    <a:cubicBezTo>
                      <a:pt x="14339" y="35091"/>
                      <a:pt x="8615" y="17233"/>
                      <a:pt x="8816" y="7302"/>
                    </a:cubicBezTo>
                    <a:cubicBezTo>
                      <a:pt x="8902" y="3925"/>
                      <a:pt x="10733" y="462"/>
                      <a:pt x="9531" y="61"/>
                    </a:cubicBezTo>
                    <a:cubicBezTo>
                      <a:pt x="9259" y="20"/>
                      <a:pt x="8988" y="1"/>
                      <a:pt x="8719" y="1"/>
                    </a:cubicBezTo>
                    <a:close/>
                  </a:path>
                </a:pathLst>
              </a:custGeom>
              <a:solidFill>
                <a:srgbClr val="000000">
                  <a:alpha val="30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45"/>
              <p:cNvSpPr/>
              <p:nvPr/>
            </p:nvSpPr>
            <p:spPr>
              <a:xfrm>
                <a:off x="1892125" y="1687175"/>
                <a:ext cx="348475" cy="863400"/>
              </a:xfrm>
              <a:custGeom>
                <a:avLst/>
                <a:gdLst/>
                <a:ahLst/>
                <a:cxnLst/>
                <a:rect l="l" t="t" r="r" b="b"/>
                <a:pathLst>
                  <a:path w="13939" h="34536" extrusionOk="0">
                    <a:moveTo>
                      <a:pt x="8460" y="0"/>
                    </a:moveTo>
                    <a:cubicBezTo>
                      <a:pt x="4079" y="0"/>
                      <a:pt x="1" y="5601"/>
                      <a:pt x="1" y="5601"/>
                    </a:cubicBezTo>
                    <a:cubicBezTo>
                      <a:pt x="1661" y="13157"/>
                      <a:pt x="10046" y="27066"/>
                      <a:pt x="12278" y="30185"/>
                    </a:cubicBezTo>
                    <a:lnTo>
                      <a:pt x="13938" y="34535"/>
                    </a:lnTo>
                    <a:cubicBezTo>
                      <a:pt x="13938" y="34535"/>
                      <a:pt x="8272" y="17049"/>
                      <a:pt x="8472" y="7204"/>
                    </a:cubicBezTo>
                    <a:cubicBezTo>
                      <a:pt x="8558" y="3884"/>
                      <a:pt x="10304" y="450"/>
                      <a:pt x="9159" y="49"/>
                    </a:cubicBezTo>
                    <a:cubicBezTo>
                      <a:pt x="8926" y="16"/>
                      <a:pt x="8693" y="0"/>
                      <a:pt x="84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45"/>
              <p:cNvSpPr/>
              <p:nvPr/>
            </p:nvSpPr>
            <p:spPr>
              <a:xfrm>
                <a:off x="1998750" y="2096925"/>
                <a:ext cx="242550" cy="455075"/>
              </a:xfrm>
              <a:custGeom>
                <a:avLst/>
                <a:gdLst/>
                <a:ahLst/>
                <a:cxnLst/>
                <a:rect l="l" t="t" r="r" b="b"/>
                <a:pathLst>
                  <a:path w="9702" h="18203" extrusionOk="0">
                    <a:moveTo>
                      <a:pt x="0" y="1"/>
                    </a:moveTo>
                    <a:cubicBezTo>
                      <a:pt x="3005" y="6039"/>
                      <a:pt x="6640" y="11935"/>
                      <a:pt x="8013" y="13824"/>
                    </a:cubicBezTo>
                    <a:lnTo>
                      <a:pt x="9702" y="18203"/>
                    </a:lnTo>
                    <a:cubicBezTo>
                      <a:pt x="9702" y="18203"/>
                      <a:pt x="7613" y="11763"/>
                      <a:pt x="6010" y="4494"/>
                    </a:cubicBezTo>
                    <a:cubicBezTo>
                      <a:pt x="3864" y="1947"/>
                      <a:pt x="1603" y="287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45"/>
              <p:cNvSpPr/>
              <p:nvPr/>
            </p:nvSpPr>
            <p:spPr>
              <a:xfrm>
                <a:off x="1892125" y="1688400"/>
                <a:ext cx="257600" cy="284775"/>
              </a:xfrm>
              <a:custGeom>
                <a:avLst/>
                <a:gdLst/>
                <a:ahLst/>
                <a:cxnLst/>
                <a:rect l="l" t="t" r="r" b="b"/>
                <a:pathLst>
                  <a:path w="10304" h="11391" extrusionOk="0">
                    <a:moveTo>
                      <a:pt x="8401" y="1"/>
                    </a:moveTo>
                    <a:cubicBezTo>
                      <a:pt x="3996" y="1"/>
                      <a:pt x="1" y="5610"/>
                      <a:pt x="1" y="5610"/>
                    </a:cubicBezTo>
                    <a:cubicBezTo>
                      <a:pt x="230" y="6554"/>
                      <a:pt x="545" y="7670"/>
                      <a:pt x="974" y="8815"/>
                    </a:cubicBezTo>
                    <a:cubicBezTo>
                      <a:pt x="2949" y="10131"/>
                      <a:pt x="5610" y="11104"/>
                      <a:pt x="8672" y="11391"/>
                    </a:cubicBezTo>
                    <a:lnTo>
                      <a:pt x="8701" y="11391"/>
                    </a:lnTo>
                    <a:cubicBezTo>
                      <a:pt x="8529" y="9902"/>
                      <a:pt x="8443" y="8471"/>
                      <a:pt x="8472" y="7212"/>
                    </a:cubicBezTo>
                    <a:cubicBezTo>
                      <a:pt x="8558" y="3892"/>
                      <a:pt x="10304" y="458"/>
                      <a:pt x="9159" y="57"/>
                    </a:cubicBezTo>
                    <a:cubicBezTo>
                      <a:pt x="8905" y="19"/>
                      <a:pt x="8653" y="1"/>
                      <a:pt x="8401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45"/>
              <p:cNvSpPr/>
              <p:nvPr/>
            </p:nvSpPr>
            <p:spPr>
              <a:xfrm>
                <a:off x="2192625" y="1822900"/>
                <a:ext cx="206100" cy="660425"/>
              </a:xfrm>
              <a:custGeom>
                <a:avLst/>
                <a:gdLst/>
                <a:ahLst/>
                <a:cxnLst/>
                <a:rect l="l" t="t" r="r" b="b"/>
                <a:pathLst>
                  <a:path w="8244" h="26417" extrusionOk="0">
                    <a:moveTo>
                      <a:pt x="4122" y="1"/>
                    </a:moveTo>
                    <a:cubicBezTo>
                      <a:pt x="1861" y="1"/>
                      <a:pt x="1" y="5896"/>
                      <a:pt x="1" y="13194"/>
                    </a:cubicBezTo>
                    <a:cubicBezTo>
                      <a:pt x="1" y="20492"/>
                      <a:pt x="1832" y="26416"/>
                      <a:pt x="4122" y="26416"/>
                    </a:cubicBezTo>
                    <a:cubicBezTo>
                      <a:pt x="4127" y="26416"/>
                      <a:pt x="4133" y="26416"/>
                      <a:pt x="4138" y="26416"/>
                    </a:cubicBezTo>
                    <a:cubicBezTo>
                      <a:pt x="6392" y="26416"/>
                      <a:pt x="8243" y="20474"/>
                      <a:pt x="8243" y="13194"/>
                    </a:cubicBezTo>
                    <a:cubicBezTo>
                      <a:pt x="8243" y="5896"/>
                      <a:pt x="6412" y="1"/>
                      <a:pt x="4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45"/>
              <p:cNvSpPr/>
              <p:nvPr/>
            </p:nvSpPr>
            <p:spPr>
              <a:xfrm>
                <a:off x="2192625" y="1822900"/>
                <a:ext cx="206100" cy="660425"/>
              </a:xfrm>
              <a:custGeom>
                <a:avLst/>
                <a:gdLst/>
                <a:ahLst/>
                <a:cxnLst/>
                <a:rect l="l" t="t" r="r" b="b"/>
                <a:pathLst>
                  <a:path w="8244" h="26417" extrusionOk="0">
                    <a:moveTo>
                      <a:pt x="4122" y="1"/>
                    </a:moveTo>
                    <a:cubicBezTo>
                      <a:pt x="1861" y="1"/>
                      <a:pt x="1" y="5896"/>
                      <a:pt x="1" y="13194"/>
                    </a:cubicBezTo>
                    <a:cubicBezTo>
                      <a:pt x="1" y="20492"/>
                      <a:pt x="1832" y="26416"/>
                      <a:pt x="4122" y="26416"/>
                    </a:cubicBezTo>
                    <a:cubicBezTo>
                      <a:pt x="4127" y="26416"/>
                      <a:pt x="4133" y="26416"/>
                      <a:pt x="4138" y="26416"/>
                    </a:cubicBezTo>
                    <a:cubicBezTo>
                      <a:pt x="6392" y="26416"/>
                      <a:pt x="8243" y="20474"/>
                      <a:pt x="8243" y="13194"/>
                    </a:cubicBezTo>
                    <a:cubicBezTo>
                      <a:pt x="8243" y="5896"/>
                      <a:pt x="6412" y="1"/>
                      <a:pt x="4122" y="1"/>
                    </a:cubicBezTo>
                    <a:close/>
                  </a:path>
                </a:pathLst>
              </a:custGeom>
              <a:solidFill>
                <a:srgbClr val="000000">
                  <a:alpha val="30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45"/>
              <p:cNvSpPr/>
              <p:nvPr/>
            </p:nvSpPr>
            <p:spPr>
              <a:xfrm>
                <a:off x="2149700" y="1752775"/>
                <a:ext cx="367775" cy="1213500"/>
              </a:xfrm>
              <a:custGeom>
                <a:avLst/>
                <a:gdLst/>
                <a:ahLst/>
                <a:cxnLst/>
                <a:rect l="l" t="t" r="r" b="b"/>
                <a:pathLst>
                  <a:path w="14711" h="48540" extrusionOk="0">
                    <a:moveTo>
                      <a:pt x="8496" y="1"/>
                    </a:moveTo>
                    <a:cubicBezTo>
                      <a:pt x="6743" y="1"/>
                      <a:pt x="5125" y="1700"/>
                      <a:pt x="4551" y="3664"/>
                    </a:cubicBezTo>
                    <a:cubicBezTo>
                      <a:pt x="29" y="19376"/>
                      <a:pt x="1" y="48539"/>
                      <a:pt x="1" y="48539"/>
                    </a:cubicBezTo>
                    <a:cubicBezTo>
                      <a:pt x="2977" y="48539"/>
                      <a:pt x="5839" y="48310"/>
                      <a:pt x="8672" y="47824"/>
                    </a:cubicBezTo>
                    <a:cubicBezTo>
                      <a:pt x="8672" y="47824"/>
                      <a:pt x="11534" y="27991"/>
                      <a:pt x="12679" y="24156"/>
                    </a:cubicBezTo>
                    <a:cubicBezTo>
                      <a:pt x="13767" y="20292"/>
                      <a:pt x="14625" y="15627"/>
                      <a:pt x="14654" y="12708"/>
                    </a:cubicBezTo>
                    <a:cubicBezTo>
                      <a:pt x="14711" y="10418"/>
                      <a:pt x="13051" y="4065"/>
                      <a:pt x="11334" y="1747"/>
                    </a:cubicBezTo>
                    <a:cubicBezTo>
                      <a:pt x="10446" y="505"/>
                      <a:pt x="9451" y="1"/>
                      <a:pt x="84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45"/>
              <p:cNvSpPr/>
              <p:nvPr/>
            </p:nvSpPr>
            <p:spPr>
              <a:xfrm>
                <a:off x="2149700" y="1752775"/>
                <a:ext cx="367775" cy="1213500"/>
              </a:xfrm>
              <a:custGeom>
                <a:avLst/>
                <a:gdLst/>
                <a:ahLst/>
                <a:cxnLst/>
                <a:rect l="l" t="t" r="r" b="b"/>
                <a:pathLst>
                  <a:path w="14711" h="48540" extrusionOk="0">
                    <a:moveTo>
                      <a:pt x="8496" y="1"/>
                    </a:moveTo>
                    <a:cubicBezTo>
                      <a:pt x="6743" y="1"/>
                      <a:pt x="5125" y="1700"/>
                      <a:pt x="4551" y="3664"/>
                    </a:cubicBezTo>
                    <a:cubicBezTo>
                      <a:pt x="29" y="19376"/>
                      <a:pt x="1" y="48539"/>
                      <a:pt x="1" y="48539"/>
                    </a:cubicBezTo>
                    <a:cubicBezTo>
                      <a:pt x="2977" y="48539"/>
                      <a:pt x="5839" y="48310"/>
                      <a:pt x="8672" y="47824"/>
                    </a:cubicBezTo>
                    <a:cubicBezTo>
                      <a:pt x="8672" y="47824"/>
                      <a:pt x="11534" y="27991"/>
                      <a:pt x="12679" y="24156"/>
                    </a:cubicBezTo>
                    <a:cubicBezTo>
                      <a:pt x="13767" y="20292"/>
                      <a:pt x="14625" y="15627"/>
                      <a:pt x="14654" y="12708"/>
                    </a:cubicBezTo>
                    <a:cubicBezTo>
                      <a:pt x="14711" y="10418"/>
                      <a:pt x="13051" y="4065"/>
                      <a:pt x="11334" y="1747"/>
                    </a:cubicBezTo>
                    <a:cubicBezTo>
                      <a:pt x="10446" y="505"/>
                      <a:pt x="9451" y="1"/>
                      <a:pt x="8496" y="1"/>
                    </a:cubicBezTo>
                    <a:close/>
                  </a:path>
                </a:pathLst>
              </a:custGeom>
              <a:solidFill>
                <a:srgbClr val="000000">
                  <a:alpha val="30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45"/>
              <p:cNvSpPr/>
              <p:nvPr/>
            </p:nvSpPr>
            <p:spPr>
              <a:xfrm>
                <a:off x="1963675" y="1835775"/>
                <a:ext cx="203950" cy="451500"/>
              </a:xfrm>
              <a:custGeom>
                <a:avLst/>
                <a:gdLst/>
                <a:ahLst/>
                <a:cxnLst/>
                <a:rect l="l" t="t" r="r" b="b"/>
                <a:pathLst>
                  <a:path w="8158" h="18060" extrusionOk="0">
                    <a:moveTo>
                      <a:pt x="287" y="1"/>
                    </a:moveTo>
                    <a:lnTo>
                      <a:pt x="1" y="58"/>
                    </a:lnTo>
                    <a:cubicBezTo>
                      <a:pt x="1432" y="8787"/>
                      <a:pt x="4580" y="14740"/>
                      <a:pt x="8157" y="18059"/>
                    </a:cubicBezTo>
                    <a:lnTo>
                      <a:pt x="6841" y="12336"/>
                    </a:lnTo>
                    <a:cubicBezTo>
                      <a:pt x="5295" y="10618"/>
                      <a:pt x="2748" y="6955"/>
                      <a:pt x="2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45"/>
              <p:cNvSpPr/>
              <p:nvPr/>
            </p:nvSpPr>
            <p:spPr>
              <a:xfrm>
                <a:off x="2149700" y="1759225"/>
                <a:ext cx="242575" cy="1207050"/>
              </a:xfrm>
              <a:custGeom>
                <a:avLst/>
                <a:gdLst/>
                <a:ahLst/>
                <a:cxnLst/>
                <a:rect l="l" t="t" r="r" b="b"/>
                <a:pathLst>
                  <a:path w="9703" h="48282" extrusionOk="0">
                    <a:moveTo>
                      <a:pt x="7270" y="0"/>
                    </a:moveTo>
                    <a:cubicBezTo>
                      <a:pt x="6011" y="573"/>
                      <a:pt x="5009" y="1918"/>
                      <a:pt x="4551" y="3406"/>
                    </a:cubicBezTo>
                    <a:cubicBezTo>
                      <a:pt x="29" y="19118"/>
                      <a:pt x="1" y="48281"/>
                      <a:pt x="1" y="48281"/>
                    </a:cubicBezTo>
                    <a:cubicBezTo>
                      <a:pt x="1317" y="48281"/>
                      <a:pt x="2605" y="48224"/>
                      <a:pt x="3893" y="48138"/>
                    </a:cubicBezTo>
                    <a:cubicBezTo>
                      <a:pt x="4322" y="44790"/>
                      <a:pt x="6726" y="26559"/>
                      <a:pt x="7728" y="22724"/>
                    </a:cubicBezTo>
                    <a:cubicBezTo>
                      <a:pt x="8844" y="18517"/>
                      <a:pt x="9674" y="13366"/>
                      <a:pt x="9703" y="10160"/>
                    </a:cubicBezTo>
                    <a:cubicBezTo>
                      <a:pt x="9703" y="8157"/>
                      <a:pt x="8586" y="3206"/>
                      <a:pt x="72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45"/>
              <p:cNvSpPr/>
              <p:nvPr/>
            </p:nvSpPr>
            <p:spPr>
              <a:xfrm>
                <a:off x="1704675" y="2316575"/>
                <a:ext cx="51550" cy="132400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5296" extrusionOk="0">
                    <a:moveTo>
                      <a:pt x="544" y="1"/>
                    </a:moveTo>
                    <a:lnTo>
                      <a:pt x="1" y="5295"/>
                    </a:lnTo>
                    <a:lnTo>
                      <a:pt x="2061" y="5238"/>
                    </a:lnTo>
                    <a:lnTo>
                      <a:pt x="716" y="87"/>
                    </a:lnTo>
                    <a:lnTo>
                      <a:pt x="5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45"/>
              <p:cNvSpPr/>
              <p:nvPr/>
            </p:nvSpPr>
            <p:spPr>
              <a:xfrm>
                <a:off x="1720425" y="2312300"/>
                <a:ext cx="146700" cy="120925"/>
              </a:xfrm>
              <a:custGeom>
                <a:avLst/>
                <a:gdLst/>
                <a:ahLst/>
                <a:cxnLst/>
                <a:rect l="l" t="t" r="r" b="b"/>
                <a:pathLst>
                  <a:path w="5868" h="4837" extrusionOk="0">
                    <a:moveTo>
                      <a:pt x="315" y="0"/>
                    </a:moveTo>
                    <a:lnTo>
                      <a:pt x="0" y="143"/>
                    </a:lnTo>
                    <a:lnTo>
                      <a:pt x="3320" y="4837"/>
                    </a:lnTo>
                    <a:lnTo>
                      <a:pt x="5867" y="2547"/>
                    </a:lnTo>
                    <a:lnTo>
                      <a:pt x="3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45"/>
              <p:cNvSpPr/>
              <p:nvPr/>
            </p:nvSpPr>
            <p:spPr>
              <a:xfrm>
                <a:off x="1870675" y="1538850"/>
                <a:ext cx="206800" cy="306875"/>
              </a:xfrm>
              <a:custGeom>
                <a:avLst/>
                <a:gdLst/>
                <a:ahLst/>
                <a:cxnLst/>
                <a:rect l="l" t="t" r="r" b="b"/>
                <a:pathLst>
                  <a:path w="8272" h="12275" extrusionOk="0">
                    <a:moveTo>
                      <a:pt x="5524" y="1"/>
                    </a:moveTo>
                    <a:lnTo>
                      <a:pt x="0" y="3635"/>
                    </a:lnTo>
                    <a:lnTo>
                      <a:pt x="2089" y="11735"/>
                    </a:lnTo>
                    <a:cubicBezTo>
                      <a:pt x="2171" y="11958"/>
                      <a:pt x="2794" y="12274"/>
                      <a:pt x="3628" y="12274"/>
                    </a:cubicBezTo>
                    <a:cubicBezTo>
                      <a:pt x="5148" y="12274"/>
                      <a:pt x="7366" y="11223"/>
                      <a:pt x="8271" y="6640"/>
                    </a:cubicBezTo>
                    <a:cubicBezTo>
                      <a:pt x="5753" y="3206"/>
                      <a:pt x="5524" y="1"/>
                      <a:pt x="5524" y="1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45"/>
              <p:cNvSpPr/>
              <p:nvPr/>
            </p:nvSpPr>
            <p:spPr>
              <a:xfrm>
                <a:off x="1898575" y="1785825"/>
                <a:ext cx="69425" cy="105800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4232" extrusionOk="0">
                    <a:moveTo>
                      <a:pt x="481" y="1"/>
                    </a:moveTo>
                    <a:cubicBezTo>
                      <a:pt x="344" y="1"/>
                      <a:pt x="244" y="100"/>
                      <a:pt x="201" y="339"/>
                    </a:cubicBezTo>
                    <a:cubicBezTo>
                      <a:pt x="0" y="1798"/>
                      <a:pt x="1317" y="4231"/>
                      <a:pt x="1317" y="4231"/>
                    </a:cubicBezTo>
                    <a:cubicBezTo>
                      <a:pt x="1317" y="4231"/>
                      <a:pt x="2691" y="2600"/>
                      <a:pt x="2776" y="2485"/>
                    </a:cubicBezTo>
                    <a:cubicBezTo>
                      <a:pt x="2776" y="2485"/>
                      <a:pt x="1167" y="1"/>
                      <a:pt x="4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45"/>
              <p:cNvSpPr/>
              <p:nvPr/>
            </p:nvSpPr>
            <p:spPr>
              <a:xfrm>
                <a:off x="1741925" y="1358400"/>
                <a:ext cx="393225" cy="313825"/>
              </a:xfrm>
              <a:custGeom>
                <a:avLst/>
                <a:gdLst/>
                <a:ahLst/>
                <a:cxnLst/>
                <a:rect l="l" t="t" r="r" b="b"/>
                <a:pathLst>
                  <a:path w="15729" h="12553" extrusionOk="0">
                    <a:moveTo>
                      <a:pt x="7015" y="1"/>
                    </a:moveTo>
                    <a:cubicBezTo>
                      <a:pt x="4004" y="1"/>
                      <a:pt x="0" y="2428"/>
                      <a:pt x="1058" y="5072"/>
                    </a:cubicBezTo>
                    <a:lnTo>
                      <a:pt x="10559" y="12513"/>
                    </a:lnTo>
                    <a:cubicBezTo>
                      <a:pt x="10752" y="12540"/>
                      <a:pt x="10938" y="12553"/>
                      <a:pt x="11120" y="12553"/>
                    </a:cubicBezTo>
                    <a:cubicBezTo>
                      <a:pt x="14231" y="12553"/>
                      <a:pt x="15728" y="8779"/>
                      <a:pt x="15539" y="7076"/>
                    </a:cubicBezTo>
                    <a:cubicBezTo>
                      <a:pt x="15417" y="6099"/>
                      <a:pt x="15067" y="5871"/>
                      <a:pt x="14767" y="5871"/>
                    </a:cubicBezTo>
                    <a:cubicBezTo>
                      <a:pt x="14504" y="5871"/>
                      <a:pt x="14280" y="6045"/>
                      <a:pt x="14280" y="6045"/>
                    </a:cubicBezTo>
                    <a:cubicBezTo>
                      <a:pt x="14280" y="1208"/>
                      <a:pt x="11365" y="823"/>
                      <a:pt x="10438" y="823"/>
                    </a:cubicBezTo>
                    <a:cubicBezTo>
                      <a:pt x="10263" y="823"/>
                      <a:pt x="10159" y="837"/>
                      <a:pt x="10159" y="837"/>
                    </a:cubicBezTo>
                    <a:cubicBezTo>
                      <a:pt x="10159" y="837"/>
                      <a:pt x="10302" y="150"/>
                      <a:pt x="7268" y="7"/>
                    </a:cubicBezTo>
                    <a:cubicBezTo>
                      <a:pt x="7185" y="3"/>
                      <a:pt x="7100" y="1"/>
                      <a:pt x="70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45"/>
              <p:cNvSpPr/>
              <p:nvPr/>
            </p:nvSpPr>
            <p:spPr>
              <a:xfrm>
                <a:off x="1799825" y="1369300"/>
                <a:ext cx="335325" cy="302925"/>
              </a:xfrm>
              <a:custGeom>
                <a:avLst/>
                <a:gdLst/>
                <a:ahLst/>
                <a:cxnLst/>
                <a:rect l="l" t="t" r="r" b="b"/>
                <a:pathLst>
                  <a:path w="13413" h="12117" extrusionOk="0">
                    <a:moveTo>
                      <a:pt x="7442" y="0"/>
                    </a:moveTo>
                    <a:cubicBezTo>
                      <a:pt x="7098" y="2003"/>
                      <a:pt x="4981" y="4093"/>
                      <a:pt x="1976" y="5123"/>
                    </a:cubicBezTo>
                    <a:cubicBezTo>
                      <a:pt x="1289" y="5352"/>
                      <a:pt x="659" y="5524"/>
                      <a:pt x="1" y="5638"/>
                    </a:cubicBezTo>
                    <a:lnTo>
                      <a:pt x="8215" y="12077"/>
                    </a:lnTo>
                    <a:cubicBezTo>
                      <a:pt x="8408" y="12104"/>
                      <a:pt x="8597" y="12117"/>
                      <a:pt x="8780" y="12117"/>
                    </a:cubicBezTo>
                    <a:cubicBezTo>
                      <a:pt x="11915" y="12117"/>
                      <a:pt x="13412" y="8343"/>
                      <a:pt x="13223" y="6640"/>
                    </a:cubicBezTo>
                    <a:cubicBezTo>
                      <a:pt x="13101" y="5663"/>
                      <a:pt x="12751" y="5435"/>
                      <a:pt x="12451" y="5435"/>
                    </a:cubicBezTo>
                    <a:cubicBezTo>
                      <a:pt x="12188" y="5435"/>
                      <a:pt x="11964" y="5609"/>
                      <a:pt x="11964" y="5609"/>
                    </a:cubicBezTo>
                    <a:cubicBezTo>
                      <a:pt x="11964" y="772"/>
                      <a:pt x="9049" y="387"/>
                      <a:pt x="8122" y="387"/>
                    </a:cubicBezTo>
                    <a:cubicBezTo>
                      <a:pt x="7947" y="387"/>
                      <a:pt x="7843" y="401"/>
                      <a:pt x="7843" y="401"/>
                    </a:cubicBezTo>
                    <a:cubicBezTo>
                      <a:pt x="7843" y="401"/>
                      <a:pt x="7871" y="200"/>
                      <a:pt x="74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45"/>
              <p:cNvSpPr/>
              <p:nvPr/>
            </p:nvSpPr>
            <p:spPr>
              <a:xfrm>
                <a:off x="1799825" y="1369300"/>
                <a:ext cx="335325" cy="302925"/>
              </a:xfrm>
              <a:custGeom>
                <a:avLst/>
                <a:gdLst/>
                <a:ahLst/>
                <a:cxnLst/>
                <a:rect l="l" t="t" r="r" b="b"/>
                <a:pathLst>
                  <a:path w="13413" h="12117" extrusionOk="0">
                    <a:moveTo>
                      <a:pt x="7442" y="0"/>
                    </a:moveTo>
                    <a:cubicBezTo>
                      <a:pt x="7098" y="2003"/>
                      <a:pt x="4981" y="4093"/>
                      <a:pt x="1976" y="5123"/>
                    </a:cubicBezTo>
                    <a:cubicBezTo>
                      <a:pt x="1289" y="5352"/>
                      <a:pt x="659" y="5524"/>
                      <a:pt x="1" y="5638"/>
                    </a:cubicBezTo>
                    <a:lnTo>
                      <a:pt x="8215" y="12077"/>
                    </a:lnTo>
                    <a:cubicBezTo>
                      <a:pt x="8408" y="12104"/>
                      <a:pt x="8597" y="12117"/>
                      <a:pt x="8780" y="12117"/>
                    </a:cubicBezTo>
                    <a:cubicBezTo>
                      <a:pt x="11915" y="12117"/>
                      <a:pt x="13412" y="8343"/>
                      <a:pt x="13223" y="6640"/>
                    </a:cubicBezTo>
                    <a:cubicBezTo>
                      <a:pt x="13101" y="5663"/>
                      <a:pt x="12751" y="5435"/>
                      <a:pt x="12451" y="5435"/>
                    </a:cubicBezTo>
                    <a:cubicBezTo>
                      <a:pt x="12188" y="5435"/>
                      <a:pt x="11964" y="5609"/>
                      <a:pt x="11964" y="5609"/>
                    </a:cubicBezTo>
                    <a:cubicBezTo>
                      <a:pt x="11964" y="772"/>
                      <a:pt x="9049" y="387"/>
                      <a:pt x="8122" y="387"/>
                    </a:cubicBezTo>
                    <a:cubicBezTo>
                      <a:pt x="7947" y="387"/>
                      <a:pt x="7843" y="401"/>
                      <a:pt x="7843" y="401"/>
                    </a:cubicBezTo>
                    <a:cubicBezTo>
                      <a:pt x="7843" y="401"/>
                      <a:pt x="7871" y="200"/>
                      <a:pt x="7442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45"/>
              <p:cNvSpPr/>
              <p:nvPr/>
            </p:nvSpPr>
            <p:spPr>
              <a:xfrm>
                <a:off x="1718275" y="1427375"/>
                <a:ext cx="300525" cy="453500"/>
              </a:xfrm>
              <a:custGeom>
                <a:avLst/>
                <a:gdLst/>
                <a:ahLst/>
                <a:cxnLst/>
                <a:rect l="l" t="t" r="r" b="b"/>
                <a:pathLst>
                  <a:path w="12021" h="18140" extrusionOk="0">
                    <a:moveTo>
                      <a:pt x="6061" y="0"/>
                    </a:moveTo>
                    <a:cubicBezTo>
                      <a:pt x="4926" y="0"/>
                      <a:pt x="3646" y="290"/>
                      <a:pt x="2519" y="1054"/>
                    </a:cubicBezTo>
                    <a:cubicBezTo>
                      <a:pt x="0" y="2743"/>
                      <a:pt x="515" y="7150"/>
                      <a:pt x="659" y="7808"/>
                    </a:cubicBezTo>
                    <a:cubicBezTo>
                      <a:pt x="802" y="8409"/>
                      <a:pt x="1861" y="9010"/>
                      <a:pt x="1861" y="9010"/>
                    </a:cubicBezTo>
                    <a:cubicBezTo>
                      <a:pt x="1861" y="12416"/>
                      <a:pt x="2919" y="15278"/>
                      <a:pt x="6983" y="18140"/>
                    </a:cubicBezTo>
                    <a:cubicBezTo>
                      <a:pt x="6983" y="18140"/>
                      <a:pt x="11362" y="15507"/>
                      <a:pt x="11534" y="13961"/>
                    </a:cubicBezTo>
                    <a:cubicBezTo>
                      <a:pt x="12020" y="8724"/>
                      <a:pt x="9817" y="1855"/>
                      <a:pt x="9015" y="940"/>
                    </a:cubicBezTo>
                    <a:cubicBezTo>
                      <a:pt x="8593" y="423"/>
                      <a:pt x="7433" y="0"/>
                      <a:pt x="6061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45"/>
              <p:cNvSpPr/>
              <p:nvPr/>
            </p:nvSpPr>
            <p:spPr>
              <a:xfrm>
                <a:off x="1915750" y="1424525"/>
                <a:ext cx="107275" cy="196625"/>
              </a:xfrm>
              <a:custGeom>
                <a:avLst/>
                <a:gdLst/>
                <a:ahLst/>
                <a:cxnLst/>
                <a:rect l="l" t="t" r="r" b="b"/>
                <a:pathLst>
                  <a:path w="4291" h="7865" extrusionOk="0">
                    <a:moveTo>
                      <a:pt x="2591" y="0"/>
                    </a:moveTo>
                    <a:cubicBezTo>
                      <a:pt x="2457" y="0"/>
                      <a:pt x="2309" y="44"/>
                      <a:pt x="2147" y="138"/>
                    </a:cubicBezTo>
                    <a:cubicBezTo>
                      <a:pt x="0" y="1368"/>
                      <a:pt x="1574" y="7865"/>
                      <a:pt x="1574" y="7865"/>
                    </a:cubicBezTo>
                    <a:lnTo>
                      <a:pt x="3749" y="7035"/>
                    </a:lnTo>
                    <a:cubicBezTo>
                      <a:pt x="3749" y="7035"/>
                      <a:pt x="4290" y="0"/>
                      <a:pt x="25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45"/>
              <p:cNvSpPr/>
              <p:nvPr/>
            </p:nvSpPr>
            <p:spPr>
              <a:xfrm>
                <a:off x="1915750" y="1424525"/>
                <a:ext cx="107275" cy="196625"/>
              </a:xfrm>
              <a:custGeom>
                <a:avLst/>
                <a:gdLst/>
                <a:ahLst/>
                <a:cxnLst/>
                <a:rect l="l" t="t" r="r" b="b"/>
                <a:pathLst>
                  <a:path w="4291" h="7865" extrusionOk="0">
                    <a:moveTo>
                      <a:pt x="2591" y="0"/>
                    </a:moveTo>
                    <a:cubicBezTo>
                      <a:pt x="2457" y="0"/>
                      <a:pt x="2309" y="44"/>
                      <a:pt x="2147" y="138"/>
                    </a:cubicBezTo>
                    <a:cubicBezTo>
                      <a:pt x="0" y="1368"/>
                      <a:pt x="1574" y="7865"/>
                      <a:pt x="1574" y="7865"/>
                    </a:cubicBezTo>
                    <a:lnTo>
                      <a:pt x="3749" y="7035"/>
                    </a:lnTo>
                    <a:cubicBezTo>
                      <a:pt x="3749" y="7035"/>
                      <a:pt x="4290" y="0"/>
                      <a:pt x="2591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45"/>
              <p:cNvSpPr/>
              <p:nvPr/>
            </p:nvSpPr>
            <p:spPr>
              <a:xfrm>
                <a:off x="1891425" y="1546725"/>
                <a:ext cx="181750" cy="78025"/>
              </a:xfrm>
              <a:custGeom>
                <a:avLst/>
                <a:gdLst/>
                <a:ahLst/>
                <a:cxnLst/>
                <a:rect l="l" t="t" r="r" b="b"/>
                <a:pathLst>
                  <a:path w="7270" h="3121" extrusionOk="0">
                    <a:moveTo>
                      <a:pt x="5495" y="1"/>
                    </a:moveTo>
                    <a:lnTo>
                      <a:pt x="57" y="2347"/>
                    </a:lnTo>
                    <a:lnTo>
                      <a:pt x="0" y="3120"/>
                    </a:lnTo>
                    <a:lnTo>
                      <a:pt x="4865" y="659"/>
                    </a:lnTo>
                    <a:cubicBezTo>
                      <a:pt x="4865" y="659"/>
                      <a:pt x="5538" y="1228"/>
                      <a:pt x="6134" y="1228"/>
                    </a:cubicBezTo>
                    <a:cubicBezTo>
                      <a:pt x="6305" y="1228"/>
                      <a:pt x="6470" y="1181"/>
                      <a:pt x="6611" y="1059"/>
                    </a:cubicBezTo>
                    <a:cubicBezTo>
                      <a:pt x="7269" y="487"/>
                      <a:pt x="5495" y="1"/>
                      <a:pt x="54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45"/>
              <p:cNvSpPr/>
              <p:nvPr/>
            </p:nvSpPr>
            <p:spPr>
              <a:xfrm>
                <a:off x="1964400" y="1534125"/>
                <a:ext cx="67225" cy="133550"/>
              </a:xfrm>
              <a:custGeom>
                <a:avLst/>
                <a:gdLst/>
                <a:ahLst/>
                <a:cxnLst/>
                <a:rect l="l" t="t" r="r" b="b"/>
                <a:pathLst>
                  <a:path w="2689" h="5342" extrusionOk="0">
                    <a:moveTo>
                      <a:pt x="1412" y="0"/>
                    </a:moveTo>
                    <a:cubicBezTo>
                      <a:pt x="1043" y="0"/>
                      <a:pt x="673" y="232"/>
                      <a:pt x="430" y="762"/>
                    </a:cubicBezTo>
                    <a:cubicBezTo>
                      <a:pt x="201" y="1363"/>
                      <a:pt x="0" y="5055"/>
                      <a:pt x="1002" y="5313"/>
                    </a:cubicBezTo>
                    <a:cubicBezTo>
                      <a:pt x="1062" y="5332"/>
                      <a:pt x="1121" y="5341"/>
                      <a:pt x="1179" y="5341"/>
                    </a:cubicBezTo>
                    <a:cubicBezTo>
                      <a:pt x="2060" y="5341"/>
                      <a:pt x="2689" y="3182"/>
                      <a:pt x="2662" y="1678"/>
                    </a:cubicBezTo>
                    <a:cubicBezTo>
                      <a:pt x="2662" y="669"/>
                      <a:pt x="2038" y="0"/>
                      <a:pt x="1412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45"/>
              <p:cNvSpPr/>
              <p:nvPr/>
            </p:nvSpPr>
            <p:spPr>
              <a:xfrm>
                <a:off x="1692525" y="1605400"/>
                <a:ext cx="94450" cy="112350"/>
              </a:xfrm>
              <a:custGeom>
                <a:avLst/>
                <a:gdLst/>
                <a:ahLst/>
                <a:cxnLst/>
                <a:rect l="l" t="t" r="r" b="b"/>
                <a:pathLst>
                  <a:path w="3778" h="4494" extrusionOk="0">
                    <a:moveTo>
                      <a:pt x="0" y="0"/>
                    </a:moveTo>
                    <a:cubicBezTo>
                      <a:pt x="57" y="2290"/>
                      <a:pt x="572" y="4494"/>
                      <a:pt x="2375" y="4494"/>
                    </a:cubicBezTo>
                    <a:cubicBezTo>
                      <a:pt x="3663" y="4494"/>
                      <a:pt x="3778" y="2490"/>
                      <a:pt x="35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45"/>
              <p:cNvSpPr/>
              <p:nvPr/>
            </p:nvSpPr>
            <p:spPr>
              <a:xfrm>
                <a:off x="1702525" y="1619700"/>
                <a:ext cx="74450" cy="88025"/>
              </a:xfrm>
              <a:custGeom>
                <a:avLst/>
                <a:gdLst/>
                <a:ahLst/>
                <a:cxnLst/>
                <a:rect l="l" t="t" r="r" b="b"/>
                <a:pathLst>
                  <a:path w="2978" h="3521" extrusionOk="0">
                    <a:moveTo>
                      <a:pt x="1" y="1"/>
                    </a:moveTo>
                    <a:cubicBezTo>
                      <a:pt x="29" y="1804"/>
                      <a:pt x="459" y="3521"/>
                      <a:pt x="1861" y="3521"/>
                    </a:cubicBezTo>
                    <a:cubicBezTo>
                      <a:pt x="2863" y="3521"/>
                      <a:pt x="2977" y="1975"/>
                      <a:pt x="2834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45"/>
              <p:cNvSpPr/>
              <p:nvPr/>
            </p:nvSpPr>
            <p:spPr>
              <a:xfrm>
                <a:off x="1758325" y="1625425"/>
                <a:ext cx="79450" cy="162675"/>
              </a:xfrm>
              <a:custGeom>
                <a:avLst/>
                <a:gdLst/>
                <a:ahLst/>
                <a:cxnLst/>
                <a:rect l="l" t="t" r="r" b="b"/>
                <a:pathLst>
                  <a:path w="3178" h="6507" extrusionOk="0">
                    <a:moveTo>
                      <a:pt x="1146" y="1"/>
                    </a:moveTo>
                    <a:cubicBezTo>
                      <a:pt x="602" y="2376"/>
                      <a:pt x="1" y="6154"/>
                      <a:pt x="287" y="6440"/>
                    </a:cubicBezTo>
                    <a:cubicBezTo>
                      <a:pt x="333" y="6486"/>
                      <a:pt x="429" y="6506"/>
                      <a:pt x="558" y="6506"/>
                    </a:cubicBezTo>
                    <a:cubicBezTo>
                      <a:pt x="1230" y="6506"/>
                      <a:pt x="2805" y="5960"/>
                      <a:pt x="2949" y="5696"/>
                    </a:cubicBezTo>
                    <a:cubicBezTo>
                      <a:pt x="3178" y="5352"/>
                      <a:pt x="1575" y="1603"/>
                      <a:pt x="1575" y="1603"/>
                    </a:cubicBezTo>
                    <a:lnTo>
                      <a:pt x="1146" y="1"/>
                    </a:ln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45"/>
              <p:cNvSpPr/>
              <p:nvPr/>
            </p:nvSpPr>
            <p:spPr>
              <a:xfrm>
                <a:off x="1776225" y="1622575"/>
                <a:ext cx="62275" cy="150675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6027" extrusionOk="0">
                    <a:moveTo>
                      <a:pt x="745" y="0"/>
                    </a:moveTo>
                    <a:cubicBezTo>
                      <a:pt x="258" y="2318"/>
                      <a:pt x="0" y="5667"/>
                      <a:pt x="201" y="5924"/>
                    </a:cubicBezTo>
                    <a:cubicBezTo>
                      <a:pt x="260" y="5997"/>
                      <a:pt x="396" y="6027"/>
                      <a:pt x="572" y="6027"/>
                    </a:cubicBezTo>
                    <a:cubicBezTo>
                      <a:pt x="1165" y="6027"/>
                      <a:pt x="2215" y="5687"/>
                      <a:pt x="2347" y="5466"/>
                    </a:cubicBezTo>
                    <a:cubicBezTo>
                      <a:pt x="2490" y="5238"/>
                      <a:pt x="1088" y="1574"/>
                      <a:pt x="1088" y="1574"/>
                    </a:cubicBezTo>
                    <a:lnTo>
                      <a:pt x="745" y="0"/>
                    </a:ln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45"/>
              <p:cNvSpPr/>
              <p:nvPr/>
            </p:nvSpPr>
            <p:spPr>
              <a:xfrm>
                <a:off x="1764050" y="1431675"/>
                <a:ext cx="127650" cy="67250"/>
              </a:xfrm>
              <a:custGeom>
                <a:avLst/>
                <a:gdLst/>
                <a:ahLst/>
                <a:cxnLst/>
                <a:rect l="l" t="t" r="r" b="b"/>
                <a:pathLst>
                  <a:path w="5106" h="2690" extrusionOk="0">
                    <a:moveTo>
                      <a:pt x="3792" y="0"/>
                    </a:moveTo>
                    <a:cubicBezTo>
                      <a:pt x="3640" y="0"/>
                      <a:pt x="3498" y="39"/>
                      <a:pt x="3407" y="109"/>
                    </a:cubicBezTo>
                    <a:cubicBezTo>
                      <a:pt x="5105" y="290"/>
                      <a:pt x="3240" y="1951"/>
                      <a:pt x="2014" y="1951"/>
                    </a:cubicBezTo>
                    <a:cubicBezTo>
                      <a:pt x="1877" y="1951"/>
                      <a:pt x="1748" y="1930"/>
                      <a:pt x="1632" y="1884"/>
                    </a:cubicBezTo>
                    <a:cubicBezTo>
                      <a:pt x="487" y="1397"/>
                      <a:pt x="2434" y="81"/>
                      <a:pt x="2434" y="81"/>
                    </a:cubicBezTo>
                    <a:lnTo>
                      <a:pt x="2434" y="81"/>
                    </a:lnTo>
                    <a:lnTo>
                      <a:pt x="230" y="252"/>
                    </a:lnTo>
                    <a:lnTo>
                      <a:pt x="1" y="1340"/>
                    </a:lnTo>
                    <a:cubicBezTo>
                      <a:pt x="52" y="2312"/>
                      <a:pt x="761" y="2690"/>
                      <a:pt x="1596" y="2690"/>
                    </a:cubicBezTo>
                    <a:cubicBezTo>
                      <a:pt x="2629" y="2690"/>
                      <a:pt x="3854" y="2112"/>
                      <a:pt x="4265" y="1369"/>
                    </a:cubicBezTo>
                    <a:cubicBezTo>
                      <a:pt x="4827" y="374"/>
                      <a:pt x="4262" y="0"/>
                      <a:pt x="37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45"/>
              <p:cNvSpPr/>
              <p:nvPr/>
            </p:nvSpPr>
            <p:spPr>
              <a:xfrm>
                <a:off x="1981575" y="1676100"/>
                <a:ext cx="129525" cy="236975"/>
              </a:xfrm>
              <a:custGeom>
                <a:avLst/>
                <a:gdLst/>
                <a:ahLst/>
                <a:cxnLst/>
                <a:rect l="l" t="t" r="r" b="b"/>
                <a:pathLst>
                  <a:path w="5181" h="9479" extrusionOk="0">
                    <a:moveTo>
                      <a:pt x="3139" y="1"/>
                    </a:moveTo>
                    <a:cubicBezTo>
                      <a:pt x="3117" y="1"/>
                      <a:pt x="3110" y="12"/>
                      <a:pt x="3120" y="34"/>
                    </a:cubicBezTo>
                    <a:cubicBezTo>
                      <a:pt x="3520" y="1837"/>
                      <a:pt x="1746" y="5701"/>
                      <a:pt x="0" y="6703"/>
                    </a:cubicBezTo>
                    <a:cubicBezTo>
                      <a:pt x="1088" y="8162"/>
                      <a:pt x="3148" y="9479"/>
                      <a:pt x="3148" y="9479"/>
                    </a:cubicBezTo>
                    <a:cubicBezTo>
                      <a:pt x="3148" y="9479"/>
                      <a:pt x="5180" y="4270"/>
                      <a:pt x="4436" y="1179"/>
                    </a:cubicBezTo>
                    <a:cubicBezTo>
                      <a:pt x="4309" y="646"/>
                      <a:pt x="3305" y="1"/>
                      <a:pt x="3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45"/>
              <p:cNvSpPr/>
              <p:nvPr/>
            </p:nvSpPr>
            <p:spPr>
              <a:xfrm>
                <a:off x="2225550" y="1737750"/>
                <a:ext cx="177450" cy="251875"/>
              </a:xfrm>
              <a:custGeom>
                <a:avLst/>
                <a:gdLst/>
                <a:ahLst/>
                <a:cxnLst/>
                <a:rect l="l" t="t" r="r" b="b"/>
                <a:pathLst>
                  <a:path w="7098" h="10075" extrusionOk="0">
                    <a:moveTo>
                      <a:pt x="3666" y="1"/>
                    </a:moveTo>
                    <a:cubicBezTo>
                      <a:pt x="683" y="1"/>
                      <a:pt x="0" y="9817"/>
                      <a:pt x="0" y="9817"/>
                    </a:cubicBezTo>
                    <a:cubicBezTo>
                      <a:pt x="1107" y="8556"/>
                      <a:pt x="2230" y="8126"/>
                      <a:pt x="3247" y="8126"/>
                    </a:cubicBezTo>
                    <a:cubicBezTo>
                      <a:pt x="5414" y="8126"/>
                      <a:pt x="7098" y="10075"/>
                      <a:pt x="7098" y="10075"/>
                    </a:cubicBezTo>
                    <a:cubicBezTo>
                      <a:pt x="7098" y="10075"/>
                      <a:pt x="6697" y="87"/>
                      <a:pt x="3692" y="1"/>
                    </a:cubicBezTo>
                    <a:cubicBezTo>
                      <a:pt x="3683" y="1"/>
                      <a:pt x="3675" y="1"/>
                      <a:pt x="36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45"/>
              <p:cNvSpPr/>
              <p:nvPr/>
            </p:nvSpPr>
            <p:spPr>
              <a:xfrm>
                <a:off x="2225550" y="1737750"/>
                <a:ext cx="177450" cy="251875"/>
              </a:xfrm>
              <a:custGeom>
                <a:avLst/>
                <a:gdLst/>
                <a:ahLst/>
                <a:cxnLst/>
                <a:rect l="l" t="t" r="r" b="b"/>
                <a:pathLst>
                  <a:path w="7098" h="10075" extrusionOk="0">
                    <a:moveTo>
                      <a:pt x="3666" y="1"/>
                    </a:moveTo>
                    <a:cubicBezTo>
                      <a:pt x="683" y="1"/>
                      <a:pt x="0" y="9817"/>
                      <a:pt x="0" y="9817"/>
                    </a:cubicBezTo>
                    <a:cubicBezTo>
                      <a:pt x="1107" y="8556"/>
                      <a:pt x="2230" y="8126"/>
                      <a:pt x="3247" y="8126"/>
                    </a:cubicBezTo>
                    <a:cubicBezTo>
                      <a:pt x="5414" y="8126"/>
                      <a:pt x="7098" y="10075"/>
                      <a:pt x="7098" y="10075"/>
                    </a:cubicBezTo>
                    <a:cubicBezTo>
                      <a:pt x="7098" y="10075"/>
                      <a:pt x="6697" y="87"/>
                      <a:pt x="3692" y="1"/>
                    </a:cubicBezTo>
                    <a:cubicBezTo>
                      <a:pt x="3683" y="1"/>
                      <a:pt x="3675" y="1"/>
                      <a:pt x="3666" y="1"/>
                    </a:cubicBezTo>
                    <a:close/>
                  </a:path>
                </a:pathLst>
              </a:custGeom>
              <a:solidFill>
                <a:srgbClr val="000000">
                  <a:alpha val="30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45"/>
              <p:cNvSpPr/>
              <p:nvPr/>
            </p:nvSpPr>
            <p:spPr>
              <a:xfrm>
                <a:off x="1107250" y="2132250"/>
                <a:ext cx="286225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11449" h="4320" extrusionOk="0">
                    <a:moveTo>
                      <a:pt x="1611" y="0"/>
                    </a:moveTo>
                    <a:cubicBezTo>
                      <a:pt x="1256" y="0"/>
                      <a:pt x="892" y="19"/>
                      <a:pt x="630" y="19"/>
                    </a:cubicBezTo>
                    <a:cubicBezTo>
                      <a:pt x="229" y="19"/>
                      <a:pt x="1" y="362"/>
                      <a:pt x="86" y="734"/>
                    </a:cubicBezTo>
                    <a:cubicBezTo>
                      <a:pt x="487" y="1936"/>
                      <a:pt x="1546" y="1879"/>
                      <a:pt x="3091" y="2022"/>
                    </a:cubicBezTo>
                    <a:cubicBezTo>
                      <a:pt x="5181" y="2194"/>
                      <a:pt x="6354" y="3768"/>
                      <a:pt x="7642" y="4254"/>
                    </a:cubicBezTo>
                    <a:cubicBezTo>
                      <a:pt x="7753" y="4299"/>
                      <a:pt x="7874" y="4319"/>
                      <a:pt x="8001" y="4319"/>
                    </a:cubicBezTo>
                    <a:cubicBezTo>
                      <a:pt x="9347" y="4319"/>
                      <a:pt x="11448" y="2051"/>
                      <a:pt x="11448" y="2051"/>
                    </a:cubicBezTo>
                    <a:cubicBezTo>
                      <a:pt x="11448" y="2051"/>
                      <a:pt x="9187" y="105"/>
                      <a:pt x="7327" y="47"/>
                    </a:cubicBezTo>
                    <a:cubicBezTo>
                      <a:pt x="7140" y="39"/>
                      <a:pt x="6957" y="35"/>
                      <a:pt x="6778" y="35"/>
                    </a:cubicBezTo>
                    <a:cubicBezTo>
                      <a:pt x="5698" y="35"/>
                      <a:pt x="4759" y="170"/>
                      <a:pt x="3787" y="170"/>
                    </a:cubicBezTo>
                    <a:cubicBezTo>
                      <a:pt x="3321" y="170"/>
                      <a:pt x="2847" y="139"/>
                      <a:pt x="2347" y="47"/>
                    </a:cubicBezTo>
                    <a:cubicBezTo>
                      <a:pt x="2139" y="11"/>
                      <a:pt x="1878" y="0"/>
                      <a:pt x="1611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45"/>
              <p:cNvSpPr/>
              <p:nvPr/>
            </p:nvSpPr>
            <p:spPr>
              <a:xfrm>
                <a:off x="1952225" y="1837200"/>
                <a:ext cx="53700" cy="6300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520" extrusionOk="0">
                    <a:moveTo>
                      <a:pt x="1603" y="1"/>
                    </a:moveTo>
                    <a:lnTo>
                      <a:pt x="316" y="115"/>
                    </a:lnTo>
                    <a:lnTo>
                      <a:pt x="1" y="1174"/>
                    </a:lnTo>
                    <a:lnTo>
                      <a:pt x="1317" y="2519"/>
                    </a:lnTo>
                    <a:lnTo>
                      <a:pt x="2147" y="1289"/>
                    </a:lnTo>
                    <a:lnTo>
                      <a:pt x="16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45"/>
              <p:cNvSpPr/>
              <p:nvPr/>
            </p:nvSpPr>
            <p:spPr>
              <a:xfrm>
                <a:off x="1437075" y="2323750"/>
                <a:ext cx="40825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1660" extrusionOk="0">
                    <a:moveTo>
                      <a:pt x="831" y="0"/>
                    </a:moveTo>
                    <a:cubicBezTo>
                      <a:pt x="344" y="0"/>
                      <a:pt x="1" y="372"/>
                      <a:pt x="1" y="830"/>
                    </a:cubicBezTo>
                    <a:cubicBezTo>
                      <a:pt x="1" y="1288"/>
                      <a:pt x="344" y="1660"/>
                      <a:pt x="831" y="1660"/>
                    </a:cubicBezTo>
                    <a:cubicBezTo>
                      <a:pt x="1289" y="1660"/>
                      <a:pt x="1632" y="1288"/>
                      <a:pt x="1632" y="830"/>
                    </a:cubicBezTo>
                    <a:cubicBezTo>
                      <a:pt x="1632" y="372"/>
                      <a:pt x="1289" y="0"/>
                      <a:pt x="831" y="0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45"/>
              <p:cNvSpPr/>
              <p:nvPr/>
            </p:nvSpPr>
            <p:spPr>
              <a:xfrm>
                <a:off x="1488600" y="2358800"/>
                <a:ext cx="28650" cy="28650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1146" extrusionOk="0">
                    <a:moveTo>
                      <a:pt x="573" y="0"/>
                    </a:moveTo>
                    <a:cubicBezTo>
                      <a:pt x="258" y="0"/>
                      <a:pt x="1" y="258"/>
                      <a:pt x="1" y="573"/>
                    </a:cubicBezTo>
                    <a:cubicBezTo>
                      <a:pt x="1" y="888"/>
                      <a:pt x="258" y="1145"/>
                      <a:pt x="573" y="1145"/>
                    </a:cubicBezTo>
                    <a:cubicBezTo>
                      <a:pt x="916" y="1145"/>
                      <a:pt x="1145" y="888"/>
                      <a:pt x="1145" y="573"/>
                    </a:cubicBezTo>
                    <a:cubicBezTo>
                      <a:pt x="1145" y="258"/>
                      <a:pt x="916" y="0"/>
                      <a:pt x="573" y="0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45"/>
              <p:cNvSpPr/>
              <p:nvPr/>
            </p:nvSpPr>
            <p:spPr>
              <a:xfrm>
                <a:off x="675825" y="1938100"/>
                <a:ext cx="44575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7830" h="28448" extrusionOk="0">
                    <a:moveTo>
                      <a:pt x="11104" y="0"/>
                    </a:moveTo>
                    <a:cubicBezTo>
                      <a:pt x="11104" y="0"/>
                      <a:pt x="5323" y="8557"/>
                      <a:pt x="0" y="10504"/>
                    </a:cubicBezTo>
                    <a:cubicBezTo>
                      <a:pt x="5838" y="17573"/>
                      <a:pt x="11763" y="24899"/>
                      <a:pt x="16170" y="28448"/>
                    </a:cubicBezTo>
                    <a:cubicBezTo>
                      <a:pt x="16571" y="27389"/>
                      <a:pt x="16914" y="26330"/>
                      <a:pt x="17315" y="25414"/>
                    </a:cubicBezTo>
                    <a:cubicBezTo>
                      <a:pt x="17830" y="21694"/>
                      <a:pt x="17630" y="16971"/>
                      <a:pt x="16685" y="11992"/>
                    </a:cubicBezTo>
                    <a:cubicBezTo>
                      <a:pt x="15884" y="7985"/>
                      <a:pt x="14710" y="4350"/>
                      <a:pt x="13279" y="1345"/>
                    </a:cubicBezTo>
                    <a:cubicBezTo>
                      <a:pt x="12535" y="830"/>
                      <a:pt x="11820" y="372"/>
                      <a:pt x="1110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45"/>
              <p:cNvSpPr/>
              <p:nvPr/>
            </p:nvSpPr>
            <p:spPr>
              <a:xfrm>
                <a:off x="1976550" y="1557375"/>
                <a:ext cx="43675" cy="87725"/>
              </a:xfrm>
              <a:custGeom>
                <a:avLst/>
                <a:gdLst/>
                <a:ahLst/>
                <a:cxnLst/>
                <a:rect l="l" t="t" r="r" b="b"/>
                <a:pathLst>
                  <a:path w="1747" h="3509" extrusionOk="0">
                    <a:moveTo>
                      <a:pt x="929" y="0"/>
                    </a:moveTo>
                    <a:cubicBezTo>
                      <a:pt x="688" y="0"/>
                      <a:pt x="446" y="151"/>
                      <a:pt x="287" y="490"/>
                    </a:cubicBezTo>
                    <a:cubicBezTo>
                      <a:pt x="87" y="891"/>
                      <a:pt x="1" y="3295"/>
                      <a:pt x="659" y="3495"/>
                    </a:cubicBezTo>
                    <a:cubicBezTo>
                      <a:pt x="694" y="3504"/>
                      <a:pt x="728" y="3509"/>
                      <a:pt x="761" y="3509"/>
                    </a:cubicBezTo>
                    <a:cubicBezTo>
                      <a:pt x="1361" y="3509"/>
                      <a:pt x="1747" y="2096"/>
                      <a:pt x="1747" y="1120"/>
                    </a:cubicBezTo>
                    <a:cubicBezTo>
                      <a:pt x="1747" y="435"/>
                      <a:pt x="1338" y="0"/>
                      <a:pt x="929" y="0"/>
                    </a:cubicBezTo>
                    <a:close/>
                  </a:path>
                </a:pathLst>
              </a:custGeom>
              <a:solidFill>
                <a:srgbClr val="CC4F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45"/>
              <p:cNvSpPr/>
              <p:nvPr/>
            </p:nvSpPr>
            <p:spPr>
              <a:xfrm>
                <a:off x="1972975" y="1581325"/>
                <a:ext cx="30800" cy="64475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2579" extrusionOk="0">
                    <a:moveTo>
                      <a:pt x="636" y="0"/>
                    </a:moveTo>
                    <a:cubicBezTo>
                      <a:pt x="463" y="0"/>
                      <a:pt x="288" y="109"/>
                      <a:pt x="172" y="362"/>
                    </a:cubicBezTo>
                    <a:cubicBezTo>
                      <a:pt x="58" y="649"/>
                      <a:pt x="1" y="2480"/>
                      <a:pt x="430" y="2566"/>
                    </a:cubicBezTo>
                    <a:cubicBezTo>
                      <a:pt x="458" y="2574"/>
                      <a:pt x="486" y="2578"/>
                      <a:pt x="512" y="2578"/>
                    </a:cubicBezTo>
                    <a:cubicBezTo>
                      <a:pt x="952" y="2578"/>
                      <a:pt x="1231" y="1520"/>
                      <a:pt x="1231" y="792"/>
                    </a:cubicBezTo>
                    <a:cubicBezTo>
                      <a:pt x="1231" y="322"/>
                      <a:pt x="934" y="0"/>
                      <a:pt x="636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45"/>
              <p:cNvSpPr/>
              <p:nvPr/>
            </p:nvSpPr>
            <p:spPr>
              <a:xfrm>
                <a:off x="2279200" y="2871075"/>
                <a:ext cx="39375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1575" h="1661" extrusionOk="0">
                    <a:moveTo>
                      <a:pt x="802" y="1"/>
                    </a:moveTo>
                    <a:cubicBezTo>
                      <a:pt x="373" y="1"/>
                      <a:pt x="1" y="344"/>
                      <a:pt x="1" y="831"/>
                    </a:cubicBezTo>
                    <a:cubicBezTo>
                      <a:pt x="1" y="1289"/>
                      <a:pt x="373" y="1661"/>
                      <a:pt x="802" y="1661"/>
                    </a:cubicBezTo>
                    <a:cubicBezTo>
                      <a:pt x="1231" y="1661"/>
                      <a:pt x="1575" y="1289"/>
                      <a:pt x="1575" y="831"/>
                    </a:cubicBezTo>
                    <a:cubicBezTo>
                      <a:pt x="1575" y="344"/>
                      <a:pt x="1231" y="1"/>
                      <a:pt x="802" y="1"/>
                    </a:cubicBezTo>
                    <a:close/>
                  </a:path>
                </a:pathLst>
              </a:custGeom>
              <a:solidFill>
                <a:srgbClr val="000000">
                  <a:alpha val="30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45"/>
              <p:cNvSpPr/>
              <p:nvPr/>
            </p:nvSpPr>
            <p:spPr>
              <a:xfrm>
                <a:off x="2292800" y="2831025"/>
                <a:ext cx="25075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1002" extrusionOk="0">
                    <a:moveTo>
                      <a:pt x="516" y="0"/>
                    </a:moveTo>
                    <a:cubicBezTo>
                      <a:pt x="229" y="0"/>
                      <a:pt x="1" y="229"/>
                      <a:pt x="1" y="487"/>
                    </a:cubicBezTo>
                    <a:cubicBezTo>
                      <a:pt x="1" y="773"/>
                      <a:pt x="229" y="1002"/>
                      <a:pt x="516" y="1002"/>
                    </a:cubicBezTo>
                    <a:cubicBezTo>
                      <a:pt x="773" y="1002"/>
                      <a:pt x="1002" y="773"/>
                      <a:pt x="1002" y="487"/>
                    </a:cubicBezTo>
                    <a:cubicBezTo>
                      <a:pt x="1002" y="229"/>
                      <a:pt x="773" y="0"/>
                      <a:pt x="516" y="0"/>
                    </a:cubicBezTo>
                    <a:close/>
                  </a:path>
                </a:pathLst>
              </a:custGeom>
              <a:solidFill>
                <a:srgbClr val="000000">
                  <a:alpha val="30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45"/>
              <p:cNvSpPr/>
              <p:nvPr/>
            </p:nvSpPr>
            <p:spPr>
              <a:xfrm>
                <a:off x="1852775" y="1756575"/>
                <a:ext cx="78025" cy="74825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2993" extrusionOk="0">
                    <a:moveTo>
                      <a:pt x="1585" y="1"/>
                    </a:moveTo>
                    <a:cubicBezTo>
                      <a:pt x="1140" y="1"/>
                      <a:pt x="603" y="136"/>
                      <a:pt x="172" y="536"/>
                    </a:cubicBezTo>
                    <a:cubicBezTo>
                      <a:pt x="1" y="736"/>
                      <a:pt x="1" y="1681"/>
                      <a:pt x="430" y="2110"/>
                    </a:cubicBezTo>
                    <a:cubicBezTo>
                      <a:pt x="745" y="2453"/>
                      <a:pt x="1260" y="2797"/>
                      <a:pt x="1518" y="2911"/>
                    </a:cubicBezTo>
                    <a:cubicBezTo>
                      <a:pt x="1619" y="2952"/>
                      <a:pt x="1806" y="2992"/>
                      <a:pt x="1957" y="2992"/>
                    </a:cubicBezTo>
                    <a:cubicBezTo>
                      <a:pt x="2020" y="2992"/>
                      <a:pt x="2077" y="2985"/>
                      <a:pt x="2119" y="2968"/>
                    </a:cubicBezTo>
                    <a:cubicBezTo>
                      <a:pt x="2347" y="2911"/>
                      <a:pt x="2863" y="2568"/>
                      <a:pt x="2948" y="2339"/>
                    </a:cubicBezTo>
                    <a:cubicBezTo>
                      <a:pt x="3120" y="1824"/>
                      <a:pt x="2834" y="622"/>
                      <a:pt x="2405" y="221"/>
                    </a:cubicBezTo>
                    <a:cubicBezTo>
                      <a:pt x="2285" y="102"/>
                      <a:pt x="1970" y="1"/>
                      <a:pt x="15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45"/>
              <p:cNvSpPr/>
              <p:nvPr/>
            </p:nvSpPr>
            <p:spPr>
              <a:xfrm>
                <a:off x="1869225" y="1761550"/>
                <a:ext cx="45100" cy="31325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1253" extrusionOk="0">
                    <a:moveTo>
                      <a:pt x="729" y="0"/>
                    </a:moveTo>
                    <a:cubicBezTo>
                      <a:pt x="636" y="0"/>
                      <a:pt x="552" y="8"/>
                      <a:pt x="487" y="22"/>
                    </a:cubicBezTo>
                    <a:cubicBezTo>
                      <a:pt x="373" y="51"/>
                      <a:pt x="173" y="136"/>
                      <a:pt x="58" y="280"/>
                    </a:cubicBezTo>
                    <a:cubicBezTo>
                      <a:pt x="1" y="423"/>
                      <a:pt x="30" y="881"/>
                      <a:pt x="30" y="881"/>
                    </a:cubicBezTo>
                    <a:cubicBezTo>
                      <a:pt x="30" y="1052"/>
                      <a:pt x="173" y="1253"/>
                      <a:pt x="373" y="1253"/>
                    </a:cubicBezTo>
                    <a:lnTo>
                      <a:pt x="1489" y="1195"/>
                    </a:lnTo>
                    <a:cubicBezTo>
                      <a:pt x="1661" y="1195"/>
                      <a:pt x="1804" y="1024"/>
                      <a:pt x="1775" y="852"/>
                    </a:cubicBezTo>
                    <a:cubicBezTo>
                      <a:pt x="1718" y="594"/>
                      <a:pt x="1632" y="337"/>
                      <a:pt x="1489" y="194"/>
                    </a:cubicBezTo>
                    <a:cubicBezTo>
                      <a:pt x="1360" y="65"/>
                      <a:pt x="1006" y="0"/>
                      <a:pt x="7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45"/>
              <p:cNvSpPr/>
              <p:nvPr/>
            </p:nvSpPr>
            <p:spPr>
              <a:xfrm>
                <a:off x="1890700" y="1807925"/>
                <a:ext cx="29350" cy="17475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699" extrusionOk="0">
                    <a:moveTo>
                      <a:pt x="1048" y="0"/>
                    </a:moveTo>
                    <a:cubicBezTo>
                      <a:pt x="948" y="0"/>
                      <a:pt x="792" y="62"/>
                      <a:pt x="602" y="142"/>
                    </a:cubicBezTo>
                    <a:cubicBezTo>
                      <a:pt x="258" y="285"/>
                      <a:pt x="1" y="399"/>
                      <a:pt x="58" y="571"/>
                    </a:cubicBezTo>
                    <a:cubicBezTo>
                      <a:pt x="91" y="654"/>
                      <a:pt x="192" y="699"/>
                      <a:pt x="322" y="699"/>
                    </a:cubicBezTo>
                    <a:cubicBezTo>
                      <a:pt x="415" y="699"/>
                      <a:pt x="523" y="676"/>
                      <a:pt x="630" y="628"/>
                    </a:cubicBezTo>
                    <a:cubicBezTo>
                      <a:pt x="916" y="571"/>
                      <a:pt x="1174" y="313"/>
                      <a:pt x="1174" y="142"/>
                    </a:cubicBezTo>
                    <a:cubicBezTo>
                      <a:pt x="1174" y="40"/>
                      <a:pt x="1129" y="0"/>
                      <a:pt x="10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45"/>
              <p:cNvSpPr/>
              <p:nvPr/>
            </p:nvSpPr>
            <p:spPr>
              <a:xfrm>
                <a:off x="1792675" y="1605400"/>
                <a:ext cx="108775" cy="112350"/>
              </a:xfrm>
              <a:custGeom>
                <a:avLst/>
                <a:gdLst/>
                <a:ahLst/>
                <a:cxnLst/>
                <a:rect l="l" t="t" r="r" b="b"/>
                <a:pathLst>
                  <a:path w="4351" h="4494" extrusionOk="0">
                    <a:moveTo>
                      <a:pt x="3635" y="544"/>
                    </a:moveTo>
                    <a:cubicBezTo>
                      <a:pt x="3778" y="2404"/>
                      <a:pt x="3693" y="3921"/>
                      <a:pt x="2576" y="3921"/>
                    </a:cubicBezTo>
                    <a:cubicBezTo>
                      <a:pt x="1031" y="3921"/>
                      <a:pt x="573" y="2261"/>
                      <a:pt x="544" y="544"/>
                    </a:cubicBezTo>
                    <a:close/>
                    <a:moveTo>
                      <a:pt x="1" y="0"/>
                    </a:moveTo>
                    <a:cubicBezTo>
                      <a:pt x="58" y="2290"/>
                      <a:pt x="688" y="4494"/>
                      <a:pt x="2720" y="4494"/>
                    </a:cubicBezTo>
                    <a:cubicBezTo>
                      <a:pt x="4179" y="4436"/>
                      <a:pt x="4351" y="2490"/>
                      <a:pt x="4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45"/>
              <p:cNvSpPr/>
              <p:nvPr/>
            </p:nvSpPr>
            <p:spPr>
              <a:xfrm>
                <a:off x="1838475" y="1623275"/>
                <a:ext cx="27200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661" extrusionOk="0">
                    <a:moveTo>
                      <a:pt x="544" y="1"/>
                    </a:moveTo>
                    <a:cubicBezTo>
                      <a:pt x="258" y="1"/>
                      <a:pt x="0" y="373"/>
                      <a:pt x="0" y="831"/>
                    </a:cubicBezTo>
                    <a:cubicBezTo>
                      <a:pt x="0" y="1289"/>
                      <a:pt x="258" y="1661"/>
                      <a:pt x="544" y="1661"/>
                    </a:cubicBezTo>
                    <a:cubicBezTo>
                      <a:pt x="830" y="1661"/>
                      <a:pt x="1088" y="1260"/>
                      <a:pt x="1088" y="831"/>
                    </a:cubicBezTo>
                    <a:cubicBezTo>
                      <a:pt x="1088" y="373"/>
                      <a:pt x="830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45"/>
              <p:cNvSpPr/>
              <p:nvPr/>
            </p:nvSpPr>
            <p:spPr>
              <a:xfrm>
                <a:off x="1720425" y="1625425"/>
                <a:ext cx="27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632" extrusionOk="0">
                    <a:moveTo>
                      <a:pt x="544" y="1"/>
                    </a:moveTo>
                    <a:cubicBezTo>
                      <a:pt x="258" y="1"/>
                      <a:pt x="0" y="344"/>
                      <a:pt x="0" y="831"/>
                    </a:cubicBezTo>
                    <a:cubicBezTo>
                      <a:pt x="0" y="1289"/>
                      <a:pt x="258" y="1632"/>
                      <a:pt x="544" y="1632"/>
                    </a:cubicBezTo>
                    <a:cubicBezTo>
                      <a:pt x="830" y="1632"/>
                      <a:pt x="1088" y="1289"/>
                      <a:pt x="1088" y="831"/>
                    </a:cubicBezTo>
                    <a:cubicBezTo>
                      <a:pt x="1088" y="344"/>
                      <a:pt x="830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45"/>
              <p:cNvSpPr/>
              <p:nvPr/>
            </p:nvSpPr>
            <p:spPr>
              <a:xfrm>
                <a:off x="1807000" y="1555325"/>
                <a:ext cx="916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664" h="1660" extrusionOk="0">
                    <a:moveTo>
                      <a:pt x="3148" y="0"/>
                    </a:moveTo>
                    <a:lnTo>
                      <a:pt x="487" y="86"/>
                    </a:lnTo>
                    <a:cubicBezTo>
                      <a:pt x="229" y="86"/>
                      <a:pt x="0" y="286"/>
                      <a:pt x="0" y="544"/>
                    </a:cubicBezTo>
                    <a:lnTo>
                      <a:pt x="0" y="1202"/>
                    </a:lnTo>
                    <a:cubicBezTo>
                      <a:pt x="0" y="1431"/>
                      <a:pt x="229" y="1660"/>
                      <a:pt x="487" y="1660"/>
                    </a:cubicBezTo>
                    <a:lnTo>
                      <a:pt x="3148" y="1660"/>
                    </a:lnTo>
                    <a:cubicBezTo>
                      <a:pt x="3406" y="1660"/>
                      <a:pt x="3606" y="1431"/>
                      <a:pt x="3663" y="1145"/>
                    </a:cubicBezTo>
                    <a:lnTo>
                      <a:pt x="3663" y="487"/>
                    </a:lnTo>
                    <a:cubicBezTo>
                      <a:pt x="3663" y="229"/>
                      <a:pt x="3406" y="0"/>
                      <a:pt x="31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45"/>
              <p:cNvSpPr/>
              <p:nvPr/>
            </p:nvSpPr>
            <p:spPr>
              <a:xfrm>
                <a:off x="1691075" y="1532825"/>
                <a:ext cx="94475" cy="57925"/>
              </a:xfrm>
              <a:custGeom>
                <a:avLst/>
                <a:gdLst/>
                <a:ahLst/>
                <a:cxnLst/>
                <a:rect l="l" t="t" r="r" b="b"/>
                <a:pathLst>
                  <a:path w="3779" h="2317" extrusionOk="0">
                    <a:moveTo>
                      <a:pt x="3065" y="0"/>
                    </a:moveTo>
                    <a:cubicBezTo>
                      <a:pt x="3026" y="0"/>
                      <a:pt x="2987" y="4"/>
                      <a:pt x="2949" y="13"/>
                    </a:cubicBezTo>
                    <a:lnTo>
                      <a:pt x="373" y="757"/>
                    </a:lnTo>
                    <a:cubicBezTo>
                      <a:pt x="144" y="843"/>
                      <a:pt x="1" y="1100"/>
                      <a:pt x="58" y="1329"/>
                    </a:cubicBezTo>
                    <a:lnTo>
                      <a:pt x="201" y="1930"/>
                    </a:lnTo>
                    <a:cubicBezTo>
                      <a:pt x="225" y="2193"/>
                      <a:pt x="449" y="2317"/>
                      <a:pt x="655" y="2317"/>
                    </a:cubicBezTo>
                    <a:cubicBezTo>
                      <a:pt x="696" y="2317"/>
                      <a:pt x="736" y="2312"/>
                      <a:pt x="773" y="2302"/>
                    </a:cubicBezTo>
                    <a:lnTo>
                      <a:pt x="3406" y="1587"/>
                    </a:lnTo>
                    <a:cubicBezTo>
                      <a:pt x="3635" y="1530"/>
                      <a:pt x="3779" y="1272"/>
                      <a:pt x="3750" y="1014"/>
                    </a:cubicBezTo>
                    <a:lnTo>
                      <a:pt x="3578" y="328"/>
                    </a:lnTo>
                    <a:cubicBezTo>
                      <a:pt x="3505" y="133"/>
                      <a:pt x="3287" y="0"/>
                      <a:pt x="30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45"/>
              <p:cNvSpPr/>
              <p:nvPr/>
            </p:nvSpPr>
            <p:spPr>
              <a:xfrm>
                <a:off x="1716125" y="1644025"/>
                <a:ext cx="40100" cy="28650"/>
              </a:xfrm>
              <a:custGeom>
                <a:avLst/>
                <a:gdLst/>
                <a:ahLst/>
                <a:cxnLst/>
                <a:rect l="l" t="t" r="r" b="b"/>
                <a:pathLst>
                  <a:path w="1604" h="1146" extrusionOk="0">
                    <a:moveTo>
                      <a:pt x="0" y="1"/>
                    </a:moveTo>
                    <a:lnTo>
                      <a:pt x="0" y="1146"/>
                    </a:lnTo>
                    <a:lnTo>
                      <a:pt x="1603" y="1146"/>
                    </a:lnTo>
                    <a:lnTo>
                      <a:pt x="1603" y="1"/>
                    </a:ln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45"/>
              <p:cNvSpPr/>
              <p:nvPr/>
            </p:nvSpPr>
            <p:spPr>
              <a:xfrm>
                <a:off x="1828450" y="1645475"/>
                <a:ext cx="5082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403" extrusionOk="0">
                    <a:moveTo>
                      <a:pt x="1" y="0"/>
                    </a:moveTo>
                    <a:lnTo>
                      <a:pt x="1" y="1402"/>
                    </a:lnTo>
                    <a:lnTo>
                      <a:pt x="2033" y="1402"/>
                    </a:lnTo>
                    <a:lnTo>
                      <a:pt x="2033" y="0"/>
                    </a:ln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45"/>
              <p:cNvSpPr/>
              <p:nvPr/>
            </p:nvSpPr>
            <p:spPr>
              <a:xfrm>
                <a:off x="764525" y="1993325"/>
                <a:ext cx="236150" cy="259600"/>
              </a:xfrm>
              <a:custGeom>
                <a:avLst/>
                <a:gdLst/>
                <a:ahLst/>
                <a:cxnLst/>
                <a:rect l="l" t="t" r="r" b="b"/>
                <a:pathLst>
                  <a:path w="9446" h="10384" extrusionOk="0">
                    <a:moveTo>
                      <a:pt x="8980" y="0"/>
                    </a:moveTo>
                    <a:cubicBezTo>
                      <a:pt x="8916" y="0"/>
                      <a:pt x="8850" y="16"/>
                      <a:pt x="8787" y="52"/>
                    </a:cubicBezTo>
                    <a:cubicBezTo>
                      <a:pt x="7471" y="796"/>
                      <a:pt x="6583" y="2170"/>
                      <a:pt x="5582" y="3744"/>
                    </a:cubicBezTo>
                    <a:cubicBezTo>
                      <a:pt x="4322" y="5662"/>
                      <a:pt x="2920" y="7865"/>
                      <a:pt x="201" y="9668"/>
                    </a:cubicBezTo>
                    <a:cubicBezTo>
                      <a:pt x="30" y="9783"/>
                      <a:pt x="1" y="10040"/>
                      <a:pt x="115" y="10212"/>
                    </a:cubicBezTo>
                    <a:cubicBezTo>
                      <a:pt x="173" y="10327"/>
                      <a:pt x="287" y="10384"/>
                      <a:pt x="430" y="10384"/>
                    </a:cubicBezTo>
                    <a:cubicBezTo>
                      <a:pt x="487" y="10384"/>
                      <a:pt x="602" y="10384"/>
                      <a:pt x="688" y="10355"/>
                    </a:cubicBezTo>
                    <a:cubicBezTo>
                      <a:pt x="3492" y="8438"/>
                      <a:pt x="5038" y="6062"/>
                      <a:pt x="6269" y="4173"/>
                    </a:cubicBezTo>
                    <a:cubicBezTo>
                      <a:pt x="7184" y="2657"/>
                      <a:pt x="8043" y="1369"/>
                      <a:pt x="9188" y="739"/>
                    </a:cubicBezTo>
                    <a:cubicBezTo>
                      <a:pt x="9359" y="625"/>
                      <a:pt x="9445" y="367"/>
                      <a:pt x="9331" y="195"/>
                    </a:cubicBezTo>
                    <a:cubicBezTo>
                      <a:pt x="9252" y="77"/>
                      <a:pt x="9120" y="0"/>
                      <a:pt x="8980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45"/>
              <p:cNvSpPr/>
              <p:nvPr/>
            </p:nvSpPr>
            <p:spPr>
              <a:xfrm>
                <a:off x="874725" y="2112075"/>
                <a:ext cx="236125" cy="260350"/>
              </a:xfrm>
              <a:custGeom>
                <a:avLst/>
                <a:gdLst/>
                <a:ahLst/>
                <a:cxnLst/>
                <a:rect l="l" t="t" r="r" b="b"/>
                <a:pathLst>
                  <a:path w="9445" h="10414" extrusionOk="0">
                    <a:moveTo>
                      <a:pt x="8966" y="1"/>
                    </a:moveTo>
                    <a:cubicBezTo>
                      <a:pt x="8903" y="1"/>
                      <a:pt x="8840" y="17"/>
                      <a:pt x="8786" y="53"/>
                    </a:cubicBezTo>
                    <a:cubicBezTo>
                      <a:pt x="7470" y="826"/>
                      <a:pt x="6583" y="2171"/>
                      <a:pt x="5581" y="3745"/>
                    </a:cubicBezTo>
                    <a:cubicBezTo>
                      <a:pt x="4322" y="5691"/>
                      <a:pt x="2919" y="7866"/>
                      <a:pt x="201" y="9698"/>
                    </a:cubicBezTo>
                    <a:cubicBezTo>
                      <a:pt x="29" y="9784"/>
                      <a:pt x="0" y="10041"/>
                      <a:pt x="86" y="10213"/>
                    </a:cubicBezTo>
                    <a:cubicBezTo>
                      <a:pt x="172" y="10327"/>
                      <a:pt x="286" y="10413"/>
                      <a:pt x="430" y="10413"/>
                    </a:cubicBezTo>
                    <a:cubicBezTo>
                      <a:pt x="487" y="10413"/>
                      <a:pt x="573" y="10356"/>
                      <a:pt x="659" y="10356"/>
                    </a:cubicBezTo>
                    <a:cubicBezTo>
                      <a:pt x="3492" y="8438"/>
                      <a:pt x="5037" y="6063"/>
                      <a:pt x="6239" y="4174"/>
                    </a:cubicBezTo>
                    <a:cubicBezTo>
                      <a:pt x="7184" y="2686"/>
                      <a:pt x="8042" y="1398"/>
                      <a:pt x="9187" y="740"/>
                    </a:cubicBezTo>
                    <a:cubicBezTo>
                      <a:pt x="9359" y="625"/>
                      <a:pt x="9445" y="396"/>
                      <a:pt x="9330" y="196"/>
                    </a:cubicBezTo>
                    <a:cubicBezTo>
                      <a:pt x="9252" y="78"/>
                      <a:pt x="9106" y="1"/>
                      <a:pt x="8966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45"/>
              <p:cNvSpPr/>
              <p:nvPr/>
            </p:nvSpPr>
            <p:spPr>
              <a:xfrm>
                <a:off x="947700" y="2035525"/>
                <a:ext cx="93750" cy="98625"/>
              </a:xfrm>
              <a:custGeom>
                <a:avLst/>
                <a:gdLst/>
                <a:ahLst/>
                <a:cxnLst/>
                <a:rect l="l" t="t" r="r" b="b"/>
                <a:pathLst>
                  <a:path w="3750" h="3945" extrusionOk="0">
                    <a:moveTo>
                      <a:pt x="3300" y="1"/>
                    </a:moveTo>
                    <a:cubicBezTo>
                      <a:pt x="3236" y="1"/>
                      <a:pt x="3174" y="17"/>
                      <a:pt x="3120" y="53"/>
                    </a:cubicBezTo>
                    <a:cubicBezTo>
                      <a:pt x="1889" y="740"/>
                      <a:pt x="1031" y="1942"/>
                      <a:pt x="144" y="3344"/>
                    </a:cubicBezTo>
                    <a:cubicBezTo>
                      <a:pt x="0" y="3516"/>
                      <a:pt x="86" y="3773"/>
                      <a:pt x="258" y="3888"/>
                    </a:cubicBezTo>
                    <a:cubicBezTo>
                      <a:pt x="315" y="3916"/>
                      <a:pt x="401" y="3945"/>
                      <a:pt x="458" y="3945"/>
                    </a:cubicBezTo>
                    <a:cubicBezTo>
                      <a:pt x="601" y="3945"/>
                      <a:pt x="716" y="3888"/>
                      <a:pt x="830" y="3773"/>
                    </a:cubicBezTo>
                    <a:cubicBezTo>
                      <a:pt x="1632" y="2457"/>
                      <a:pt x="2433" y="1341"/>
                      <a:pt x="3521" y="740"/>
                    </a:cubicBezTo>
                    <a:cubicBezTo>
                      <a:pt x="3692" y="625"/>
                      <a:pt x="3750" y="368"/>
                      <a:pt x="3664" y="196"/>
                    </a:cubicBezTo>
                    <a:cubicBezTo>
                      <a:pt x="3585" y="78"/>
                      <a:pt x="3439" y="1"/>
                      <a:pt x="330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45"/>
              <p:cNvSpPr/>
              <p:nvPr/>
            </p:nvSpPr>
            <p:spPr>
              <a:xfrm>
                <a:off x="1016375" y="2080350"/>
                <a:ext cx="59425" cy="54525"/>
              </a:xfrm>
              <a:custGeom>
                <a:avLst/>
                <a:gdLst/>
                <a:ahLst/>
                <a:cxnLst/>
                <a:rect l="l" t="t" r="r" b="b"/>
                <a:pathLst>
                  <a:path w="2377" h="2181" extrusionOk="0">
                    <a:moveTo>
                      <a:pt x="1878" y="1"/>
                    </a:moveTo>
                    <a:cubicBezTo>
                      <a:pt x="1825" y="1"/>
                      <a:pt x="1770" y="12"/>
                      <a:pt x="1718" y="34"/>
                    </a:cubicBezTo>
                    <a:cubicBezTo>
                      <a:pt x="1088" y="378"/>
                      <a:pt x="602" y="950"/>
                      <a:pt x="144" y="1580"/>
                    </a:cubicBezTo>
                    <a:cubicBezTo>
                      <a:pt x="1" y="1723"/>
                      <a:pt x="58" y="1980"/>
                      <a:pt x="230" y="2123"/>
                    </a:cubicBezTo>
                    <a:cubicBezTo>
                      <a:pt x="287" y="2152"/>
                      <a:pt x="402" y="2181"/>
                      <a:pt x="487" y="2181"/>
                    </a:cubicBezTo>
                    <a:cubicBezTo>
                      <a:pt x="573" y="2181"/>
                      <a:pt x="716" y="2152"/>
                      <a:pt x="802" y="2037"/>
                    </a:cubicBezTo>
                    <a:cubicBezTo>
                      <a:pt x="1232" y="1436"/>
                      <a:pt x="1632" y="979"/>
                      <a:pt x="2090" y="750"/>
                    </a:cubicBezTo>
                    <a:cubicBezTo>
                      <a:pt x="2262" y="664"/>
                      <a:pt x="2376" y="406"/>
                      <a:pt x="2262" y="234"/>
                    </a:cubicBezTo>
                    <a:cubicBezTo>
                      <a:pt x="2177" y="87"/>
                      <a:pt x="2030" y="1"/>
                      <a:pt x="1878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45"/>
              <p:cNvSpPr/>
              <p:nvPr/>
            </p:nvSpPr>
            <p:spPr>
              <a:xfrm>
                <a:off x="846100" y="2253525"/>
                <a:ext cx="80875" cy="76675"/>
              </a:xfrm>
              <a:custGeom>
                <a:avLst/>
                <a:gdLst/>
                <a:ahLst/>
                <a:cxnLst/>
                <a:rect l="l" t="t" r="r" b="b"/>
                <a:pathLst>
                  <a:path w="3235" h="3067" extrusionOk="0">
                    <a:moveTo>
                      <a:pt x="2812" y="1"/>
                    </a:moveTo>
                    <a:cubicBezTo>
                      <a:pt x="2696" y="1"/>
                      <a:pt x="2574" y="59"/>
                      <a:pt x="2490" y="176"/>
                    </a:cubicBezTo>
                    <a:cubicBezTo>
                      <a:pt x="1746" y="1121"/>
                      <a:pt x="1088" y="1922"/>
                      <a:pt x="287" y="2323"/>
                    </a:cubicBezTo>
                    <a:cubicBezTo>
                      <a:pt x="86" y="2408"/>
                      <a:pt x="1" y="2637"/>
                      <a:pt x="86" y="2838"/>
                    </a:cubicBezTo>
                    <a:cubicBezTo>
                      <a:pt x="172" y="2981"/>
                      <a:pt x="315" y="3067"/>
                      <a:pt x="458" y="3067"/>
                    </a:cubicBezTo>
                    <a:cubicBezTo>
                      <a:pt x="487" y="3067"/>
                      <a:pt x="573" y="3038"/>
                      <a:pt x="602" y="3038"/>
                    </a:cubicBezTo>
                    <a:cubicBezTo>
                      <a:pt x="1603" y="2523"/>
                      <a:pt x="2319" y="1664"/>
                      <a:pt x="3091" y="634"/>
                    </a:cubicBezTo>
                    <a:cubicBezTo>
                      <a:pt x="3234" y="491"/>
                      <a:pt x="3206" y="233"/>
                      <a:pt x="3034" y="90"/>
                    </a:cubicBezTo>
                    <a:cubicBezTo>
                      <a:pt x="2975" y="31"/>
                      <a:pt x="2895" y="1"/>
                      <a:pt x="2812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45"/>
              <p:cNvSpPr/>
              <p:nvPr/>
            </p:nvSpPr>
            <p:spPr>
              <a:xfrm>
                <a:off x="921225" y="2148625"/>
                <a:ext cx="32950" cy="3490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396" extrusionOk="0">
                    <a:moveTo>
                      <a:pt x="911" y="1"/>
                    </a:moveTo>
                    <a:cubicBezTo>
                      <a:pt x="755" y="1"/>
                      <a:pt x="602" y="71"/>
                      <a:pt x="516" y="222"/>
                    </a:cubicBezTo>
                    <a:cubicBezTo>
                      <a:pt x="430" y="423"/>
                      <a:pt x="315" y="594"/>
                      <a:pt x="201" y="680"/>
                    </a:cubicBezTo>
                    <a:cubicBezTo>
                      <a:pt x="29" y="795"/>
                      <a:pt x="1" y="1024"/>
                      <a:pt x="86" y="1224"/>
                    </a:cubicBezTo>
                    <a:cubicBezTo>
                      <a:pt x="172" y="1310"/>
                      <a:pt x="315" y="1396"/>
                      <a:pt x="430" y="1396"/>
                    </a:cubicBezTo>
                    <a:cubicBezTo>
                      <a:pt x="487" y="1396"/>
                      <a:pt x="573" y="1396"/>
                      <a:pt x="659" y="1310"/>
                    </a:cubicBezTo>
                    <a:cubicBezTo>
                      <a:pt x="916" y="1138"/>
                      <a:pt x="1088" y="881"/>
                      <a:pt x="1231" y="566"/>
                    </a:cubicBezTo>
                    <a:cubicBezTo>
                      <a:pt x="1317" y="365"/>
                      <a:pt x="1231" y="136"/>
                      <a:pt x="1059" y="22"/>
                    </a:cubicBezTo>
                    <a:cubicBezTo>
                      <a:pt x="1011" y="8"/>
                      <a:pt x="961" y="1"/>
                      <a:pt x="911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45"/>
              <p:cNvSpPr/>
              <p:nvPr/>
            </p:nvSpPr>
            <p:spPr>
              <a:xfrm>
                <a:off x="925525" y="2146425"/>
                <a:ext cx="90175" cy="100775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4031" extrusionOk="0">
                    <a:moveTo>
                      <a:pt x="3170" y="1"/>
                    </a:moveTo>
                    <a:cubicBezTo>
                      <a:pt x="3032" y="1"/>
                      <a:pt x="2892" y="78"/>
                      <a:pt x="2834" y="196"/>
                    </a:cubicBezTo>
                    <a:cubicBezTo>
                      <a:pt x="2032" y="1512"/>
                      <a:pt x="1288" y="2657"/>
                      <a:pt x="258" y="3315"/>
                    </a:cubicBezTo>
                    <a:cubicBezTo>
                      <a:pt x="29" y="3401"/>
                      <a:pt x="0" y="3659"/>
                      <a:pt x="115" y="3830"/>
                    </a:cubicBezTo>
                    <a:cubicBezTo>
                      <a:pt x="172" y="3945"/>
                      <a:pt x="286" y="4031"/>
                      <a:pt x="430" y="4031"/>
                    </a:cubicBezTo>
                    <a:cubicBezTo>
                      <a:pt x="487" y="4031"/>
                      <a:pt x="573" y="4031"/>
                      <a:pt x="630" y="3974"/>
                    </a:cubicBezTo>
                    <a:cubicBezTo>
                      <a:pt x="1832" y="3229"/>
                      <a:pt x="2633" y="2027"/>
                      <a:pt x="3492" y="596"/>
                    </a:cubicBezTo>
                    <a:cubicBezTo>
                      <a:pt x="3606" y="396"/>
                      <a:pt x="3549" y="167"/>
                      <a:pt x="3349" y="53"/>
                    </a:cubicBezTo>
                    <a:cubicBezTo>
                      <a:pt x="3295" y="17"/>
                      <a:pt x="3232" y="1"/>
                      <a:pt x="317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45"/>
              <p:cNvSpPr/>
              <p:nvPr/>
            </p:nvSpPr>
            <p:spPr>
              <a:xfrm>
                <a:off x="1118700" y="2213550"/>
                <a:ext cx="83725" cy="85175"/>
              </a:xfrm>
              <a:custGeom>
                <a:avLst/>
                <a:gdLst/>
                <a:ahLst/>
                <a:cxnLst/>
                <a:rect l="l" t="t" r="r" b="b"/>
                <a:pathLst>
                  <a:path w="3349" h="3407" extrusionOk="0">
                    <a:moveTo>
                      <a:pt x="2911" y="1"/>
                    </a:moveTo>
                    <a:cubicBezTo>
                      <a:pt x="2843" y="1"/>
                      <a:pt x="2776" y="20"/>
                      <a:pt x="2719" y="58"/>
                    </a:cubicBezTo>
                    <a:cubicBezTo>
                      <a:pt x="1632" y="630"/>
                      <a:pt x="888" y="1632"/>
                      <a:pt x="115" y="2805"/>
                    </a:cubicBezTo>
                    <a:cubicBezTo>
                      <a:pt x="0" y="2977"/>
                      <a:pt x="29" y="3235"/>
                      <a:pt x="201" y="3349"/>
                    </a:cubicBezTo>
                    <a:cubicBezTo>
                      <a:pt x="287" y="3378"/>
                      <a:pt x="344" y="3406"/>
                      <a:pt x="430" y="3406"/>
                    </a:cubicBezTo>
                    <a:cubicBezTo>
                      <a:pt x="516" y="3406"/>
                      <a:pt x="687" y="3349"/>
                      <a:pt x="745" y="3263"/>
                    </a:cubicBezTo>
                    <a:cubicBezTo>
                      <a:pt x="1489" y="2204"/>
                      <a:pt x="2175" y="1260"/>
                      <a:pt x="3063" y="773"/>
                    </a:cubicBezTo>
                    <a:cubicBezTo>
                      <a:pt x="3292" y="659"/>
                      <a:pt x="3349" y="401"/>
                      <a:pt x="3263" y="230"/>
                    </a:cubicBezTo>
                    <a:cubicBezTo>
                      <a:pt x="3187" y="77"/>
                      <a:pt x="3047" y="1"/>
                      <a:pt x="2911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45"/>
              <p:cNvSpPr/>
              <p:nvPr/>
            </p:nvSpPr>
            <p:spPr>
              <a:xfrm>
                <a:off x="805325" y="2196600"/>
                <a:ext cx="108775" cy="98550"/>
              </a:xfrm>
              <a:custGeom>
                <a:avLst/>
                <a:gdLst/>
                <a:ahLst/>
                <a:cxnLst/>
                <a:rect l="l" t="t" r="r" b="b"/>
                <a:pathLst>
                  <a:path w="4351" h="3942" extrusionOk="0">
                    <a:moveTo>
                      <a:pt x="3896" y="0"/>
                    </a:moveTo>
                    <a:cubicBezTo>
                      <a:pt x="3778" y="0"/>
                      <a:pt x="3659" y="49"/>
                      <a:pt x="3578" y="164"/>
                    </a:cubicBezTo>
                    <a:cubicBezTo>
                      <a:pt x="2576" y="1366"/>
                      <a:pt x="1488" y="2367"/>
                      <a:pt x="229" y="3226"/>
                    </a:cubicBezTo>
                    <a:cubicBezTo>
                      <a:pt x="29" y="3340"/>
                      <a:pt x="0" y="3598"/>
                      <a:pt x="115" y="3770"/>
                    </a:cubicBezTo>
                    <a:cubicBezTo>
                      <a:pt x="172" y="3884"/>
                      <a:pt x="286" y="3941"/>
                      <a:pt x="430" y="3941"/>
                    </a:cubicBezTo>
                    <a:cubicBezTo>
                      <a:pt x="515" y="3941"/>
                      <a:pt x="573" y="3941"/>
                      <a:pt x="687" y="3913"/>
                    </a:cubicBezTo>
                    <a:cubicBezTo>
                      <a:pt x="2004" y="3025"/>
                      <a:pt x="3148" y="1938"/>
                      <a:pt x="4236" y="650"/>
                    </a:cubicBezTo>
                    <a:cubicBezTo>
                      <a:pt x="4350" y="478"/>
                      <a:pt x="4350" y="221"/>
                      <a:pt x="4150" y="78"/>
                    </a:cubicBezTo>
                    <a:cubicBezTo>
                      <a:pt x="4076" y="28"/>
                      <a:pt x="3986" y="0"/>
                      <a:pt x="389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45"/>
              <p:cNvSpPr/>
              <p:nvPr/>
            </p:nvSpPr>
            <p:spPr>
              <a:xfrm>
                <a:off x="1704675" y="2316575"/>
                <a:ext cx="51550" cy="132400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5296" extrusionOk="0">
                    <a:moveTo>
                      <a:pt x="544" y="1"/>
                    </a:moveTo>
                    <a:lnTo>
                      <a:pt x="1" y="5295"/>
                    </a:lnTo>
                    <a:lnTo>
                      <a:pt x="2061" y="5238"/>
                    </a:lnTo>
                    <a:lnTo>
                      <a:pt x="716" y="87"/>
                    </a:lnTo>
                    <a:lnTo>
                      <a:pt x="544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45"/>
              <p:cNvSpPr/>
              <p:nvPr/>
            </p:nvSpPr>
            <p:spPr>
              <a:xfrm>
                <a:off x="1720425" y="2312300"/>
                <a:ext cx="146700" cy="120925"/>
              </a:xfrm>
              <a:custGeom>
                <a:avLst/>
                <a:gdLst/>
                <a:ahLst/>
                <a:cxnLst/>
                <a:rect l="l" t="t" r="r" b="b"/>
                <a:pathLst>
                  <a:path w="5868" h="4837" extrusionOk="0">
                    <a:moveTo>
                      <a:pt x="315" y="0"/>
                    </a:moveTo>
                    <a:lnTo>
                      <a:pt x="0" y="143"/>
                    </a:lnTo>
                    <a:lnTo>
                      <a:pt x="3320" y="4837"/>
                    </a:lnTo>
                    <a:lnTo>
                      <a:pt x="5867" y="2547"/>
                    </a:lnTo>
                    <a:lnTo>
                      <a:pt x="315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5" name="Google Shape;1975;p45"/>
            <p:cNvGrpSpPr/>
            <p:nvPr/>
          </p:nvGrpSpPr>
          <p:grpSpPr>
            <a:xfrm>
              <a:off x="7228663" y="2776633"/>
              <a:ext cx="1279859" cy="1531355"/>
              <a:chOff x="3880108" y="1086638"/>
              <a:chExt cx="1195058" cy="1431655"/>
            </a:xfrm>
          </p:grpSpPr>
          <p:sp>
            <p:nvSpPr>
              <p:cNvPr id="1976" name="Google Shape;1976;p45"/>
              <p:cNvSpPr/>
              <p:nvPr/>
            </p:nvSpPr>
            <p:spPr>
              <a:xfrm>
                <a:off x="4811793" y="1109163"/>
                <a:ext cx="115579" cy="119829"/>
              </a:xfrm>
              <a:custGeom>
                <a:avLst/>
                <a:gdLst/>
                <a:ahLst/>
                <a:cxnLst/>
                <a:rect l="l" t="t" r="r" b="b"/>
                <a:pathLst>
                  <a:path w="5439" h="5639" extrusionOk="0">
                    <a:moveTo>
                      <a:pt x="2720" y="1"/>
                    </a:moveTo>
                    <a:cubicBezTo>
                      <a:pt x="1232" y="1"/>
                      <a:pt x="1" y="1260"/>
                      <a:pt x="1" y="2834"/>
                    </a:cubicBezTo>
                    <a:cubicBezTo>
                      <a:pt x="1" y="4380"/>
                      <a:pt x="1232" y="5639"/>
                      <a:pt x="2720" y="5639"/>
                    </a:cubicBezTo>
                    <a:cubicBezTo>
                      <a:pt x="4237" y="5639"/>
                      <a:pt x="5439" y="4380"/>
                      <a:pt x="5439" y="2834"/>
                    </a:cubicBezTo>
                    <a:cubicBezTo>
                      <a:pt x="5439" y="1260"/>
                      <a:pt x="4237" y="1"/>
                      <a:pt x="272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45"/>
              <p:cNvSpPr/>
              <p:nvPr/>
            </p:nvSpPr>
            <p:spPr>
              <a:xfrm>
                <a:off x="4843435" y="1086638"/>
                <a:ext cx="231731" cy="376507"/>
              </a:xfrm>
              <a:custGeom>
                <a:avLst/>
                <a:gdLst/>
                <a:ahLst/>
                <a:cxnLst/>
                <a:rect l="l" t="t" r="r" b="b"/>
                <a:pathLst>
                  <a:path w="10905" h="17718" extrusionOk="0">
                    <a:moveTo>
                      <a:pt x="5352" y="0"/>
                    </a:moveTo>
                    <a:cubicBezTo>
                      <a:pt x="5204" y="0"/>
                      <a:pt x="5051" y="19"/>
                      <a:pt x="4894" y="59"/>
                    </a:cubicBezTo>
                    <a:cubicBezTo>
                      <a:pt x="3434" y="374"/>
                      <a:pt x="4064" y="2435"/>
                      <a:pt x="4064" y="2435"/>
                    </a:cubicBezTo>
                    <a:cubicBezTo>
                      <a:pt x="3883" y="2411"/>
                      <a:pt x="3712" y="2400"/>
                      <a:pt x="3551" y="2400"/>
                    </a:cubicBezTo>
                    <a:cubicBezTo>
                      <a:pt x="2341" y="2400"/>
                      <a:pt x="1711" y="3039"/>
                      <a:pt x="1660" y="3923"/>
                    </a:cubicBezTo>
                    <a:lnTo>
                      <a:pt x="0" y="17717"/>
                    </a:lnTo>
                    <a:cubicBezTo>
                      <a:pt x="658" y="16252"/>
                      <a:pt x="2183" y="16063"/>
                      <a:pt x="2926" y="16063"/>
                    </a:cubicBezTo>
                    <a:cubicBezTo>
                      <a:pt x="3185" y="16063"/>
                      <a:pt x="3349" y="16086"/>
                      <a:pt x="3349" y="16086"/>
                    </a:cubicBezTo>
                    <a:cubicBezTo>
                      <a:pt x="3808" y="16167"/>
                      <a:pt x="4277" y="16204"/>
                      <a:pt x="4741" y="16204"/>
                    </a:cubicBezTo>
                    <a:cubicBezTo>
                      <a:pt x="7049" y="16204"/>
                      <a:pt x="9220" y="15298"/>
                      <a:pt x="9387" y="14512"/>
                    </a:cubicBezTo>
                    <a:cubicBezTo>
                      <a:pt x="9616" y="13567"/>
                      <a:pt x="8786" y="13253"/>
                      <a:pt x="8786" y="13253"/>
                    </a:cubicBezTo>
                    <a:cubicBezTo>
                      <a:pt x="10017" y="12480"/>
                      <a:pt x="10904" y="9961"/>
                      <a:pt x="10446" y="9217"/>
                    </a:cubicBezTo>
                    <a:cubicBezTo>
                      <a:pt x="10111" y="8734"/>
                      <a:pt x="9643" y="8649"/>
                      <a:pt x="9357" y="8649"/>
                    </a:cubicBezTo>
                    <a:cubicBezTo>
                      <a:pt x="9203" y="8649"/>
                      <a:pt x="9101" y="8674"/>
                      <a:pt x="9101" y="8674"/>
                    </a:cubicBezTo>
                    <a:cubicBezTo>
                      <a:pt x="9101" y="8674"/>
                      <a:pt x="10675" y="6413"/>
                      <a:pt x="10160" y="4094"/>
                    </a:cubicBezTo>
                    <a:cubicBezTo>
                      <a:pt x="9834" y="2704"/>
                      <a:pt x="8951" y="2425"/>
                      <a:pt x="8297" y="2425"/>
                    </a:cubicBezTo>
                    <a:cubicBezTo>
                      <a:pt x="7861" y="2425"/>
                      <a:pt x="7527" y="2549"/>
                      <a:pt x="7527" y="2549"/>
                    </a:cubicBezTo>
                    <a:cubicBezTo>
                      <a:pt x="7476" y="1297"/>
                      <a:pt x="6581" y="0"/>
                      <a:pt x="53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45"/>
              <p:cNvSpPr/>
              <p:nvPr/>
            </p:nvSpPr>
            <p:spPr>
              <a:xfrm>
                <a:off x="4842202" y="1138360"/>
                <a:ext cx="232964" cy="326613"/>
              </a:xfrm>
              <a:custGeom>
                <a:avLst/>
                <a:gdLst/>
                <a:ahLst/>
                <a:cxnLst/>
                <a:rect l="l" t="t" r="r" b="b"/>
                <a:pathLst>
                  <a:path w="10963" h="15370" extrusionOk="0">
                    <a:moveTo>
                      <a:pt x="8558" y="1"/>
                    </a:moveTo>
                    <a:lnTo>
                      <a:pt x="8558" y="1"/>
                    </a:lnTo>
                    <a:cubicBezTo>
                      <a:pt x="8730" y="2290"/>
                      <a:pt x="7843" y="4351"/>
                      <a:pt x="6097" y="5095"/>
                    </a:cubicBezTo>
                    <a:cubicBezTo>
                      <a:pt x="5659" y="5268"/>
                      <a:pt x="5203" y="5351"/>
                      <a:pt x="4741" y="5351"/>
                    </a:cubicBezTo>
                    <a:cubicBezTo>
                      <a:pt x="3599" y="5351"/>
                      <a:pt x="2422" y="4846"/>
                      <a:pt x="1403" y="3950"/>
                    </a:cubicBezTo>
                    <a:lnTo>
                      <a:pt x="1" y="15369"/>
                    </a:lnTo>
                    <a:cubicBezTo>
                      <a:pt x="695" y="13872"/>
                      <a:pt x="2278" y="13691"/>
                      <a:pt x="3003" y="13691"/>
                    </a:cubicBezTo>
                    <a:cubicBezTo>
                      <a:pt x="3234" y="13691"/>
                      <a:pt x="3378" y="13709"/>
                      <a:pt x="3378" y="13709"/>
                    </a:cubicBezTo>
                    <a:cubicBezTo>
                      <a:pt x="3857" y="13799"/>
                      <a:pt x="4347" y="13839"/>
                      <a:pt x="4830" y="13839"/>
                    </a:cubicBezTo>
                    <a:cubicBezTo>
                      <a:pt x="7116" y="13839"/>
                      <a:pt x="9251" y="12938"/>
                      <a:pt x="9417" y="12135"/>
                    </a:cubicBezTo>
                    <a:cubicBezTo>
                      <a:pt x="9674" y="11133"/>
                      <a:pt x="8844" y="10819"/>
                      <a:pt x="8844" y="10819"/>
                    </a:cubicBezTo>
                    <a:cubicBezTo>
                      <a:pt x="10075" y="10046"/>
                      <a:pt x="10962" y="7527"/>
                      <a:pt x="10504" y="6783"/>
                    </a:cubicBezTo>
                    <a:cubicBezTo>
                      <a:pt x="10169" y="6300"/>
                      <a:pt x="9701" y="6215"/>
                      <a:pt x="9415" y="6215"/>
                    </a:cubicBezTo>
                    <a:cubicBezTo>
                      <a:pt x="9261" y="6215"/>
                      <a:pt x="9159" y="6240"/>
                      <a:pt x="9159" y="6240"/>
                    </a:cubicBezTo>
                    <a:cubicBezTo>
                      <a:pt x="9159" y="6240"/>
                      <a:pt x="10733" y="3979"/>
                      <a:pt x="10218" y="1660"/>
                    </a:cubicBezTo>
                    <a:cubicBezTo>
                      <a:pt x="9932" y="401"/>
                      <a:pt x="9159" y="58"/>
                      <a:pt x="8558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45"/>
              <p:cNvSpPr/>
              <p:nvPr/>
            </p:nvSpPr>
            <p:spPr>
              <a:xfrm>
                <a:off x="3948215" y="1583527"/>
                <a:ext cx="487772" cy="495061"/>
              </a:xfrm>
              <a:custGeom>
                <a:avLst/>
                <a:gdLst/>
                <a:ahLst/>
                <a:cxnLst/>
                <a:rect l="l" t="t" r="r" b="b"/>
                <a:pathLst>
                  <a:path w="22954" h="23297" extrusionOk="0">
                    <a:moveTo>
                      <a:pt x="22953" y="1"/>
                    </a:moveTo>
                    <a:lnTo>
                      <a:pt x="22953" y="1"/>
                    </a:lnTo>
                    <a:cubicBezTo>
                      <a:pt x="16972" y="4551"/>
                      <a:pt x="9388" y="12794"/>
                      <a:pt x="6297" y="14310"/>
                    </a:cubicBezTo>
                    <a:cubicBezTo>
                      <a:pt x="3263" y="15770"/>
                      <a:pt x="144" y="19920"/>
                      <a:pt x="1" y="23297"/>
                    </a:cubicBezTo>
                    <a:lnTo>
                      <a:pt x="12536" y="23297"/>
                    </a:lnTo>
                    <a:cubicBezTo>
                      <a:pt x="12536" y="23297"/>
                      <a:pt x="15112" y="20807"/>
                      <a:pt x="18260" y="19748"/>
                    </a:cubicBezTo>
                    <a:lnTo>
                      <a:pt x="229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45"/>
              <p:cNvSpPr/>
              <p:nvPr/>
            </p:nvSpPr>
            <p:spPr>
              <a:xfrm>
                <a:off x="3948215" y="1583527"/>
                <a:ext cx="487772" cy="495061"/>
              </a:xfrm>
              <a:custGeom>
                <a:avLst/>
                <a:gdLst/>
                <a:ahLst/>
                <a:cxnLst/>
                <a:rect l="l" t="t" r="r" b="b"/>
                <a:pathLst>
                  <a:path w="22954" h="23297" extrusionOk="0">
                    <a:moveTo>
                      <a:pt x="22953" y="1"/>
                    </a:moveTo>
                    <a:lnTo>
                      <a:pt x="22953" y="1"/>
                    </a:lnTo>
                    <a:cubicBezTo>
                      <a:pt x="16972" y="4551"/>
                      <a:pt x="9388" y="12794"/>
                      <a:pt x="6297" y="14310"/>
                    </a:cubicBezTo>
                    <a:cubicBezTo>
                      <a:pt x="3263" y="15770"/>
                      <a:pt x="144" y="19920"/>
                      <a:pt x="1" y="23297"/>
                    </a:cubicBezTo>
                    <a:lnTo>
                      <a:pt x="12536" y="23297"/>
                    </a:lnTo>
                    <a:cubicBezTo>
                      <a:pt x="12536" y="23297"/>
                      <a:pt x="15112" y="20807"/>
                      <a:pt x="18260" y="19748"/>
                    </a:cubicBezTo>
                    <a:lnTo>
                      <a:pt x="22953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45"/>
              <p:cNvSpPr/>
              <p:nvPr/>
            </p:nvSpPr>
            <p:spPr>
              <a:xfrm>
                <a:off x="3949426" y="1582932"/>
                <a:ext cx="486561" cy="495656"/>
              </a:xfrm>
              <a:custGeom>
                <a:avLst/>
                <a:gdLst/>
                <a:ahLst/>
                <a:cxnLst/>
                <a:rect l="l" t="t" r="r" b="b"/>
                <a:pathLst>
                  <a:path w="22897" h="23325" extrusionOk="0">
                    <a:moveTo>
                      <a:pt x="22896" y="0"/>
                    </a:moveTo>
                    <a:cubicBezTo>
                      <a:pt x="16915" y="4579"/>
                      <a:pt x="9331" y="12879"/>
                      <a:pt x="6297" y="14338"/>
                    </a:cubicBezTo>
                    <a:cubicBezTo>
                      <a:pt x="3235" y="15798"/>
                      <a:pt x="144" y="19948"/>
                      <a:pt x="1" y="23325"/>
                    </a:cubicBezTo>
                    <a:lnTo>
                      <a:pt x="7528" y="23325"/>
                    </a:lnTo>
                    <a:cubicBezTo>
                      <a:pt x="8043" y="20406"/>
                      <a:pt x="9846" y="17343"/>
                      <a:pt x="11964" y="15798"/>
                    </a:cubicBezTo>
                    <a:cubicBezTo>
                      <a:pt x="14081" y="14253"/>
                      <a:pt x="22896" y="1"/>
                      <a:pt x="228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45"/>
              <p:cNvSpPr/>
              <p:nvPr/>
            </p:nvSpPr>
            <p:spPr>
              <a:xfrm>
                <a:off x="4116685" y="1824374"/>
                <a:ext cx="170914" cy="188530"/>
              </a:xfrm>
              <a:custGeom>
                <a:avLst/>
                <a:gdLst/>
                <a:ahLst/>
                <a:cxnLst/>
                <a:rect l="l" t="t" r="r" b="b"/>
                <a:pathLst>
                  <a:path w="8043" h="8872" extrusionOk="0">
                    <a:moveTo>
                      <a:pt x="8042" y="0"/>
                    </a:moveTo>
                    <a:lnTo>
                      <a:pt x="0" y="3234"/>
                    </a:lnTo>
                    <a:cubicBezTo>
                      <a:pt x="0" y="3234"/>
                      <a:pt x="90" y="3222"/>
                      <a:pt x="245" y="3222"/>
                    </a:cubicBezTo>
                    <a:cubicBezTo>
                      <a:pt x="1123" y="3222"/>
                      <a:pt x="4074" y="3615"/>
                      <a:pt x="4293" y="8872"/>
                    </a:cubicBezTo>
                    <a:lnTo>
                      <a:pt x="80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45"/>
              <p:cNvSpPr/>
              <p:nvPr/>
            </p:nvSpPr>
            <p:spPr>
              <a:xfrm>
                <a:off x="4116685" y="1824374"/>
                <a:ext cx="170914" cy="188530"/>
              </a:xfrm>
              <a:custGeom>
                <a:avLst/>
                <a:gdLst/>
                <a:ahLst/>
                <a:cxnLst/>
                <a:rect l="l" t="t" r="r" b="b"/>
                <a:pathLst>
                  <a:path w="8043" h="8872" extrusionOk="0">
                    <a:moveTo>
                      <a:pt x="8042" y="0"/>
                    </a:moveTo>
                    <a:lnTo>
                      <a:pt x="0" y="3234"/>
                    </a:lnTo>
                    <a:cubicBezTo>
                      <a:pt x="0" y="3234"/>
                      <a:pt x="90" y="3222"/>
                      <a:pt x="245" y="3222"/>
                    </a:cubicBezTo>
                    <a:cubicBezTo>
                      <a:pt x="1123" y="3222"/>
                      <a:pt x="4074" y="3615"/>
                      <a:pt x="4293" y="8872"/>
                    </a:cubicBezTo>
                    <a:lnTo>
                      <a:pt x="8042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45"/>
              <p:cNvSpPr/>
              <p:nvPr/>
            </p:nvSpPr>
            <p:spPr>
              <a:xfrm>
                <a:off x="4269940" y="1464952"/>
                <a:ext cx="739543" cy="1053341"/>
              </a:xfrm>
              <a:custGeom>
                <a:avLst/>
                <a:gdLst/>
                <a:ahLst/>
                <a:cxnLst/>
                <a:rect l="l" t="t" r="r" b="b"/>
                <a:pathLst>
                  <a:path w="34802" h="49569" extrusionOk="0">
                    <a:moveTo>
                      <a:pt x="18746" y="0"/>
                    </a:moveTo>
                    <a:cubicBezTo>
                      <a:pt x="18746" y="0"/>
                      <a:pt x="9845" y="2061"/>
                      <a:pt x="6754" y="6668"/>
                    </a:cubicBezTo>
                    <a:cubicBezTo>
                      <a:pt x="3721" y="11305"/>
                      <a:pt x="0" y="49540"/>
                      <a:pt x="0" y="49540"/>
                    </a:cubicBezTo>
                    <a:lnTo>
                      <a:pt x="23983" y="49540"/>
                    </a:lnTo>
                    <a:lnTo>
                      <a:pt x="23983" y="49569"/>
                    </a:lnTo>
                    <a:cubicBezTo>
                      <a:pt x="23983" y="49569"/>
                      <a:pt x="24355" y="37549"/>
                      <a:pt x="26616" y="30937"/>
                    </a:cubicBezTo>
                    <a:cubicBezTo>
                      <a:pt x="28877" y="24326"/>
                      <a:pt x="34801" y="14023"/>
                      <a:pt x="33227" y="8013"/>
                    </a:cubicBezTo>
                    <a:cubicBezTo>
                      <a:pt x="31653" y="2003"/>
                      <a:pt x="27789" y="372"/>
                      <a:pt x="27789" y="372"/>
                    </a:cubicBezTo>
                    <a:lnTo>
                      <a:pt x="1874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45"/>
              <p:cNvSpPr/>
              <p:nvPr/>
            </p:nvSpPr>
            <p:spPr>
              <a:xfrm>
                <a:off x="4614147" y="1464952"/>
                <a:ext cx="127139" cy="96709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4551" extrusionOk="0">
                    <a:moveTo>
                      <a:pt x="2519" y="0"/>
                    </a:moveTo>
                    <a:lnTo>
                      <a:pt x="2519" y="0"/>
                    </a:lnTo>
                    <a:lnTo>
                      <a:pt x="2519" y="0"/>
                    </a:lnTo>
                    <a:cubicBezTo>
                      <a:pt x="2519" y="0"/>
                      <a:pt x="2519" y="0"/>
                      <a:pt x="2519" y="0"/>
                    </a:cubicBezTo>
                    <a:close/>
                    <a:moveTo>
                      <a:pt x="2519" y="0"/>
                    </a:moveTo>
                    <a:cubicBezTo>
                      <a:pt x="2539" y="2"/>
                      <a:pt x="1511" y="260"/>
                      <a:pt x="1" y="744"/>
                    </a:cubicBezTo>
                    <a:cubicBezTo>
                      <a:pt x="1975" y="3320"/>
                      <a:pt x="3235" y="3577"/>
                      <a:pt x="4065" y="4551"/>
                    </a:cubicBezTo>
                    <a:cubicBezTo>
                      <a:pt x="4637" y="2862"/>
                      <a:pt x="5982" y="2318"/>
                      <a:pt x="5839" y="143"/>
                    </a:cubicBezTo>
                    <a:lnTo>
                      <a:pt x="251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45"/>
              <p:cNvSpPr/>
              <p:nvPr/>
            </p:nvSpPr>
            <p:spPr>
              <a:xfrm>
                <a:off x="4614147" y="1464952"/>
                <a:ext cx="127139" cy="96709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4551" extrusionOk="0">
                    <a:moveTo>
                      <a:pt x="2519" y="0"/>
                    </a:moveTo>
                    <a:lnTo>
                      <a:pt x="2519" y="0"/>
                    </a:lnTo>
                    <a:lnTo>
                      <a:pt x="2519" y="0"/>
                    </a:lnTo>
                    <a:cubicBezTo>
                      <a:pt x="2519" y="0"/>
                      <a:pt x="2519" y="0"/>
                      <a:pt x="2519" y="0"/>
                    </a:cubicBezTo>
                    <a:close/>
                    <a:moveTo>
                      <a:pt x="2519" y="0"/>
                    </a:moveTo>
                    <a:cubicBezTo>
                      <a:pt x="2539" y="2"/>
                      <a:pt x="1511" y="260"/>
                      <a:pt x="1" y="744"/>
                    </a:cubicBezTo>
                    <a:cubicBezTo>
                      <a:pt x="1975" y="3320"/>
                      <a:pt x="3235" y="3577"/>
                      <a:pt x="4065" y="4551"/>
                    </a:cubicBezTo>
                    <a:cubicBezTo>
                      <a:pt x="4637" y="2862"/>
                      <a:pt x="5982" y="2318"/>
                      <a:pt x="5839" y="143"/>
                    </a:cubicBezTo>
                    <a:lnTo>
                      <a:pt x="2519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45"/>
              <p:cNvSpPr/>
              <p:nvPr/>
            </p:nvSpPr>
            <p:spPr>
              <a:xfrm>
                <a:off x="4269940" y="1472240"/>
                <a:ext cx="739543" cy="1046052"/>
              </a:xfrm>
              <a:custGeom>
                <a:avLst/>
                <a:gdLst/>
                <a:ahLst/>
                <a:cxnLst/>
                <a:rect l="l" t="t" r="r" b="b"/>
                <a:pathLst>
                  <a:path w="34802" h="49226" extrusionOk="0">
                    <a:moveTo>
                      <a:pt x="26130" y="1"/>
                    </a:moveTo>
                    <a:cubicBezTo>
                      <a:pt x="25557" y="1947"/>
                      <a:pt x="24784" y="4007"/>
                      <a:pt x="23783" y="6096"/>
                    </a:cubicBezTo>
                    <a:cubicBezTo>
                      <a:pt x="19899" y="14292"/>
                      <a:pt x="12757" y="22964"/>
                      <a:pt x="8854" y="22964"/>
                    </a:cubicBezTo>
                    <a:cubicBezTo>
                      <a:pt x="8587" y="22964"/>
                      <a:pt x="8334" y="22923"/>
                      <a:pt x="8099" y="22839"/>
                    </a:cubicBezTo>
                    <a:cubicBezTo>
                      <a:pt x="4722" y="21637"/>
                      <a:pt x="4722" y="17115"/>
                      <a:pt x="6754" y="6383"/>
                    </a:cubicBezTo>
                    <a:lnTo>
                      <a:pt x="6754" y="6383"/>
                    </a:lnTo>
                    <a:cubicBezTo>
                      <a:pt x="3721" y="10990"/>
                      <a:pt x="0" y="49226"/>
                      <a:pt x="0" y="49226"/>
                    </a:cubicBezTo>
                    <a:lnTo>
                      <a:pt x="23983" y="49226"/>
                    </a:lnTo>
                    <a:cubicBezTo>
                      <a:pt x="23983" y="49226"/>
                      <a:pt x="24355" y="37206"/>
                      <a:pt x="26616" y="30594"/>
                    </a:cubicBezTo>
                    <a:cubicBezTo>
                      <a:pt x="28877" y="24012"/>
                      <a:pt x="34801" y="13709"/>
                      <a:pt x="33227" y="7699"/>
                    </a:cubicBezTo>
                    <a:cubicBezTo>
                      <a:pt x="31653" y="1689"/>
                      <a:pt x="27789" y="86"/>
                      <a:pt x="27789" y="86"/>
                    </a:cubicBezTo>
                    <a:lnTo>
                      <a:pt x="261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45"/>
              <p:cNvSpPr/>
              <p:nvPr/>
            </p:nvSpPr>
            <p:spPr>
              <a:xfrm>
                <a:off x="4533270" y="1954084"/>
                <a:ext cx="360655" cy="564209"/>
              </a:xfrm>
              <a:custGeom>
                <a:avLst/>
                <a:gdLst/>
                <a:ahLst/>
                <a:cxnLst/>
                <a:rect l="l" t="t" r="r" b="b"/>
                <a:pathLst>
                  <a:path w="16972" h="26551" extrusionOk="0">
                    <a:moveTo>
                      <a:pt x="13781" y="0"/>
                    </a:moveTo>
                    <a:cubicBezTo>
                      <a:pt x="8434" y="0"/>
                      <a:pt x="2694" y="8536"/>
                      <a:pt x="659" y="19825"/>
                    </a:cubicBezTo>
                    <a:cubicBezTo>
                      <a:pt x="229" y="22172"/>
                      <a:pt x="29" y="24404"/>
                      <a:pt x="0" y="26551"/>
                    </a:cubicBezTo>
                    <a:lnTo>
                      <a:pt x="11591" y="26551"/>
                    </a:lnTo>
                    <a:cubicBezTo>
                      <a:pt x="11591" y="26551"/>
                      <a:pt x="11963" y="14531"/>
                      <a:pt x="14224" y="7919"/>
                    </a:cubicBezTo>
                    <a:cubicBezTo>
                      <a:pt x="14911" y="5916"/>
                      <a:pt x="15941" y="3598"/>
                      <a:pt x="16971" y="1108"/>
                    </a:cubicBezTo>
                    <a:cubicBezTo>
                      <a:pt x="16256" y="593"/>
                      <a:pt x="15512" y="221"/>
                      <a:pt x="14653" y="78"/>
                    </a:cubicBezTo>
                    <a:cubicBezTo>
                      <a:pt x="14364" y="26"/>
                      <a:pt x="14073" y="0"/>
                      <a:pt x="137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45"/>
              <p:cNvSpPr/>
              <p:nvPr/>
            </p:nvSpPr>
            <p:spPr>
              <a:xfrm>
                <a:off x="4269940" y="1472240"/>
                <a:ext cx="739543" cy="1046052"/>
              </a:xfrm>
              <a:custGeom>
                <a:avLst/>
                <a:gdLst/>
                <a:ahLst/>
                <a:cxnLst/>
                <a:rect l="l" t="t" r="r" b="b"/>
                <a:pathLst>
                  <a:path w="34802" h="49226" extrusionOk="0">
                    <a:moveTo>
                      <a:pt x="26130" y="1"/>
                    </a:moveTo>
                    <a:cubicBezTo>
                      <a:pt x="25557" y="1947"/>
                      <a:pt x="24784" y="4007"/>
                      <a:pt x="23783" y="6096"/>
                    </a:cubicBezTo>
                    <a:cubicBezTo>
                      <a:pt x="19899" y="14292"/>
                      <a:pt x="12757" y="22964"/>
                      <a:pt x="8854" y="22964"/>
                    </a:cubicBezTo>
                    <a:cubicBezTo>
                      <a:pt x="8587" y="22964"/>
                      <a:pt x="8334" y="22923"/>
                      <a:pt x="8099" y="22839"/>
                    </a:cubicBezTo>
                    <a:cubicBezTo>
                      <a:pt x="4722" y="21637"/>
                      <a:pt x="4722" y="17115"/>
                      <a:pt x="6754" y="6383"/>
                    </a:cubicBezTo>
                    <a:lnTo>
                      <a:pt x="6754" y="6383"/>
                    </a:lnTo>
                    <a:cubicBezTo>
                      <a:pt x="3721" y="10990"/>
                      <a:pt x="0" y="49226"/>
                      <a:pt x="0" y="49226"/>
                    </a:cubicBezTo>
                    <a:lnTo>
                      <a:pt x="23983" y="49226"/>
                    </a:lnTo>
                    <a:cubicBezTo>
                      <a:pt x="23983" y="49226"/>
                      <a:pt x="24355" y="37206"/>
                      <a:pt x="26616" y="30594"/>
                    </a:cubicBezTo>
                    <a:cubicBezTo>
                      <a:pt x="28877" y="24012"/>
                      <a:pt x="34801" y="13709"/>
                      <a:pt x="33227" y="7699"/>
                    </a:cubicBezTo>
                    <a:cubicBezTo>
                      <a:pt x="31653" y="1689"/>
                      <a:pt x="27789" y="86"/>
                      <a:pt x="27789" y="86"/>
                    </a:cubicBezTo>
                    <a:lnTo>
                      <a:pt x="26130" y="1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45"/>
              <p:cNvSpPr/>
              <p:nvPr/>
            </p:nvSpPr>
            <p:spPr>
              <a:xfrm>
                <a:off x="4324658" y="1687524"/>
                <a:ext cx="62071" cy="273084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12851" extrusionOk="0">
                    <a:moveTo>
                      <a:pt x="2920" y="1"/>
                    </a:moveTo>
                    <a:lnTo>
                      <a:pt x="1" y="12851"/>
                    </a:lnTo>
                    <a:lnTo>
                      <a:pt x="716" y="12708"/>
                    </a:lnTo>
                    <a:lnTo>
                      <a:pt x="29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45"/>
              <p:cNvSpPr/>
              <p:nvPr/>
            </p:nvSpPr>
            <p:spPr>
              <a:xfrm>
                <a:off x="4324658" y="1687524"/>
                <a:ext cx="62071" cy="273084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12851" extrusionOk="0">
                    <a:moveTo>
                      <a:pt x="2920" y="1"/>
                    </a:moveTo>
                    <a:lnTo>
                      <a:pt x="1" y="12851"/>
                    </a:lnTo>
                    <a:lnTo>
                      <a:pt x="716" y="12708"/>
                    </a:lnTo>
                    <a:lnTo>
                      <a:pt x="2920" y="1"/>
                    </a:lnTo>
                    <a:close/>
                  </a:path>
                </a:pathLst>
              </a:custGeom>
              <a:solidFill>
                <a:srgbClr val="000000">
                  <a:alpha val="30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45"/>
              <p:cNvSpPr/>
              <p:nvPr/>
            </p:nvSpPr>
            <p:spPr>
              <a:xfrm>
                <a:off x="4442660" y="1466992"/>
                <a:ext cx="432522" cy="478422"/>
              </a:xfrm>
              <a:custGeom>
                <a:avLst/>
                <a:gdLst/>
                <a:ahLst/>
                <a:cxnLst/>
                <a:rect l="l" t="t" r="r" b="b"/>
                <a:pathLst>
                  <a:path w="20354" h="22514" extrusionOk="0">
                    <a:moveTo>
                      <a:pt x="13948" y="1"/>
                    </a:moveTo>
                    <a:cubicBezTo>
                      <a:pt x="12561" y="1"/>
                      <a:pt x="11235" y="138"/>
                      <a:pt x="10332" y="505"/>
                    </a:cubicBezTo>
                    <a:cubicBezTo>
                      <a:pt x="7441" y="1678"/>
                      <a:pt x="1860" y="10779"/>
                      <a:pt x="0" y="22485"/>
                    </a:cubicBezTo>
                    <a:lnTo>
                      <a:pt x="601" y="22513"/>
                    </a:lnTo>
                    <a:cubicBezTo>
                      <a:pt x="7613" y="5170"/>
                      <a:pt x="19890" y="1593"/>
                      <a:pt x="20177" y="1020"/>
                    </a:cubicBezTo>
                    <a:cubicBezTo>
                      <a:pt x="20354" y="666"/>
                      <a:pt x="17001" y="1"/>
                      <a:pt x="1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45"/>
              <p:cNvSpPr/>
              <p:nvPr/>
            </p:nvSpPr>
            <p:spPr>
              <a:xfrm>
                <a:off x="4629362" y="1460893"/>
                <a:ext cx="252981" cy="117194"/>
              </a:xfrm>
              <a:custGeom>
                <a:avLst/>
                <a:gdLst/>
                <a:ahLst/>
                <a:cxnLst/>
                <a:rect l="l" t="t" r="r" b="b"/>
                <a:pathLst>
                  <a:path w="11905" h="5515" extrusionOk="0">
                    <a:moveTo>
                      <a:pt x="5581" y="1"/>
                    </a:moveTo>
                    <a:cubicBezTo>
                      <a:pt x="3407" y="1"/>
                      <a:pt x="1206" y="459"/>
                      <a:pt x="0" y="1908"/>
                    </a:cubicBezTo>
                    <a:cubicBezTo>
                      <a:pt x="487" y="2910"/>
                      <a:pt x="2948" y="4742"/>
                      <a:pt x="4436" y="5514"/>
                    </a:cubicBezTo>
                    <a:cubicBezTo>
                      <a:pt x="7269" y="3654"/>
                      <a:pt x="11648" y="1508"/>
                      <a:pt x="11734" y="1279"/>
                    </a:cubicBezTo>
                    <a:cubicBezTo>
                      <a:pt x="11904" y="989"/>
                      <a:pt x="8773" y="1"/>
                      <a:pt x="5581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45"/>
              <p:cNvSpPr/>
              <p:nvPr/>
            </p:nvSpPr>
            <p:spPr>
              <a:xfrm>
                <a:off x="4451776" y="1485628"/>
                <a:ext cx="262140" cy="43970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20692" extrusionOk="0">
                    <a:moveTo>
                      <a:pt x="11877" y="0"/>
                    </a:moveTo>
                    <a:cubicBezTo>
                      <a:pt x="5638" y="4894"/>
                      <a:pt x="716" y="16313"/>
                      <a:pt x="0" y="19518"/>
                    </a:cubicBezTo>
                    <a:lnTo>
                      <a:pt x="544" y="20692"/>
                    </a:lnTo>
                    <a:cubicBezTo>
                      <a:pt x="687" y="20205"/>
                      <a:pt x="3893" y="14109"/>
                      <a:pt x="5438" y="12049"/>
                    </a:cubicBezTo>
                    <a:cubicBezTo>
                      <a:pt x="5438" y="12049"/>
                      <a:pt x="8214" y="3721"/>
                      <a:pt x="12335" y="229"/>
                    </a:cubicBezTo>
                    <a:lnTo>
                      <a:pt x="118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45"/>
              <p:cNvSpPr/>
              <p:nvPr/>
            </p:nvSpPr>
            <p:spPr>
              <a:xfrm>
                <a:off x="4062561" y="1915579"/>
                <a:ext cx="189146" cy="144776"/>
              </a:xfrm>
              <a:custGeom>
                <a:avLst/>
                <a:gdLst/>
                <a:ahLst/>
                <a:cxnLst/>
                <a:rect l="l" t="t" r="r" b="b"/>
                <a:pathLst>
                  <a:path w="8901" h="6813" extrusionOk="0">
                    <a:moveTo>
                      <a:pt x="5896" y="1"/>
                    </a:moveTo>
                    <a:cubicBezTo>
                      <a:pt x="3892" y="1"/>
                      <a:pt x="1574" y="1546"/>
                      <a:pt x="773" y="3407"/>
                    </a:cubicBezTo>
                    <a:cubicBezTo>
                      <a:pt x="0" y="5267"/>
                      <a:pt x="1002" y="6812"/>
                      <a:pt x="3005" y="6812"/>
                    </a:cubicBezTo>
                    <a:cubicBezTo>
                      <a:pt x="5037" y="6812"/>
                      <a:pt x="7327" y="5267"/>
                      <a:pt x="8099" y="3407"/>
                    </a:cubicBezTo>
                    <a:cubicBezTo>
                      <a:pt x="8901" y="1546"/>
                      <a:pt x="7899" y="1"/>
                      <a:pt x="58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45"/>
              <p:cNvSpPr/>
              <p:nvPr/>
            </p:nvSpPr>
            <p:spPr>
              <a:xfrm>
                <a:off x="4108780" y="1938402"/>
                <a:ext cx="207400" cy="157505"/>
              </a:xfrm>
              <a:custGeom>
                <a:avLst/>
                <a:gdLst/>
                <a:ahLst/>
                <a:cxnLst/>
                <a:rect l="l" t="t" r="r" b="b"/>
                <a:pathLst>
                  <a:path w="9760" h="7412" extrusionOk="0">
                    <a:moveTo>
                      <a:pt x="4558" y="1"/>
                    </a:moveTo>
                    <a:cubicBezTo>
                      <a:pt x="2429" y="1"/>
                      <a:pt x="617" y="1252"/>
                      <a:pt x="315" y="2991"/>
                    </a:cubicBezTo>
                    <a:cubicBezTo>
                      <a:pt x="0" y="5023"/>
                      <a:pt x="1803" y="6940"/>
                      <a:pt x="4322" y="7341"/>
                    </a:cubicBezTo>
                    <a:cubicBezTo>
                      <a:pt x="4622" y="7389"/>
                      <a:pt x="4919" y="7412"/>
                      <a:pt x="5209" y="7412"/>
                    </a:cubicBezTo>
                    <a:cubicBezTo>
                      <a:pt x="7358" y="7412"/>
                      <a:pt x="9167" y="6158"/>
                      <a:pt x="9444" y="4393"/>
                    </a:cubicBezTo>
                    <a:cubicBezTo>
                      <a:pt x="9759" y="2390"/>
                      <a:pt x="7985" y="472"/>
                      <a:pt x="5438" y="72"/>
                    </a:cubicBezTo>
                    <a:cubicBezTo>
                      <a:pt x="5141" y="24"/>
                      <a:pt x="4847" y="1"/>
                      <a:pt x="4558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45"/>
              <p:cNvSpPr/>
              <p:nvPr/>
            </p:nvSpPr>
            <p:spPr>
              <a:xfrm>
                <a:off x="3880108" y="1984302"/>
                <a:ext cx="344845" cy="88825"/>
              </a:xfrm>
              <a:custGeom>
                <a:avLst/>
                <a:gdLst/>
                <a:ahLst/>
                <a:cxnLst/>
                <a:rect l="l" t="t" r="r" b="b"/>
                <a:pathLst>
                  <a:path w="16228" h="4180" extrusionOk="0">
                    <a:moveTo>
                      <a:pt x="15855" y="1"/>
                    </a:moveTo>
                    <a:lnTo>
                      <a:pt x="11935" y="516"/>
                    </a:lnTo>
                    <a:cubicBezTo>
                      <a:pt x="11935" y="516"/>
                      <a:pt x="11620" y="503"/>
                      <a:pt x="11093" y="503"/>
                    </a:cubicBezTo>
                    <a:cubicBezTo>
                      <a:pt x="8581" y="503"/>
                      <a:pt x="1230" y="796"/>
                      <a:pt x="0" y="4179"/>
                    </a:cubicBezTo>
                    <a:lnTo>
                      <a:pt x="16227" y="4065"/>
                    </a:lnTo>
                    <a:lnTo>
                      <a:pt x="15855" y="1"/>
                    </a:ln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45"/>
              <p:cNvSpPr/>
              <p:nvPr/>
            </p:nvSpPr>
            <p:spPr>
              <a:xfrm>
                <a:off x="4150132" y="1951470"/>
                <a:ext cx="97920" cy="128945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6068" extrusionOk="0">
                    <a:moveTo>
                      <a:pt x="4608" y="0"/>
                    </a:moveTo>
                    <a:lnTo>
                      <a:pt x="2233" y="172"/>
                    </a:lnTo>
                    <a:cubicBezTo>
                      <a:pt x="2233" y="172"/>
                      <a:pt x="172" y="3521"/>
                      <a:pt x="0" y="6068"/>
                    </a:cubicBezTo>
                    <a:lnTo>
                      <a:pt x="3234" y="6068"/>
                    </a:lnTo>
                    <a:lnTo>
                      <a:pt x="46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45"/>
              <p:cNvSpPr/>
              <p:nvPr/>
            </p:nvSpPr>
            <p:spPr>
              <a:xfrm>
                <a:off x="4150132" y="1994650"/>
                <a:ext cx="88209" cy="84554"/>
              </a:xfrm>
              <a:custGeom>
                <a:avLst/>
                <a:gdLst/>
                <a:ahLst/>
                <a:cxnLst/>
                <a:rect l="l" t="t" r="r" b="b"/>
                <a:pathLst>
                  <a:path w="4151" h="3979" extrusionOk="0">
                    <a:moveTo>
                      <a:pt x="4150" y="0"/>
                    </a:moveTo>
                    <a:lnTo>
                      <a:pt x="4150" y="0"/>
                    </a:lnTo>
                    <a:cubicBezTo>
                      <a:pt x="3635" y="458"/>
                      <a:pt x="3005" y="802"/>
                      <a:pt x="2233" y="1002"/>
                    </a:cubicBezTo>
                    <a:cubicBezTo>
                      <a:pt x="1717" y="1145"/>
                      <a:pt x="1202" y="1231"/>
                      <a:pt x="716" y="1231"/>
                    </a:cubicBezTo>
                    <a:cubicBezTo>
                      <a:pt x="344" y="2118"/>
                      <a:pt x="57" y="3120"/>
                      <a:pt x="0" y="3978"/>
                    </a:cubicBezTo>
                    <a:lnTo>
                      <a:pt x="3234" y="3978"/>
                    </a:lnTo>
                    <a:lnTo>
                      <a:pt x="4150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45"/>
              <p:cNvSpPr/>
              <p:nvPr/>
            </p:nvSpPr>
            <p:spPr>
              <a:xfrm>
                <a:off x="4195735" y="1866322"/>
                <a:ext cx="610003" cy="233771"/>
              </a:xfrm>
              <a:custGeom>
                <a:avLst/>
                <a:gdLst/>
                <a:ahLst/>
                <a:cxnLst/>
                <a:rect l="l" t="t" r="r" b="b"/>
                <a:pathLst>
                  <a:path w="28706" h="11001" extrusionOk="0">
                    <a:moveTo>
                      <a:pt x="21643" y="1"/>
                    </a:moveTo>
                    <a:cubicBezTo>
                      <a:pt x="21641" y="1"/>
                      <a:pt x="21639" y="1"/>
                      <a:pt x="21637" y="1"/>
                    </a:cubicBezTo>
                    <a:cubicBezTo>
                      <a:pt x="20120" y="58"/>
                      <a:pt x="17172" y="2090"/>
                      <a:pt x="16199" y="2376"/>
                    </a:cubicBezTo>
                    <a:cubicBezTo>
                      <a:pt x="16082" y="2406"/>
                      <a:pt x="15983" y="2420"/>
                      <a:pt x="15896" y="2420"/>
                    </a:cubicBezTo>
                    <a:cubicBezTo>
                      <a:pt x="15244" y="2420"/>
                      <a:pt x="15346" y="1661"/>
                      <a:pt x="14310" y="1661"/>
                    </a:cubicBezTo>
                    <a:cubicBezTo>
                      <a:pt x="13665" y="1661"/>
                      <a:pt x="10771" y="1570"/>
                      <a:pt x="8138" y="1570"/>
                    </a:cubicBezTo>
                    <a:cubicBezTo>
                      <a:pt x="5864" y="1570"/>
                      <a:pt x="3786" y="1638"/>
                      <a:pt x="3521" y="1890"/>
                    </a:cubicBezTo>
                    <a:cubicBezTo>
                      <a:pt x="2920" y="2433"/>
                      <a:pt x="1174" y="3206"/>
                      <a:pt x="1" y="9932"/>
                    </a:cubicBezTo>
                    <a:cubicBezTo>
                      <a:pt x="7111" y="10466"/>
                      <a:pt x="14210" y="11000"/>
                      <a:pt x="20136" y="11000"/>
                    </a:cubicBezTo>
                    <a:cubicBezTo>
                      <a:pt x="23418" y="11000"/>
                      <a:pt x="26340" y="10836"/>
                      <a:pt x="28706" y="10418"/>
                    </a:cubicBezTo>
                    <a:cubicBezTo>
                      <a:pt x="28677" y="10361"/>
                      <a:pt x="23140" y="1"/>
                      <a:pt x="216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45"/>
              <p:cNvSpPr/>
              <p:nvPr/>
            </p:nvSpPr>
            <p:spPr>
              <a:xfrm>
                <a:off x="4194523" y="1893692"/>
                <a:ext cx="610619" cy="205360"/>
              </a:xfrm>
              <a:custGeom>
                <a:avLst/>
                <a:gdLst/>
                <a:ahLst/>
                <a:cxnLst/>
                <a:rect l="l" t="t" r="r" b="b"/>
                <a:pathLst>
                  <a:path w="28735" h="9664" extrusionOk="0">
                    <a:moveTo>
                      <a:pt x="23182" y="1"/>
                    </a:moveTo>
                    <a:lnTo>
                      <a:pt x="23296" y="315"/>
                    </a:lnTo>
                    <a:cubicBezTo>
                      <a:pt x="23609" y="1597"/>
                      <a:pt x="24416" y="2400"/>
                      <a:pt x="25195" y="2932"/>
                    </a:cubicBezTo>
                    <a:lnTo>
                      <a:pt x="25195" y="2932"/>
                    </a:lnTo>
                    <a:cubicBezTo>
                      <a:pt x="24500" y="1823"/>
                      <a:pt x="23797" y="775"/>
                      <a:pt x="23182" y="1"/>
                    </a:cubicBezTo>
                    <a:close/>
                    <a:moveTo>
                      <a:pt x="25195" y="2932"/>
                    </a:moveTo>
                    <a:cubicBezTo>
                      <a:pt x="25489" y="3400"/>
                      <a:pt x="25781" y="3880"/>
                      <a:pt x="26065" y="4354"/>
                    </a:cubicBezTo>
                    <a:lnTo>
                      <a:pt x="26065" y="4354"/>
                    </a:lnTo>
                    <a:cubicBezTo>
                      <a:pt x="26219" y="4324"/>
                      <a:pt x="26356" y="4294"/>
                      <a:pt x="26473" y="4265"/>
                    </a:cubicBezTo>
                    <a:cubicBezTo>
                      <a:pt x="27705" y="3944"/>
                      <a:pt x="26487" y="3812"/>
                      <a:pt x="25195" y="2932"/>
                    </a:cubicBezTo>
                    <a:close/>
                    <a:moveTo>
                      <a:pt x="15254" y="659"/>
                    </a:moveTo>
                    <a:cubicBezTo>
                      <a:pt x="14396" y="2748"/>
                      <a:pt x="11534" y="4780"/>
                      <a:pt x="7813" y="5810"/>
                    </a:cubicBezTo>
                    <a:cubicBezTo>
                      <a:pt x="6352" y="6226"/>
                      <a:pt x="4932" y="6418"/>
                      <a:pt x="3629" y="6418"/>
                    </a:cubicBezTo>
                    <a:cubicBezTo>
                      <a:pt x="2508" y="6418"/>
                      <a:pt x="1473" y="6275"/>
                      <a:pt x="573" y="6011"/>
                    </a:cubicBezTo>
                    <a:cubicBezTo>
                      <a:pt x="401" y="6755"/>
                      <a:pt x="172" y="7613"/>
                      <a:pt x="0" y="8615"/>
                    </a:cubicBezTo>
                    <a:cubicBezTo>
                      <a:pt x="7054" y="9145"/>
                      <a:pt x="14096" y="9663"/>
                      <a:pt x="20001" y="9663"/>
                    </a:cubicBezTo>
                    <a:cubicBezTo>
                      <a:pt x="23345" y="9663"/>
                      <a:pt x="26324" y="9497"/>
                      <a:pt x="28734" y="9073"/>
                    </a:cubicBezTo>
                    <a:cubicBezTo>
                      <a:pt x="28734" y="9073"/>
                      <a:pt x="27516" y="6782"/>
                      <a:pt x="26065" y="4354"/>
                    </a:cubicBezTo>
                    <a:lnTo>
                      <a:pt x="26065" y="4354"/>
                    </a:lnTo>
                    <a:cubicBezTo>
                      <a:pt x="25213" y="4519"/>
                      <a:pt x="23830" y="4681"/>
                      <a:pt x="22362" y="4681"/>
                    </a:cubicBezTo>
                    <a:cubicBezTo>
                      <a:pt x="19663" y="4681"/>
                      <a:pt x="16676" y="4135"/>
                      <a:pt x="16170" y="2061"/>
                    </a:cubicBezTo>
                    <a:cubicBezTo>
                      <a:pt x="16113" y="1746"/>
                      <a:pt x="16027" y="1432"/>
                      <a:pt x="15999" y="1145"/>
                    </a:cubicBezTo>
                    <a:cubicBezTo>
                      <a:pt x="15598" y="1145"/>
                      <a:pt x="15455" y="916"/>
                      <a:pt x="15254" y="6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45"/>
              <p:cNvSpPr/>
              <p:nvPr/>
            </p:nvSpPr>
            <p:spPr>
              <a:xfrm>
                <a:off x="4194523" y="1893692"/>
                <a:ext cx="610619" cy="205360"/>
              </a:xfrm>
              <a:custGeom>
                <a:avLst/>
                <a:gdLst/>
                <a:ahLst/>
                <a:cxnLst/>
                <a:rect l="l" t="t" r="r" b="b"/>
                <a:pathLst>
                  <a:path w="28735" h="9664" extrusionOk="0">
                    <a:moveTo>
                      <a:pt x="23182" y="1"/>
                    </a:moveTo>
                    <a:lnTo>
                      <a:pt x="23296" y="315"/>
                    </a:lnTo>
                    <a:cubicBezTo>
                      <a:pt x="23609" y="1597"/>
                      <a:pt x="24416" y="2400"/>
                      <a:pt x="25195" y="2932"/>
                    </a:cubicBezTo>
                    <a:lnTo>
                      <a:pt x="25195" y="2932"/>
                    </a:lnTo>
                    <a:cubicBezTo>
                      <a:pt x="24500" y="1823"/>
                      <a:pt x="23797" y="775"/>
                      <a:pt x="23182" y="1"/>
                    </a:cubicBezTo>
                    <a:close/>
                    <a:moveTo>
                      <a:pt x="25195" y="2932"/>
                    </a:moveTo>
                    <a:cubicBezTo>
                      <a:pt x="25489" y="3400"/>
                      <a:pt x="25781" y="3880"/>
                      <a:pt x="26065" y="4354"/>
                    </a:cubicBezTo>
                    <a:lnTo>
                      <a:pt x="26065" y="4354"/>
                    </a:lnTo>
                    <a:cubicBezTo>
                      <a:pt x="26219" y="4324"/>
                      <a:pt x="26356" y="4294"/>
                      <a:pt x="26473" y="4265"/>
                    </a:cubicBezTo>
                    <a:cubicBezTo>
                      <a:pt x="27705" y="3944"/>
                      <a:pt x="26487" y="3812"/>
                      <a:pt x="25195" y="2932"/>
                    </a:cubicBezTo>
                    <a:close/>
                    <a:moveTo>
                      <a:pt x="15254" y="659"/>
                    </a:moveTo>
                    <a:cubicBezTo>
                      <a:pt x="14396" y="2748"/>
                      <a:pt x="11534" y="4780"/>
                      <a:pt x="7813" y="5810"/>
                    </a:cubicBezTo>
                    <a:cubicBezTo>
                      <a:pt x="6352" y="6226"/>
                      <a:pt x="4932" y="6418"/>
                      <a:pt x="3629" y="6418"/>
                    </a:cubicBezTo>
                    <a:cubicBezTo>
                      <a:pt x="2508" y="6418"/>
                      <a:pt x="1473" y="6275"/>
                      <a:pt x="573" y="6011"/>
                    </a:cubicBezTo>
                    <a:cubicBezTo>
                      <a:pt x="401" y="6755"/>
                      <a:pt x="172" y="7613"/>
                      <a:pt x="0" y="8615"/>
                    </a:cubicBezTo>
                    <a:cubicBezTo>
                      <a:pt x="7054" y="9145"/>
                      <a:pt x="14096" y="9663"/>
                      <a:pt x="20001" y="9663"/>
                    </a:cubicBezTo>
                    <a:cubicBezTo>
                      <a:pt x="23345" y="9663"/>
                      <a:pt x="26324" y="9497"/>
                      <a:pt x="28734" y="9073"/>
                    </a:cubicBezTo>
                    <a:cubicBezTo>
                      <a:pt x="28734" y="9073"/>
                      <a:pt x="27516" y="6782"/>
                      <a:pt x="26065" y="4354"/>
                    </a:cubicBezTo>
                    <a:lnTo>
                      <a:pt x="26065" y="4354"/>
                    </a:lnTo>
                    <a:cubicBezTo>
                      <a:pt x="25213" y="4519"/>
                      <a:pt x="23830" y="4681"/>
                      <a:pt x="22362" y="4681"/>
                    </a:cubicBezTo>
                    <a:cubicBezTo>
                      <a:pt x="19663" y="4681"/>
                      <a:pt x="16676" y="4135"/>
                      <a:pt x="16170" y="2061"/>
                    </a:cubicBezTo>
                    <a:cubicBezTo>
                      <a:pt x="16113" y="1746"/>
                      <a:pt x="16027" y="1432"/>
                      <a:pt x="15999" y="1145"/>
                    </a:cubicBezTo>
                    <a:cubicBezTo>
                      <a:pt x="15598" y="1145"/>
                      <a:pt x="15455" y="916"/>
                      <a:pt x="15254" y="659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45"/>
              <p:cNvSpPr/>
              <p:nvPr/>
            </p:nvSpPr>
            <p:spPr>
              <a:xfrm>
                <a:off x="4643345" y="1509130"/>
                <a:ext cx="363099" cy="578042"/>
              </a:xfrm>
              <a:custGeom>
                <a:avLst/>
                <a:gdLst/>
                <a:ahLst/>
                <a:cxnLst/>
                <a:rect l="l" t="t" r="r" b="b"/>
                <a:pathLst>
                  <a:path w="17087" h="27202" extrusionOk="0">
                    <a:moveTo>
                      <a:pt x="12055" y="1"/>
                    </a:moveTo>
                    <a:cubicBezTo>
                      <a:pt x="10570" y="1"/>
                      <a:pt x="6253" y="8846"/>
                      <a:pt x="5467" y="9941"/>
                    </a:cubicBezTo>
                    <a:cubicBezTo>
                      <a:pt x="4694" y="11029"/>
                      <a:pt x="5696" y="11372"/>
                      <a:pt x="5696" y="11372"/>
                    </a:cubicBezTo>
                    <a:cubicBezTo>
                      <a:pt x="716" y="14091"/>
                      <a:pt x="2548" y="15522"/>
                      <a:pt x="2548" y="15522"/>
                    </a:cubicBezTo>
                    <a:cubicBezTo>
                      <a:pt x="2548" y="15522"/>
                      <a:pt x="0" y="15980"/>
                      <a:pt x="315" y="17468"/>
                    </a:cubicBezTo>
                    <a:cubicBezTo>
                      <a:pt x="630" y="18985"/>
                      <a:pt x="3463" y="25739"/>
                      <a:pt x="6354" y="26998"/>
                    </a:cubicBezTo>
                    <a:cubicBezTo>
                      <a:pt x="6667" y="27136"/>
                      <a:pt x="6980" y="27201"/>
                      <a:pt x="7291" y="27201"/>
                    </a:cubicBezTo>
                    <a:cubicBezTo>
                      <a:pt x="12084" y="27201"/>
                      <a:pt x="16615" y="11793"/>
                      <a:pt x="16857" y="9025"/>
                    </a:cubicBezTo>
                    <a:cubicBezTo>
                      <a:pt x="17086" y="6450"/>
                      <a:pt x="13509" y="354"/>
                      <a:pt x="12135" y="10"/>
                    </a:cubicBezTo>
                    <a:cubicBezTo>
                      <a:pt x="12109" y="4"/>
                      <a:pt x="12082" y="1"/>
                      <a:pt x="120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45"/>
              <p:cNvSpPr/>
              <p:nvPr/>
            </p:nvSpPr>
            <p:spPr>
              <a:xfrm>
                <a:off x="4746726" y="1724010"/>
                <a:ext cx="36507" cy="35296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661" extrusionOk="0">
                    <a:moveTo>
                      <a:pt x="487" y="1"/>
                    </a:moveTo>
                    <a:lnTo>
                      <a:pt x="487" y="1"/>
                    </a:lnTo>
                    <a:cubicBezTo>
                      <a:pt x="1" y="945"/>
                      <a:pt x="831" y="1203"/>
                      <a:pt x="831" y="1203"/>
                    </a:cubicBezTo>
                    <a:cubicBezTo>
                      <a:pt x="544" y="1346"/>
                      <a:pt x="315" y="1518"/>
                      <a:pt x="58" y="1632"/>
                    </a:cubicBezTo>
                    <a:lnTo>
                      <a:pt x="1002" y="1661"/>
                    </a:lnTo>
                    <a:lnTo>
                      <a:pt x="1718" y="1661"/>
                    </a:lnTo>
                    <a:cubicBezTo>
                      <a:pt x="1260" y="1174"/>
                      <a:pt x="859" y="659"/>
                      <a:pt x="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45"/>
              <p:cNvSpPr/>
              <p:nvPr/>
            </p:nvSpPr>
            <p:spPr>
              <a:xfrm>
                <a:off x="4618418" y="1508727"/>
                <a:ext cx="388025" cy="578956"/>
              </a:xfrm>
              <a:custGeom>
                <a:avLst/>
                <a:gdLst/>
                <a:ahLst/>
                <a:cxnLst/>
                <a:rect l="l" t="t" r="r" b="b"/>
                <a:pathLst>
                  <a:path w="18260" h="27245" extrusionOk="0">
                    <a:moveTo>
                      <a:pt x="13308" y="1"/>
                    </a:moveTo>
                    <a:cubicBezTo>
                      <a:pt x="13222" y="1"/>
                      <a:pt x="13165" y="1"/>
                      <a:pt x="13050" y="58"/>
                    </a:cubicBezTo>
                    <a:cubicBezTo>
                      <a:pt x="14338" y="1231"/>
                      <a:pt x="15311" y="3120"/>
                      <a:pt x="15597" y="5324"/>
                    </a:cubicBezTo>
                    <a:cubicBezTo>
                      <a:pt x="16084" y="8958"/>
                      <a:pt x="14624" y="12192"/>
                      <a:pt x="12249" y="13080"/>
                    </a:cubicBezTo>
                    <a:cubicBezTo>
                      <a:pt x="12478" y="13280"/>
                      <a:pt x="12621" y="13538"/>
                      <a:pt x="12621" y="13795"/>
                    </a:cubicBezTo>
                    <a:cubicBezTo>
                      <a:pt x="12621" y="14883"/>
                      <a:pt x="10103" y="15798"/>
                      <a:pt x="7012" y="15798"/>
                    </a:cubicBezTo>
                    <a:cubicBezTo>
                      <a:pt x="5667" y="15798"/>
                      <a:pt x="4493" y="15598"/>
                      <a:pt x="3520" y="15369"/>
                    </a:cubicBezTo>
                    <a:lnTo>
                      <a:pt x="3520" y="15369"/>
                    </a:lnTo>
                    <a:cubicBezTo>
                      <a:pt x="3606" y="15455"/>
                      <a:pt x="3663" y="15541"/>
                      <a:pt x="3663" y="15541"/>
                    </a:cubicBezTo>
                    <a:cubicBezTo>
                      <a:pt x="3663" y="15541"/>
                      <a:pt x="3577" y="15541"/>
                      <a:pt x="3434" y="15598"/>
                    </a:cubicBezTo>
                    <a:lnTo>
                      <a:pt x="3949" y="15827"/>
                    </a:lnTo>
                    <a:cubicBezTo>
                      <a:pt x="7441" y="17287"/>
                      <a:pt x="8872" y="19576"/>
                      <a:pt x="8185" y="21150"/>
                    </a:cubicBezTo>
                    <a:cubicBezTo>
                      <a:pt x="7746" y="22190"/>
                      <a:pt x="4377" y="22838"/>
                      <a:pt x="1725" y="22838"/>
                    </a:cubicBezTo>
                    <a:cubicBezTo>
                      <a:pt x="1093" y="22838"/>
                      <a:pt x="501" y="22801"/>
                      <a:pt x="0" y="22724"/>
                    </a:cubicBezTo>
                    <a:lnTo>
                      <a:pt x="0" y="22724"/>
                    </a:lnTo>
                    <a:cubicBezTo>
                      <a:pt x="1088" y="24842"/>
                      <a:pt x="5924" y="26416"/>
                      <a:pt x="7441" y="27046"/>
                    </a:cubicBezTo>
                    <a:cubicBezTo>
                      <a:pt x="7748" y="27181"/>
                      <a:pt x="8056" y="27244"/>
                      <a:pt x="8363" y="27244"/>
                    </a:cubicBezTo>
                    <a:cubicBezTo>
                      <a:pt x="13139" y="27244"/>
                      <a:pt x="17702" y="11816"/>
                      <a:pt x="17944" y="9073"/>
                    </a:cubicBezTo>
                    <a:cubicBezTo>
                      <a:pt x="18259" y="6497"/>
                      <a:pt x="14682" y="344"/>
                      <a:pt x="133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45"/>
              <p:cNvSpPr/>
              <p:nvPr/>
            </p:nvSpPr>
            <p:spPr>
              <a:xfrm>
                <a:off x="4618418" y="1508727"/>
                <a:ext cx="388025" cy="578956"/>
              </a:xfrm>
              <a:custGeom>
                <a:avLst/>
                <a:gdLst/>
                <a:ahLst/>
                <a:cxnLst/>
                <a:rect l="l" t="t" r="r" b="b"/>
                <a:pathLst>
                  <a:path w="18260" h="27245" extrusionOk="0">
                    <a:moveTo>
                      <a:pt x="13308" y="1"/>
                    </a:moveTo>
                    <a:cubicBezTo>
                      <a:pt x="13222" y="1"/>
                      <a:pt x="13165" y="1"/>
                      <a:pt x="13050" y="58"/>
                    </a:cubicBezTo>
                    <a:cubicBezTo>
                      <a:pt x="14338" y="1231"/>
                      <a:pt x="15311" y="3120"/>
                      <a:pt x="15597" y="5324"/>
                    </a:cubicBezTo>
                    <a:cubicBezTo>
                      <a:pt x="16084" y="8958"/>
                      <a:pt x="14624" y="12192"/>
                      <a:pt x="12249" y="13080"/>
                    </a:cubicBezTo>
                    <a:cubicBezTo>
                      <a:pt x="12478" y="13280"/>
                      <a:pt x="12621" y="13538"/>
                      <a:pt x="12621" y="13795"/>
                    </a:cubicBezTo>
                    <a:cubicBezTo>
                      <a:pt x="12621" y="14883"/>
                      <a:pt x="10103" y="15798"/>
                      <a:pt x="7012" y="15798"/>
                    </a:cubicBezTo>
                    <a:cubicBezTo>
                      <a:pt x="5667" y="15798"/>
                      <a:pt x="4493" y="15598"/>
                      <a:pt x="3520" y="15369"/>
                    </a:cubicBezTo>
                    <a:lnTo>
                      <a:pt x="3520" y="15369"/>
                    </a:lnTo>
                    <a:cubicBezTo>
                      <a:pt x="3606" y="15455"/>
                      <a:pt x="3663" y="15541"/>
                      <a:pt x="3663" y="15541"/>
                    </a:cubicBezTo>
                    <a:cubicBezTo>
                      <a:pt x="3663" y="15541"/>
                      <a:pt x="3577" y="15541"/>
                      <a:pt x="3434" y="15598"/>
                    </a:cubicBezTo>
                    <a:lnTo>
                      <a:pt x="3949" y="15827"/>
                    </a:lnTo>
                    <a:cubicBezTo>
                      <a:pt x="7441" y="17287"/>
                      <a:pt x="8872" y="19576"/>
                      <a:pt x="8185" y="21150"/>
                    </a:cubicBezTo>
                    <a:cubicBezTo>
                      <a:pt x="7746" y="22190"/>
                      <a:pt x="4377" y="22838"/>
                      <a:pt x="1725" y="22838"/>
                    </a:cubicBezTo>
                    <a:cubicBezTo>
                      <a:pt x="1093" y="22838"/>
                      <a:pt x="501" y="22801"/>
                      <a:pt x="0" y="22724"/>
                    </a:cubicBezTo>
                    <a:lnTo>
                      <a:pt x="0" y="22724"/>
                    </a:lnTo>
                    <a:cubicBezTo>
                      <a:pt x="1088" y="24842"/>
                      <a:pt x="5924" y="26416"/>
                      <a:pt x="7441" y="27046"/>
                    </a:cubicBezTo>
                    <a:cubicBezTo>
                      <a:pt x="7748" y="27181"/>
                      <a:pt x="8056" y="27244"/>
                      <a:pt x="8363" y="27244"/>
                    </a:cubicBezTo>
                    <a:cubicBezTo>
                      <a:pt x="13139" y="27244"/>
                      <a:pt x="17702" y="11816"/>
                      <a:pt x="17944" y="9073"/>
                    </a:cubicBezTo>
                    <a:cubicBezTo>
                      <a:pt x="18259" y="6497"/>
                      <a:pt x="14682" y="344"/>
                      <a:pt x="13308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45"/>
              <p:cNvSpPr/>
              <p:nvPr/>
            </p:nvSpPr>
            <p:spPr>
              <a:xfrm>
                <a:off x="4696257" y="1365204"/>
                <a:ext cx="214689" cy="133238"/>
              </a:xfrm>
              <a:custGeom>
                <a:avLst/>
                <a:gdLst/>
                <a:ahLst/>
                <a:cxnLst/>
                <a:rect l="l" t="t" r="r" b="b"/>
                <a:pathLst>
                  <a:path w="10103" h="6270" extrusionOk="0">
                    <a:moveTo>
                      <a:pt x="3148" y="1"/>
                    </a:moveTo>
                    <a:cubicBezTo>
                      <a:pt x="3148" y="1"/>
                      <a:pt x="1260" y="1975"/>
                      <a:pt x="0" y="5410"/>
                    </a:cubicBezTo>
                    <a:cubicBezTo>
                      <a:pt x="844" y="6019"/>
                      <a:pt x="2020" y="6270"/>
                      <a:pt x="3473" y="6270"/>
                    </a:cubicBezTo>
                    <a:cubicBezTo>
                      <a:pt x="4682" y="6270"/>
                      <a:pt x="6082" y="6096"/>
                      <a:pt x="7642" y="5810"/>
                    </a:cubicBezTo>
                    <a:cubicBezTo>
                      <a:pt x="7985" y="3607"/>
                      <a:pt x="8958" y="1889"/>
                      <a:pt x="10103" y="888"/>
                    </a:cubicBezTo>
                    <a:lnTo>
                      <a:pt x="3148" y="1"/>
                    </a:ln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45"/>
              <p:cNvSpPr/>
              <p:nvPr/>
            </p:nvSpPr>
            <p:spPr>
              <a:xfrm>
                <a:off x="4656732" y="1164009"/>
                <a:ext cx="355789" cy="270173"/>
              </a:xfrm>
              <a:custGeom>
                <a:avLst/>
                <a:gdLst/>
                <a:ahLst/>
                <a:cxnLst/>
                <a:rect l="l" t="t" r="r" b="b"/>
                <a:pathLst>
                  <a:path w="16743" h="12714" extrusionOk="0">
                    <a:moveTo>
                      <a:pt x="11060" y="1"/>
                    </a:moveTo>
                    <a:cubicBezTo>
                      <a:pt x="8013" y="1"/>
                      <a:pt x="6549" y="1016"/>
                      <a:pt x="6153" y="1570"/>
                    </a:cubicBezTo>
                    <a:cubicBezTo>
                      <a:pt x="5724" y="2171"/>
                      <a:pt x="6039" y="2457"/>
                      <a:pt x="5924" y="2629"/>
                    </a:cubicBezTo>
                    <a:cubicBezTo>
                      <a:pt x="5781" y="2829"/>
                      <a:pt x="3263" y="5605"/>
                      <a:pt x="2919" y="7179"/>
                    </a:cubicBezTo>
                    <a:cubicBezTo>
                      <a:pt x="2547" y="8753"/>
                      <a:pt x="0" y="11014"/>
                      <a:pt x="1832" y="12073"/>
                    </a:cubicBezTo>
                    <a:cubicBezTo>
                      <a:pt x="2560" y="12521"/>
                      <a:pt x="5518" y="12713"/>
                      <a:pt x="7621" y="12713"/>
                    </a:cubicBezTo>
                    <a:cubicBezTo>
                      <a:pt x="8741" y="12713"/>
                      <a:pt x="9619" y="12659"/>
                      <a:pt x="9788" y="12559"/>
                    </a:cubicBezTo>
                    <a:cubicBezTo>
                      <a:pt x="10246" y="12273"/>
                      <a:pt x="14968" y="8152"/>
                      <a:pt x="15855" y="8152"/>
                    </a:cubicBezTo>
                    <a:cubicBezTo>
                      <a:pt x="16742" y="8152"/>
                      <a:pt x="15512" y="282"/>
                      <a:pt x="11877" y="24"/>
                    </a:cubicBezTo>
                    <a:cubicBezTo>
                      <a:pt x="11593" y="8"/>
                      <a:pt x="11320" y="1"/>
                      <a:pt x="11060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45"/>
              <p:cNvSpPr/>
              <p:nvPr/>
            </p:nvSpPr>
            <p:spPr>
              <a:xfrm>
                <a:off x="4819698" y="1199327"/>
                <a:ext cx="72399" cy="52445"/>
              </a:xfrm>
              <a:custGeom>
                <a:avLst/>
                <a:gdLst/>
                <a:ahLst/>
                <a:cxnLst/>
                <a:rect l="l" t="t" r="r" b="b"/>
                <a:pathLst>
                  <a:path w="3407" h="2468" extrusionOk="0">
                    <a:moveTo>
                      <a:pt x="1985" y="0"/>
                    </a:moveTo>
                    <a:cubicBezTo>
                      <a:pt x="1409" y="0"/>
                      <a:pt x="646" y="139"/>
                      <a:pt x="1" y="194"/>
                    </a:cubicBezTo>
                    <a:lnTo>
                      <a:pt x="287" y="1024"/>
                    </a:lnTo>
                    <a:cubicBezTo>
                      <a:pt x="287" y="1024"/>
                      <a:pt x="2633" y="2468"/>
                      <a:pt x="3092" y="2468"/>
                    </a:cubicBezTo>
                    <a:cubicBezTo>
                      <a:pt x="3117" y="2468"/>
                      <a:pt x="3136" y="2463"/>
                      <a:pt x="3149" y="2455"/>
                    </a:cubicBezTo>
                    <a:cubicBezTo>
                      <a:pt x="3407" y="2254"/>
                      <a:pt x="3149" y="480"/>
                      <a:pt x="2720" y="165"/>
                    </a:cubicBezTo>
                    <a:cubicBezTo>
                      <a:pt x="2567" y="43"/>
                      <a:pt x="2305" y="0"/>
                      <a:pt x="1985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45"/>
              <p:cNvSpPr/>
              <p:nvPr/>
            </p:nvSpPr>
            <p:spPr>
              <a:xfrm>
                <a:off x="4779578" y="1189275"/>
                <a:ext cx="46835" cy="32534"/>
              </a:xfrm>
              <a:custGeom>
                <a:avLst/>
                <a:gdLst/>
                <a:ahLst/>
                <a:cxnLst/>
                <a:rect l="l" t="t" r="r" b="b"/>
                <a:pathLst>
                  <a:path w="2204" h="1531" extrusionOk="0">
                    <a:moveTo>
                      <a:pt x="980" y="1"/>
                    </a:moveTo>
                    <a:cubicBezTo>
                      <a:pt x="925" y="1"/>
                      <a:pt x="866" y="3"/>
                      <a:pt x="801" y="9"/>
                    </a:cubicBezTo>
                    <a:cubicBezTo>
                      <a:pt x="86" y="94"/>
                      <a:pt x="0" y="924"/>
                      <a:pt x="86" y="1411"/>
                    </a:cubicBezTo>
                    <a:cubicBezTo>
                      <a:pt x="107" y="1496"/>
                      <a:pt x="194" y="1531"/>
                      <a:pt x="321" y="1531"/>
                    </a:cubicBezTo>
                    <a:cubicBezTo>
                      <a:pt x="877" y="1531"/>
                      <a:pt x="2204" y="867"/>
                      <a:pt x="2204" y="867"/>
                    </a:cubicBezTo>
                    <a:cubicBezTo>
                      <a:pt x="1657" y="268"/>
                      <a:pt x="1536" y="1"/>
                      <a:pt x="980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45"/>
              <p:cNvSpPr/>
              <p:nvPr/>
            </p:nvSpPr>
            <p:spPr>
              <a:xfrm>
                <a:off x="4723011" y="1202153"/>
                <a:ext cx="112072" cy="88867"/>
              </a:xfrm>
              <a:custGeom>
                <a:avLst/>
                <a:gdLst/>
                <a:ahLst/>
                <a:cxnLst/>
                <a:rect l="l" t="t" r="r" b="b"/>
                <a:pathLst>
                  <a:path w="5274" h="4182" extrusionOk="0">
                    <a:moveTo>
                      <a:pt x="4253" y="1"/>
                    </a:moveTo>
                    <a:cubicBezTo>
                      <a:pt x="4220" y="1"/>
                      <a:pt x="4186" y="2"/>
                      <a:pt x="4150" y="4"/>
                    </a:cubicBezTo>
                    <a:cubicBezTo>
                      <a:pt x="3034" y="118"/>
                      <a:pt x="258" y="2064"/>
                      <a:pt x="144" y="2465"/>
                    </a:cubicBezTo>
                    <a:cubicBezTo>
                      <a:pt x="1" y="2837"/>
                      <a:pt x="859" y="3953"/>
                      <a:pt x="1689" y="4182"/>
                    </a:cubicBezTo>
                    <a:lnTo>
                      <a:pt x="4952" y="834"/>
                    </a:lnTo>
                    <a:cubicBezTo>
                      <a:pt x="4952" y="834"/>
                      <a:pt x="5274" y="1"/>
                      <a:pt x="4253" y="1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45"/>
              <p:cNvSpPr/>
              <p:nvPr/>
            </p:nvSpPr>
            <p:spPr>
              <a:xfrm>
                <a:off x="4734571" y="1208570"/>
                <a:ext cx="101299" cy="81239"/>
              </a:xfrm>
              <a:custGeom>
                <a:avLst/>
                <a:gdLst/>
                <a:ahLst/>
                <a:cxnLst/>
                <a:rect l="l" t="t" r="r" b="b"/>
                <a:pathLst>
                  <a:path w="4767" h="3823" extrusionOk="0">
                    <a:moveTo>
                      <a:pt x="3922" y="1"/>
                    </a:moveTo>
                    <a:cubicBezTo>
                      <a:pt x="3854" y="1"/>
                      <a:pt x="3778" y="6"/>
                      <a:pt x="3692" y="16"/>
                    </a:cubicBezTo>
                    <a:cubicBezTo>
                      <a:pt x="2605" y="102"/>
                      <a:pt x="201" y="1934"/>
                      <a:pt x="115" y="2249"/>
                    </a:cubicBezTo>
                    <a:cubicBezTo>
                      <a:pt x="0" y="2592"/>
                      <a:pt x="859" y="3651"/>
                      <a:pt x="1488" y="3823"/>
                    </a:cubicBezTo>
                    <a:lnTo>
                      <a:pt x="4350" y="760"/>
                    </a:lnTo>
                    <a:cubicBezTo>
                      <a:pt x="4350" y="760"/>
                      <a:pt x="4767" y="1"/>
                      <a:pt x="3922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45"/>
              <p:cNvSpPr/>
              <p:nvPr/>
            </p:nvSpPr>
            <p:spPr>
              <a:xfrm>
                <a:off x="4690180" y="1281840"/>
                <a:ext cx="130156" cy="70401"/>
              </a:xfrm>
              <a:custGeom>
                <a:avLst/>
                <a:gdLst/>
                <a:ahLst/>
                <a:cxnLst/>
                <a:rect l="l" t="t" r="r" b="b"/>
                <a:pathLst>
                  <a:path w="6125" h="3313" extrusionOk="0">
                    <a:moveTo>
                      <a:pt x="2508" y="1"/>
                    </a:moveTo>
                    <a:cubicBezTo>
                      <a:pt x="1426" y="1"/>
                      <a:pt x="859" y="947"/>
                      <a:pt x="859" y="947"/>
                    </a:cubicBezTo>
                    <a:lnTo>
                      <a:pt x="630" y="661"/>
                    </a:lnTo>
                    <a:cubicBezTo>
                      <a:pt x="630" y="661"/>
                      <a:pt x="0" y="1491"/>
                      <a:pt x="630" y="1892"/>
                    </a:cubicBezTo>
                    <a:cubicBezTo>
                      <a:pt x="716" y="1949"/>
                      <a:pt x="802" y="1974"/>
                      <a:pt x="888" y="1974"/>
                    </a:cubicBezTo>
                    <a:cubicBezTo>
                      <a:pt x="1378" y="1974"/>
                      <a:pt x="1872" y="1172"/>
                      <a:pt x="2496" y="1172"/>
                    </a:cubicBezTo>
                    <a:cubicBezTo>
                      <a:pt x="2522" y="1172"/>
                      <a:pt x="2549" y="1173"/>
                      <a:pt x="2576" y="1176"/>
                    </a:cubicBezTo>
                    <a:cubicBezTo>
                      <a:pt x="3349" y="1233"/>
                      <a:pt x="4407" y="2750"/>
                      <a:pt x="4694" y="3065"/>
                    </a:cubicBezTo>
                    <a:cubicBezTo>
                      <a:pt x="4808" y="3214"/>
                      <a:pt x="5015" y="3313"/>
                      <a:pt x="5236" y="3313"/>
                    </a:cubicBezTo>
                    <a:cubicBezTo>
                      <a:pt x="5567" y="3313"/>
                      <a:pt x="5930" y="3093"/>
                      <a:pt x="6067" y="2493"/>
                    </a:cubicBezTo>
                    <a:cubicBezTo>
                      <a:pt x="6125" y="2149"/>
                      <a:pt x="5810" y="1777"/>
                      <a:pt x="5810" y="1777"/>
                    </a:cubicBezTo>
                    <a:lnTo>
                      <a:pt x="5810" y="1777"/>
                    </a:lnTo>
                    <a:cubicBezTo>
                      <a:pt x="5810" y="1777"/>
                      <a:pt x="5863" y="2439"/>
                      <a:pt x="5180" y="2439"/>
                    </a:cubicBezTo>
                    <a:cubicBezTo>
                      <a:pt x="5152" y="2439"/>
                      <a:pt x="5124" y="2438"/>
                      <a:pt x="5094" y="2435"/>
                    </a:cubicBezTo>
                    <a:cubicBezTo>
                      <a:pt x="4350" y="2349"/>
                      <a:pt x="4551" y="489"/>
                      <a:pt x="3091" y="89"/>
                    </a:cubicBezTo>
                    <a:cubicBezTo>
                      <a:pt x="2882" y="27"/>
                      <a:pt x="2688" y="1"/>
                      <a:pt x="25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45"/>
              <p:cNvSpPr/>
              <p:nvPr/>
            </p:nvSpPr>
            <p:spPr>
              <a:xfrm>
                <a:off x="4910925" y="1261823"/>
                <a:ext cx="102191" cy="129561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6097" extrusionOk="0">
                    <a:moveTo>
                      <a:pt x="3779" y="0"/>
                    </a:moveTo>
                    <a:cubicBezTo>
                      <a:pt x="1489" y="143"/>
                      <a:pt x="1203" y="2862"/>
                      <a:pt x="1203" y="2862"/>
                    </a:cubicBezTo>
                    <a:lnTo>
                      <a:pt x="1" y="4007"/>
                    </a:lnTo>
                    <a:lnTo>
                      <a:pt x="201" y="6096"/>
                    </a:lnTo>
                    <a:cubicBezTo>
                      <a:pt x="201" y="6096"/>
                      <a:pt x="3435" y="5037"/>
                      <a:pt x="4151" y="3606"/>
                    </a:cubicBezTo>
                    <a:cubicBezTo>
                      <a:pt x="4809" y="2147"/>
                      <a:pt x="3779" y="0"/>
                      <a:pt x="37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45"/>
              <p:cNvSpPr/>
              <p:nvPr/>
            </p:nvSpPr>
            <p:spPr>
              <a:xfrm>
                <a:off x="4881855" y="1343848"/>
                <a:ext cx="110585" cy="6162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2900" extrusionOk="0">
                    <a:moveTo>
                      <a:pt x="3380" y="0"/>
                    </a:moveTo>
                    <a:cubicBezTo>
                      <a:pt x="954" y="0"/>
                      <a:pt x="1" y="2471"/>
                      <a:pt x="253" y="2723"/>
                    </a:cubicBezTo>
                    <a:cubicBezTo>
                      <a:pt x="362" y="2832"/>
                      <a:pt x="925" y="2900"/>
                      <a:pt x="1613" y="2900"/>
                    </a:cubicBezTo>
                    <a:cubicBezTo>
                      <a:pt x="2722" y="2900"/>
                      <a:pt x="4157" y="2724"/>
                      <a:pt x="4546" y="2265"/>
                    </a:cubicBezTo>
                    <a:cubicBezTo>
                      <a:pt x="5204" y="1521"/>
                      <a:pt x="4975" y="90"/>
                      <a:pt x="3544" y="4"/>
                    </a:cubicBezTo>
                    <a:cubicBezTo>
                      <a:pt x="3489" y="1"/>
                      <a:pt x="3434" y="0"/>
                      <a:pt x="3380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45"/>
              <p:cNvSpPr/>
              <p:nvPr/>
            </p:nvSpPr>
            <p:spPr>
              <a:xfrm>
                <a:off x="4898217" y="1353623"/>
                <a:ext cx="74163" cy="42224"/>
              </a:xfrm>
              <a:custGeom>
                <a:avLst/>
                <a:gdLst/>
                <a:ahLst/>
                <a:cxnLst/>
                <a:rect l="l" t="t" r="r" b="b"/>
                <a:pathLst>
                  <a:path w="3490" h="1987" extrusionOk="0">
                    <a:moveTo>
                      <a:pt x="2291" y="0"/>
                    </a:moveTo>
                    <a:cubicBezTo>
                      <a:pt x="635" y="0"/>
                      <a:pt x="1" y="1693"/>
                      <a:pt x="170" y="1862"/>
                    </a:cubicBezTo>
                    <a:cubicBezTo>
                      <a:pt x="236" y="1939"/>
                      <a:pt x="614" y="1986"/>
                      <a:pt x="1079" y="1986"/>
                    </a:cubicBezTo>
                    <a:cubicBezTo>
                      <a:pt x="1826" y="1986"/>
                      <a:pt x="2796" y="1864"/>
                      <a:pt x="3060" y="1547"/>
                    </a:cubicBezTo>
                    <a:cubicBezTo>
                      <a:pt x="3489" y="1003"/>
                      <a:pt x="3346" y="59"/>
                      <a:pt x="2373" y="2"/>
                    </a:cubicBezTo>
                    <a:cubicBezTo>
                      <a:pt x="2346" y="1"/>
                      <a:pt x="2318" y="0"/>
                      <a:pt x="2291" y="0"/>
                    </a:cubicBezTo>
                    <a:close/>
                  </a:path>
                </a:pathLst>
              </a:custGeom>
              <a:solidFill>
                <a:srgbClr val="CC4F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45"/>
              <p:cNvSpPr/>
              <p:nvPr/>
            </p:nvSpPr>
            <p:spPr>
              <a:xfrm>
                <a:off x="4905230" y="1353538"/>
                <a:ext cx="42203" cy="31492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482" extrusionOk="0">
                    <a:moveTo>
                      <a:pt x="1626" y="1"/>
                    </a:moveTo>
                    <a:cubicBezTo>
                      <a:pt x="1324" y="1"/>
                      <a:pt x="151" y="428"/>
                      <a:pt x="97" y="778"/>
                    </a:cubicBezTo>
                    <a:cubicBezTo>
                      <a:pt x="0" y="1069"/>
                      <a:pt x="272" y="1482"/>
                      <a:pt x="703" y="1482"/>
                    </a:cubicBezTo>
                    <a:cubicBezTo>
                      <a:pt x="783" y="1482"/>
                      <a:pt x="867" y="1468"/>
                      <a:pt x="956" y="1437"/>
                    </a:cubicBezTo>
                    <a:cubicBezTo>
                      <a:pt x="1986" y="1151"/>
                      <a:pt x="1843" y="92"/>
                      <a:pt x="1671" y="6"/>
                    </a:cubicBezTo>
                    <a:cubicBezTo>
                      <a:pt x="1660" y="2"/>
                      <a:pt x="1644" y="1"/>
                      <a:pt x="1626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45"/>
              <p:cNvSpPr/>
              <p:nvPr/>
            </p:nvSpPr>
            <p:spPr>
              <a:xfrm>
                <a:off x="4655500" y="1444870"/>
                <a:ext cx="225654" cy="87996"/>
              </a:xfrm>
              <a:custGeom>
                <a:avLst/>
                <a:gdLst/>
                <a:ahLst/>
                <a:cxnLst/>
                <a:rect l="l" t="t" r="r" b="b"/>
                <a:pathLst>
                  <a:path w="10619" h="4141" extrusionOk="0">
                    <a:moveTo>
                      <a:pt x="2634" y="1"/>
                    </a:moveTo>
                    <a:cubicBezTo>
                      <a:pt x="2634" y="1"/>
                      <a:pt x="1" y="1918"/>
                      <a:pt x="115" y="1947"/>
                    </a:cubicBezTo>
                    <a:cubicBezTo>
                      <a:pt x="216" y="1986"/>
                      <a:pt x="390" y="1997"/>
                      <a:pt x="597" y="1997"/>
                    </a:cubicBezTo>
                    <a:cubicBezTo>
                      <a:pt x="891" y="1997"/>
                      <a:pt x="1254" y="1974"/>
                      <a:pt x="1580" y="1974"/>
                    </a:cubicBezTo>
                    <a:cubicBezTo>
                      <a:pt x="1871" y="1974"/>
                      <a:pt x="2133" y="1992"/>
                      <a:pt x="2290" y="2061"/>
                    </a:cubicBezTo>
                    <a:cubicBezTo>
                      <a:pt x="2577" y="2147"/>
                      <a:pt x="2748" y="3721"/>
                      <a:pt x="3006" y="4093"/>
                    </a:cubicBezTo>
                    <a:cubicBezTo>
                      <a:pt x="3269" y="4126"/>
                      <a:pt x="3537" y="4141"/>
                      <a:pt x="3807" y="4141"/>
                    </a:cubicBezTo>
                    <a:cubicBezTo>
                      <a:pt x="7077" y="4141"/>
                      <a:pt x="10618" y="1918"/>
                      <a:pt x="10618" y="1918"/>
                    </a:cubicBezTo>
                    <a:cubicBezTo>
                      <a:pt x="10618" y="1918"/>
                      <a:pt x="10220" y="136"/>
                      <a:pt x="10088" y="136"/>
                    </a:cubicBezTo>
                    <a:cubicBezTo>
                      <a:pt x="10083" y="136"/>
                      <a:pt x="10079" y="139"/>
                      <a:pt x="10075" y="144"/>
                    </a:cubicBezTo>
                    <a:cubicBezTo>
                      <a:pt x="9729" y="670"/>
                      <a:pt x="8051" y="1030"/>
                      <a:pt x="6348" y="1030"/>
                    </a:cubicBezTo>
                    <a:cubicBezTo>
                      <a:pt x="4807" y="1030"/>
                      <a:pt x="3246" y="735"/>
                      <a:pt x="26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45"/>
              <p:cNvSpPr/>
              <p:nvPr/>
            </p:nvSpPr>
            <p:spPr>
              <a:xfrm>
                <a:off x="4698085" y="1453392"/>
                <a:ext cx="46835" cy="45029"/>
              </a:xfrm>
              <a:custGeom>
                <a:avLst/>
                <a:gdLst/>
                <a:ahLst/>
                <a:cxnLst/>
                <a:rect l="l" t="t" r="r" b="b"/>
                <a:pathLst>
                  <a:path w="2204" h="2119" extrusionOk="0">
                    <a:moveTo>
                      <a:pt x="1574" y="0"/>
                    </a:moveTo>
                    <a:lnTo>
                      <a:pt x="143" y="1145"/>
                    </a:lnTo>
                    <a:lnTo>
                      <a:pt x="0" y="1746"/>
                    </a:lnTo>
                    <a:lnTo>
                      <a:pt x="286" y="2090"/>
                    </a:lnTo>
                    <a:lnTo>
                      <a:pt x="1259" y="2118"/>
                    </a:lnTo>
                    <a:lnTo>
                      <a:pt x="2204" y="315"/>
                    </a:lnTo>
                    <a:lnTo>
                      <a:pt x="157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45"/>
              <p:cNvSpPr/>
              <p:nvPr/>
            </p:nvSpPr>
            <p:spPr>
              <a:xfrm>
                <a:off x="4725433" y="1493894"/>
                <a:ext cx="268239" cy="159609"/>
              </a:xfrm>
              <a:custGeom>
                <a:avLst/>
                <a:gdLst/>
                <a:ahLst/>
                <a:cxnLst/>
                <a:rect l="l" t="t" r="r" b="b"/>
                <a:pathLst>
                  <a:path w="12623" h="7511" extrusionOk="0">
                    <a:moveTo>
                      <a:pt x="7059" y="1"/>
                    </a:moveTo>
                    <a:cubicBezTo>
                      <a:pt x="6999" y="1"/>
                      <a:pt x="6945" y="14"/>
                      <a:pt x="6898" y="40"/>
                    </a:cubicBezTo>
                    <a:cubicBezTo>
                      <a:pt x="6354" y="327"/>
                      <a:pt x="4695" y="1042"/>
                      <a:pt x="1" y="3961"/>
                    </a:cubicBezTo>
                    <a:cubicBezTo>
                      <a:pt x="2863" y="5507"/>
                      <a:pt x="10619" y="7081"/>
                      <a:pt x="12622" y="7510"/>
                    </a:cubicBezTo>
                    <a:cubicBezTo>
                      <a:pt x="11752" y="4790"/>
                      <a:pt x="8218" y="1"/>
                      <a:pt x="70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45"/>
              <p:cNvSpPr/>
              <p:nvPr/>
            </p:nvSpPr>
            <p:spPr>
              <a:xfrm>
                <a:off x="4725433" y="1493894"/>
                <a:ext cx="268239" cy="159609"/>
              </a:xfrm>
              <a:custGeom>
                <a:avLst/>
                <a:gdLst/>
                <a:ahLst/>
                <a:cxnLst/>
                <a:rect l="l" t="t" r="r" b="b"/>
                <a:pathLst>
                  <a:path w="12623" h="7511" extrusionOk="0">
                    <a:moveTo>
                      <a:pt x="7059" y="1"/>
                    </a:moveTo>
                    <a:cubicBezTo>
                      <a:pt x="6999" y="1"/>
                      <a:pt x="6945" y="14"/>
                      <a:pt x="6898" y="40"/>
                    </a:cubicBezTo>
                    <a:cubicBezTo>
                      <a:pt x="6354" y="327"/>
                      <a:pt x="4695" y="1042"/>
                      <a:pt x="1" y="3961"/>
                    </a:cubicBezTo>
                    <a:cubicBezTo>
                      <a:pt x="2863" y="5507"/>
                      <a:pt x="10619" y="7081"/>
                      <a:pt x="12622" y="7510"/>
                    </a:cubicBezTo>
                    <a:cubicBezTo>
                      <a:pt x="11752" y="4790"/>
                      <a:pt x="8218" y="1"/>
                      <a:pt x="7059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45"/>
              <p:cNvSpPr/>
              <p:nvPr/>
            </p:nvSpPr>
            <p:spPr>
              <a:xfrm>
                <a:off x="4611108" y="1712387"/>
                <a:ext cx="74821" cy="45709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2151" extrusionOk="0">
                    <a:moveTo>
                      <a:pt x="3038" y="1"/>
                    </a:moveTo>
                    <a:cubicBezTo>
                      <a:pt x="2547" y="1"/>
                      <a:pt x="1075" y="695"/>
                      <a:pt x="1" y="1521"/>
                    </a:cubicBezTo>
                    <a:lnTo>
                      <a:pt x="3435" y="2151"/>
                    </a:lnTo>
                    <a:cubicBezTo>
                      <a:pt x="3492" y="2151"/>
                      <a:pt x="3521" y="61"/>
                      <a:pt x="3091" y="4"/>
                    </a:cubicBezTo>
                    <a:cubicBezTo>
                      <a:pt x="3075" y="2"/>
                      <a:pt x="3058" y="1"/>
                      <a:pt x="30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45"/>
              <p:cNvSpPr/>
              <p:nvPr/>
            </p:nvSpPr>
            <p:spPr>
              <a:xfrm>
                <a:off x="4588010" y="1734359"/>
                <a:ext cx="113135" cy="54761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2577" extrusionOk="0">
                    <a:moveTo>
                      <a:pt x="343" y="0"/>
                    </a:moveTo>
                    <a:lnTo>
                      <a:pt x="0" y="859"/>
                    </a:lnTo>
                    <a:lnTo>
                      <a:pt x="3892" y="2576"/>
                    </a:lnTo>
                    <a:lnTo>
                      <a:pt x="5323" y="973"/>
                    </a:lnTo>
                    <a:cubicBezTo>
                      <a:pt x="5323" y="973"/>
                      <a:pt x="2490" y="0"/>
                      <a:pt x="3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45"/>
              <p:cNvSpPr/>
              <p:nvPr/>
            </p:nvSpPr>
            <p:spPr>
              <a:xfrm>
                <a:off x="4770441" y="1176865"/>
                <a:ext cx="55972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2634" h="1251" extrusionOk="0">
                    <a:moveTo>
                      <a:pt x="1239" y="1"/>
                    </a:moveTo>
                    <a:cubicBezTo>
                      <a:pt x="1060" y="1"/>
                      <a:pt x="882" y="24"/>
                      <a:pt x="716" y="77"/>
                    </a:cubicBezTo>
                    <a:cubicBezTo>
                      <a:pt x="1" y="278"/>
                      <a:pt x="287" y="1251"/>
                      <a:pt x="344" y="1251"/>
                    </a:cubicBezTo>
                    <a:cubicBezTo>
                      <a:pt x="401" y="1251"/>
                      <a:pt x="802" y="1136"/>
                      <a:pt x="1326" y="1136"/>
                    </a:cubicBezTo>
                    <a:cubicBezTo>
                      <a:pt x="1588" y="1136"/>
                      <a:pt x="1880" y="1165"/>
                      <a:pt x="2176" y="1251"/>
                    </a:cubicBezTo>
                    <a:lnTo>
                      <a:pt x="2634" y="593"/>
                    </a:lnTo>
                    <a:cubicBezTo>
                      <a:pt x="2436" y="263"/>
                      <a:pt x="1833" y="1"/>
                      <a:pt x="12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45"/>
              <p:cNvSpPr/>
              <p:nvPr/>
            </p:nvSpPr>
            <p:spPr>
              <a:xfrm>
                <a:off x="4828220" y="1186619"/>
                <a:ext cx="82131" cy="52721"/>
              </a:xfrm>
              <a:custGeom>
                <a:avLst/>
                <a:gdLst/>
                <a:ahLst/>
                <a:cxnLst/>
                <a:rect l="l" t="t" r="r" b="b"/>
                <a:pathLst>
                  <a:path w="3865" h="2481" extrusionOk="0">
                    <a:moveTo>
                      <a:pt x="1367" y="1"/>
                    </a:moveTo>
                    <a:cubicBezTo>
                      <a:pt x="846" y="1"/>
                      <a:pt x="432" y="191"/>
                      <a:pt x="287" y="363"/>
                    </a:cubicBezTo>
                    <a:lnTo>
                      <a:pt x="1" y="935"/>
                    </a:lnTo>
                    <a:cubicBezTo>
                      <a:pt x="916" y="935"/>
                      <a:pt x="2805" y="2480"/>
                      <a:pt x="2891" y="2480"/>
                    </a:cubicBezTo>
                    <a:cubicBezTo>
                      <a:pt x="3349" y="2394"/>
                      <a:pt x="3864" y="1708"/>
                      <a:pt x="3378" y="1107"/>
                    </a:cubicBezTo>
                    <a:cubicBezTo>
                      <a:pt x="2731" y="259"/>
                      <a:pt x="1976" y="1"/>
                      <a:pt x="13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45"/>
              <p:cNvSpPr/>
              <p:nvPr/>
            </p:nvSpPr>
            <p:spPr>
              <a:xfrm>
                <a:off x="4837336" y="1225932"/>
                <a:ext cx="38335" cy="22525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106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44" y="802"/>
                      <a:pt x="1804" y="1060"/>
                      <a:pt x="1804" y="1060"/>
                    </a:cubicBezTo>
                    <a:cubicBezTo>
                      <a:pt x="1003" y="659"/>
                      <a:pt x="459" y="201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45"/>
              <p:cNvSpPr/>
              <p:nvPr/>
            </p:nvSpPr>
            <p:spPr>
              <a:xfrm>
                <a:off x="4730916" y="1321599"/>
                <a:ext cx="27455" cy="25054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179" extrusionOk="0">
                    <a:moveTo>
                      <a:pt x="550" y="1"/>
                    </a:moveTo>
                    <a:cubicBezTo>
                      <a:pt x="322" y="1"/>
                      <a:pt x="102" y="190"/>
                      <a:pt x="1" y="622"/>
                    </a:cubicBezTo>
                    <a:cubicBezTo>
                      <a:pt x="1" y="642"/>
                      <a:pt x="699" y="1178"/>
                      <a:pt x="1051" y="1178"/>
                    </a:cubicBezTo>
                    <a:cubicBezTo>
                      <a:pt x="1204" y="1178"/>
                      <a:pt x="1292" y="1078"/>
                      <a:pt x="1231" y="793"/>
                    </a:cubicBezTo>
                    <a:cubicBezTo>
                      <a:pt x="1136" y="299"/>
                      <a:pt x="836" y="1"/>
                      <a:pt x="550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45"/>
              <p:cNvSpPr/>
              <p:nvPr/>
            </p:nvSpPr>
            <p:spPr>
              <a:xfrm>
                <a:off x="4782617" y="1540347"/>
                <a:ext cx="118596" cy="104635"/>
              </a:xfrm>
              <a:custGeom>
                <a:avLst/>
                <a:gdLst/>
                <a:ahLst/>
                <a:cxnLst/>
                <a:rect l="l" t="t" r="r" b="b"/>
                <a:pathLst>
                  <a:path w="5581" h="4924" extrusionOk="0">
                    <a:moveTo>
                      <a:pt x="5581" y="1"/>
                    </a:moveTo>
                    <a:cubicBezTo>
                      <a:pt x="5581" y="1"/>
                      <a:pt x="2232" y="58"/>
                      <a:pt x="0" y="4923"/>
                    </a:cubicBezTo>
                    <a:cubicBezTo>
                      <a:pt x="1660" y="2233"/>
                      <a:pt x="3578" y="745"/>
                      <a:pt x="55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45"/>
              <p:cNvSpPr/>
              <p:nvPr/>
            </p:nvSpPr>
            <p:spPr>
              <a:xfrm>
                <a:off x="4746726" y="1724010"/>
                <a:ext cx="36507" cy="35296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661" extrusionOk="0">
                    <a:moveTo>
                      <a:pt x="487" y="1"/>
                    </a:moveTo>
                    <a:lnTo>
                      <a:pt x="487" y="1"/>
                    </a:lnTo>
                    <a:cubicBezTo>
                      <a:pt x="1" y="945"/>
                      <a:pt x="831" y="1203"/>
                      <a:pt x="831" y="1203"/>
                    </a:cubicBezTo>
                    <a:cubicBezTo>
                      <a:pt x="544" y="1346"/>
                      <a:pt x="315" y="1518"/>
                      <a:pt x="58" y="1632"/>
                    </a:cubicBezTo>
                    <a:lnTo>
                      <a:pt x="1002" y="1661"/>
                    </a:lnTo>
                    <a:lnTo>
                      <a:pt x="1718" y="1661"/>
                    </a:lnTo>
                    <a:cubicBezTo>
                      <a:pt x="1260" y="1174"/>
                      <a:pt x="859" y="659"/>
                      <a:pt x="487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45"/>
              <p:cNvSpPr/>
              <p:nvPr/>
            </p:nvSpPr>
            <p:spPr>
              <a:xfrm>
                <a:off x="4588010" y="1734359"/>
                <a:ext cx="113135" cy="54761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2577" extrusionOk="0">
                    <a:moveTo>
                      <a:pt x="343" y="0"/>
                    </a:moveTo>
                    <a:lnTo>
                      <a:pt x="0" y="859"/>
                    </a:lnTo>
                    <a:lnTo>
                      <a:pt x="3892" y="2576"/>
                    </a:lnTo>
                    <a:lnTo>
                      <a:pt x="5323" y="973"/>
                    </a:lnTo>
                    <a:cubicBezTo>
                      <a:pt x="5323" y="973"/>
                      <a:pt x="2490" y="0"/>
                      <a:pt x="343" y="0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45"/>
              <p:cNvSpPr/>
              <p:nvPr/>
            </p:nvSpPr>
            <p:spPr>
              <a:xfrm>
                <a:off x="4782617" y="1540347"/>
                <a:ext cx="118596" cy="104635"/>
              </a:xfrm>
              <a:custGeom>
                <a:avLst/>
                <a:gdLst/>
                <a:ahLst/>
                <a:cxnLst/>
                <a:rect l="l" t="t" r="r" b="b"/>
                <a:pathLst>
                  <a:path w="5581" h="4924" extrusionOk="0">
                    <a:moveTo>
                      <a:pt x="5581" y="1"/>
                    </a:moveTo>
                    <a:cubicBezTo>
                      <a:pt x="5581" y="1"/>
                      <a:pt x="2232" y="58"/>
                      <a:pt x="0" y="4923"/>
                    </a:cubicBezTo>
                    <a:cubicBezTo>
                      <a:pt x="1660" y="2233"/>
                      <a:pt x="3578" y="745"/>
                      <a:pt x="5581" y="1"/>
                    </a:cubicBezTo>
                    <a:close/>
                  </a:path>
                </a:pathLst>
              </a:custGeom>
              <a:solidFill>
                <a:srgbClr val="000000">
                  <a:alpha val="30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2" name="Google Shape;2032;p45"/>
            <p:cNvGrpSpPr/>
            <p:nvPr/>
          </p:nvGrpSpPr>
          <p:grpSpPr>
            <a:xfrm>
              <a:off x="6414576" y="3399377"/>
              <a:ext cx="263822" cy="432649"/>
              <a:chOff x="1562300" y="2623525"/>
              <a:chExt cx="289800" cy="475825"/>
            </a:xfrm>
          </p:grpSpPr>
          <p:sp>
            <p:nvSpPr>
              <p:cNvPr id="2033" name="Google Shape;2033;p45"/>
              <p:cNvSpPr/>
              <p:nvPr/>
            </p:nvSpPr>
            <p:spPr>
              <a:xfrm>
                <a:off x="1792675" y="2623525"/>
                <a:ext cx="59425" cy="57275"/>
              </a:xfrm>
              <a:custGeom>
                <a:avLst/>
                <a:gdLst/>
                <a:ahLst/>
                <a:cxnLst/>
                <a:rect l="l" t="t" r="r" b="b"/>
                <a:pathLst>
                  <a:path w="2377" h="2291" extrusionOk="0">
                    <a:moveTo>
                      <a:pt x="1231" y="1"/>
                    </a:moveTo>
                    <a:cubicBezTo>
                      <a:pt x="573" y="1"/>
                      <a:pt x="87" y="487"/>
                      <a:pt x="58" y="1145"/>
                    </a:cubicBezTo>
                    <a:cubicBezTo>
                      <a:pt x="1" y="1775"/>
                      <a:pt x="516" y="2290"/>
                      <a:pt x="1145" y="2290"/>
                    </a:cubicBezTo>
                    <a:cubicBezTo>
                      <a:pt x="1804" y="2290"/>
                      <a:pt x="2347" y="1775"/>
                      <a:pt x="2347" y="1145"/>
                    </a:cubicBezTo>
                    <a:cubicBezTo>
                      <a:pt x="2376" y="487"/>
                      <a:pt x="1861" y="1"/>
                      <a:pt x="123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45"/>
              <p:cNvSpPr/>
              <p:nvPr/>
            </p:nvSpPr>
            <p:spPr>
              <a:xfrm>
                <a:off x="1656025" y="2652150"/>
                <a:ext cx="165300" cy="427150"/>
              </a:xfrm>
              <a:custGeom>
                <a:avLst/>
                <a:gdLst/>
                <a:ahLst/>
                <a:cxnLst/>
                <a:rect l="l" t="t" r="r" b="b"/>
                <a:pathLst>
                  <a:path w="6612" h="17086" extrusionOk="0">
                    <a:moveTo>
                      <a:pt x="6182" y="0"/>
                    </a:moveTo>
                    <a:cubicBezTo>
                      <a:pt x="859" y="3320"/>
                      <a:pt x="258" y="13308"/>
                      <a:pt x="29" y="16599"/>
                    </a:cubicBezTo>
                    <a:lnTo>
                      <a:pt x="0" y="17057"/>
                    </a:lnTo>
                    <a:lnTo>
                      <a:pt x="802" y="17086"/>
                    </a:lnTo>
                    <a:lnTo>
                      <a:pt x="830" y="16628"/>
                    </a:lnTo>
                    <a:cubicBezTo>
                      <a:pt x="1002" y="13451"/>
                      <a:pt x="1603" y="3749"/>
                      <a:pt x="6611" y="630"/>
                    </a:cubicBezTo>
                    <a:lnTo>
                      <a:pt x="61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45"/>
              <p:cNvSpPr/>
              <p:nvPr/>
            </p:nvSpPr>
            <p:spPr>
              <a:xfrm>
                <a:off x="1562300" y="3059975"/>
                <a:ext cx="208950" cy="39375"/>
              </a:xfrm>
              <a:custGeom>
                <a:avLst/>
                <a:gdLst/>
                <a:ahLst/>
                <a:cxnLst/>
                <a:rect l="l" t="t" r="r" b="b"/>
                <a:pathLst>
                  <a:path w="8358" h="1575" extrusionOk="0">
                    <a:moveTo>
                      <a:pt x="4179" y="0"/>
                    </a:moveTo>
                    <a:cubicBezTo>
                      <a:pt x="2204" y="0"/>
                      <a:pt x="573" y="658"/>
                      <a:pt x="0" y="1574"/>
                    </a:cubicBezTo>
                    <a:lnTo>
                      <a:pt x="8357" y="1574"/>
                    </a:lnTo>
                    <a:cubicBezTo>
                      <a:pt x="7842" y="630"/>
                      <a:pt x="6153" y="0"/>
                      <a:pt x="41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6" name="Google Shape;2036;p45"/>
            <p:cNvGrpSpPr/>
            <p:nvPr/>
          </p:nvGrpSpPr>
          <p:grpSpPr>
            <a:xfrm>
              <a:off x="7168172" y="3399377"/>
              <a:ext cx="263822" cy="432649"/>
              <a:chOff x="2390100" y="2623525"/>
              <a:chExt cx="289800" cy="475825"/>
            </a:xfrm>
          </p:grpSpPr>
          <p:sp>
            <p:nvSpPr>
              <p:cNvPr id="2037" name="Google Shape;2037;p45"/>
              <p:cNvSpPr/>
              <p:nvPr/>
            </p:nvSpPr>
            <p:spPr>
              <a:xfrm>
                <a:off x="2621200" y="2623525"/>
                <a:ext cx="58700" cy="57275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2291" extrusionOk="0">
                    <a:moveTo>
                      <a:pt x="1203" y="1"/>
                    </a:moveTo>
                    <a:cubicBezTo>
                      <a:pt x="602" y="1"/>
                      <a:pt x="58" y="487"/>
                      <a:pt x="29" y="1145"/>
                    </a:cubicBezTo>
                    <a:cubicBezTo>
                      <a:pt x="1" y="1775"/>
                      <a:pt x="487" y="2290"/>
                      <a:pt x="1145" y="2290"/>
                    </a:cubicBezTo>
                    <a:cubicBezTo>
                      <a:pt x="1775" y="2290"/>
                      <a:pt x="2319" y="1775"/>
                      <a:pt x="2319" y="1145"/>
                    </a:cubicBezTo>
                    <a:cubicBezTo>
                      <a:pt x="2347" y="487"/>
                      <a:pt x="1861" y="1"/>
                      <a:pt x="12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45"/>
              <p:cNvSpPr/>
              <p:nvPr/>
            </p:nvSpPr>
            <p:spPr>
              <a:xfrm>
                <a:off x="2484550" y="2652150"/>
                <a:ext cx="165300" cy="427150"/>
              </a:xfrm>
              <a:custGeom>
                <a:avLst/>
                <a:gdLst/>
                <a:ahLst/>
                <a:cxnLst/>
                <a:rect l="l" t="t" r="r" b="b"/>
                <a:pathLst>
                  <a:path w="6612" h="17086" extrusionOk="0">
                    <a:moveTo>
                      <a:pt x="6182" y="0"/>
                    </a:moveTo>
                    <a:cubicBezTo>
                      <a:pt x="859" y="3320"/>
                      <a:pt x="229" y="13308"/>
                      <a:pt x="29" y="16599"/>
                    </a:cubicBezTo>
                    <a:lnTo>
                      <a:pt x="0" y="17057"/>
                    </a:lnTo>
                    <a:lnTo>
                      <a:pt x="773" y="17086"/>
                    </a:lnTo>
                    <a:lnTo>
                      <a:pt x="802" y="16628"/>
                    </a:lnTo>
                    <a:cubicBezTo>
                      <a:pt x="1002" y="13451"/>
                      <a:pt x="1603" y="3749"/>
                      <a:pt x="6611" y="630"/>
                    </a:cubicBezTo>
                    <a:lnTo>
                      <a:pt x="61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45"/>
              <p:cNvSpPr/>
              <p:nvPr/>
            </p:nvSpPr>
            <p:spPr>
              <a:xfrm>
                <a:off x="2390100" y="3059975"/>
                <a:ext cx="209675" cy="39375"/>
              </a:xfrm>
              <a:custGeom>
                <a:avLst/>
                <a:gdLst/>
                <a:ahLst/>
                <a:cxnLst/>
                <a:rect l="l" t="t" r="r" b="b"/>
                <a:pathLst>
                  <a:path w="8387" h="1575" extrusionOk="0">
                    <a:moveTo>
                      <a:pt x="4208" y="0"/>
                    </a:moveTo>
                    <a:cubicBezTo>
                      <a:pt x="2233" y="0"/>
                      <a:pt x="573" y="658"/>
                      <a:pt x="1" y="1574"/>
                    </a:cubicBezTo>
                    <a:lnTo>
                      <a:pt x="8386" y="1574"/>
                    </a:lnTo>
                    <a:cubicBezTo>
                      <a:pt x="7842" y="630"/>
                      <a:pt x="6154" y="0"/>
                      <a:pt x="42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40" name="Google Shape;2040;p45"/>
            <p:cNvGrpSpPr/>
            <p:nvPr/>
          </p:nvGrpSpPr>
          <p:grpSpPr>
            <a:xfrm>
              <a:off x="6030928" y="3824842"/>
              <a:ext cx="2113628" cy="1143053"/>
              <a:chOff x="1140875" y="3091450"/>
              <a:chExt cx="2321750" cy="1257125"/>
            </a:xfrm>
          </p:grpSpPr>
          <p:sp>
            <p:nvSpPr>
              <p:cNvPr id="2041" name="Google Shape;2041;p45"/>
              <p:cNvSpPr/>
              <p:nvPr/>
            </p:nvSpPr>
            <p:spPr>
              <a:xfrm>
                <a:off x="2748550" y="3158000"/>
                <a:ext cx="668300" cy="1169825"/>
              </a:xfrm>
              <a:custGeom>
                <a:avLst/>
                <a:gdLst/>
                <a:ahLst/>
                <a:cxnLst/>
                <a:rect l="l" t="t" r="r" b="b"/>
                <a:pathLst>
                  <a:path w="26732" h="46793" extrusionOk="0">
                    <a:moveTo>
                      <a:pt x="1" y="0"/>
                    </a:moveTo>
                    <a:lnTo>
                      <a:pt x="1" y="46793"/>
                    </a:lnTo>
                    <a:lnTo>
                      <a:pt x="26731" y="46793"/>
                    </a:lnTo>
                    <a:lnTo>
                      <a:pt x="255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45"/>
              <p:cNvSpPr/>
              <p:nvPr/>
            </p:nvSpPr>
            <p:spPr>
              <a:xfrm>
                <a:off x="1195250" y="3158000"/>
                <a:ext cx="1570500" cy="1169825"/>
              </a:xfrm>
              <a:custGeom>
                <a:avLst/>
                <a:gdLst/>
                <a:ahLst/>
                <a:cxnLst/>
                <a:rect l="l" t="t" r="r" b="b"/>
                <a:pathLst>
                  <a:path w="62820" h="46793" extrusionOk="0">
                    <a:moveTo>
                      <a:pt x="1" y="0"/>
                    </a:moveTo>
                    <a:lnTo>
                      <a:pt x="1" y="46793"/>
                    </a:lnTo>
                    <a:lnTo>
                      <a:pt x="62820" y="46793"/>
                    </a:lnTo>
                    <a:lnTo>
                      <a:pt x="628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45"/>
              <p:cNvSpPr/>
              <p:nvPr/>
            </p:nvSpPr>
            <p:spPr>
              <a:xfrm>
                <a:off x="1425650" y="3158000"/>
                <a:ext cx="1110450" cy="1169825"/>
              </a:xfrm>
              <a:custGeom>
                <a:avLst/>
                <a:gdLst/>
                <a:ahLst/>
                <a:cxnLst/>
                <a:rect l="l" t="t" r="r" b="b"/>
                <a:pathLst>
                  <a:path w="44418" h="46793" extrusionOk="0">
                    <a:moveTo>
                      <a:pt x="10360" y="0"/>
                    </a:moveTo>
                    <a:lnTo>
                      <a:pt x="0" y="46793"/>
                    </a:lnTo>
                    <a:lnTo>
                      <a:pt x="34000" y="46793"/>
                    </a:lnTo>
                    <a:lnTo>
                      <a:pt x="44417" y="0"/>
                    </a:ln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45"/>
              <p:cNvSpPr/>
              <p:nvPr/>
            </p:nvSpPr>
            <p:spPr>
              <a:xfrm>
                <a:off x="1195250" y="3158000"/>
                <a:ext cx="1570500" cy="74425"/>
              </a:xfrm>
              <a:custGeom>
                <a:avLst/>
                <a:gdLst/>
                <a:ahLst/>
                <a:cxnLst/>
                <a:rect l="l" t="t" r="r" b="b"/>
                <a:pathLst>
                  <a:path w="62820" h="2977" extrusionOk="0">
                    <a:moveTo>
                      <a:pt x="1" y="0"/>
                    </a:moveTo>
                    <a:lnTo>
                      <a:pt x="1" y="2976"/>
                    </a:lnTo>
                    <a:lnTo>
                      <a:pt x="62820" y="2976"/>
                    </a:lnTo>
                    <a:lnTo>
                      <a:pt x="62820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45"/>
              <p:cNvSpPr/>
              <p:nvPr/>
            </p:nvSpPr>
            <p:spPr>
              <a:xfrm>
                <a:off x="2755000" y="3158000"/>
                <a:ext cx="35075" cy="1169825"/>
              </a:xfrm>
              <a:custGeom>
                <a:avLst/>
                <a:gdLst/>
                <a:ahLst/>
                <a:cxnLst/>
                <a:rect l="l" t="t" r="r" b="b"/>
                <a:pathLst>
                  <a:path w="1403" h="46793" extrusionOk="0">
                    <a:moveTo>
                      <a:pt x="1" y="0"/>
                    </a:moveTo>
                    <a:lnTo>
                      <a:pt x="1" y="46793"/>
                    </a:lnTo>
                    <a:lnTo>
                      <a:pt x="1403" y="46793"/>
                    </a:lnTo>
                    <a:lnTo>
                      <a:pt x="14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45"/>
              <p:cNvSpPr/>
              <p:nvPr/>
            </p:nvSpPr>
            <p:spPr>
              <a:xfrm>
                <a:off x="2755000" y="3158000"/>
                <a:ext cx="35075" cy="1169825"/>
              </a:xfrm>
              <a:custGeom>
                <a:avLst/>
                <a:gdLst/>
                <a:ahLst/>
                <a:cxnLst/>
                <a:rect l="l" t="t" r="r" b="b"/>
                <a:pathLst>
                  <a:path w="1403" h="46793" extrusionOk="0">
                    <a:moveTo>
                      <a:pt x="1" y="0"/>
                    </a:moveTo>
                    <a:lnTo>
                      <a:pt x="1" y="46793"/>
                    </a:lnTo>
                    <a:lnTo>
                      <a:pt x="1403" y="46793"/>
                    </a:lnTo>
                    <a:lnTo>
                      <a:pt x="1403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45"/>
              <p:cNvSpPr/>
              <p:nvPr/>
            </p:nvSpPr>
            <p:spPr>
              <a:xfrm>
                <a:off x="1140875" y="4315625"/>
                <a:ext cx="1838100" cy="32950"/>
              </a:xfrm>
              <a:custGeom>
                <a:avLst/>
                <a:gdLst/>
                <a:ahLst/>
                <a:cxnLst/>
                <a:rect l="l" t="t" r="r" b="b"/>
                <a:pathLst>
                  <a:path w="73524" h="1318" extrusionOk="0">
                    <a:moveTo>
                      <a:pt x="1" y="1"/>
                    </a:moveTo>
                    <a:lnTo>
                      <a:pt x="1" y="1317"/>
                    </a:lnTo>
                    <a:lnTo>
                      <a:pt x="73523" y="1317"/>
                    </a:lnTo>
                    <a:lnTo>
                      <a:pt x="735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45"/>
              <p:cNvSpPr/>
              <p:nvPr/>
            </p:nvSpPr>
            <p:spPr>
              <a:xfrm>
                <a:off x="2775025" y="4315625"/>
                <a:ext cx="687600" cy="32950"/>
              </a:xfrm>
              <a:custGeom>
                <a:avLst/>
                <a:gdLst/>
                <a:ahLst/>
                <a:cxnLst/>
                <a:rect l="l" t="t" r="r" b="b"/>
                <a:pathLst>
                  <a:path w="27504" h="1318" extrusionOk="0">
                    <a:moveTo>
                      <a:pt x="1" y="1"/>
                    </a:moveTo>
                    <a:lnTo>
                      <a:pt x="1" y="1317"/>
                    </a:lnTo>
                    <a:lnTo>
                      <a:pt x="27504" y="1317"/>
                    </a:lnTo>
                    <a:lnTo>
                      <a:pt x="2750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45"/>
              <p:cNvSpPr/>
              <p:nvPr/>
            </p:nvSpPr>
            <p:spPr>
              <a:xfrm>
                <a:off x="2777900" y="3091450"/>
                <a:ext cx="631800" cy="80875"/>
              </a:xfrm>
              <a:custGeom>
                <a:avLst/>
                <a:gdLst/>
                <a:ahLst/>
                <a:cxnLst/>
                <a:rect l="l" t="t" r="r" b="b"/>
                <a:pathLst>
                  <a:path w="25272" h="3235" extrusionOk="0">
                    <a:moveTo>
                      <a:pt x="0" y="0"/>
                    </a:moveTo>
                    <a:lnTo>
                      <a:pt x="0" y="3234"/>
                    </a:lnTo>
                    <a:lnTo>
                      <a:pt x="25271" y="3234"/>
                    </a:lnTo>
                    <a:lnTo>
                      <a:pt x="2527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45"/>
              <p:cNvSpPr/>
              <p:nvPr/>
            </p:nvSpPr>
            <p:spPr>
              <a:xfrm>
                <a:off x="1140875" y="3091450"/>
                <a:ext cx="1636325" cy="80875"/>
              </a:xfrm>
              <a:custGeom>
                <a:avLst/>
                <a:gdLst/>
                <a:ahLst/>
                <a:cxnLst/>
                <a:rect l="l" t="t" r="r" b="b"/>
                <a:pathLst>
                  <a:path w="65453" h="3235" extrusionOk="0">
                    <a:moveTo>
                      <a:pt x="1" y="0"/>
                    </a:moveTo>
                    <a:lnTo>
                      <a:pt x="1" y="3234"/>
                    </a:lnTo>
                    <a:lnTo>
                      <a:pt x="65453" y="3234"/>
                    </a:lnTo>
                    <a:lnTo>
                      <a:pt x="654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45"/>
              <p:cNvSpPr/>
              <p:nvPr/>
            </p:nvSpPr>
            <p:spPr>
              <a:xfrm>
                <a:off x="2739250" y="3091450"/>
                <a:ext cx="82325" cy="80875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3235" extrusionOk="0">
                    <a:moveTo>
                      <a:pt x="1" y="0"/>
                    </a:moveTo>
                    <a:lnTo>
                      <a:pt x="1" y="3234"/>
                    </a:lnTo>
                    <a:lnTo>
                      <a:pt x="3292" y="3234"/>
                    </a:lnTo>
                    <a:lnTo>
                      <a:pt x="329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45"/>
              <p:cNvSpPr/>
              <p:nvPr/>
            </p:nvSpPr>
            <p:spPr>
              <a:xfrm>
                <a:off x="2739250" y="3091450"/>
                <a:ext cx="82325" cy="80875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3235" extrusionOk="0">
                    <a:moveTo>
                      <a:pt x="1" y="0"/>
                    </a:moveTo>
                    <a:lnTo>
                      <a:pt x="1" y="3234"/>
                    </a:lnTo>
                    <a:lnTo>
                      <a:pt x="3292" y="3234"/>
                    </a:lnTo>
                    <a:lnTo>
                      <a:pt x="3292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53" name="Google Shape;2053;p45"/>
            <p:cNvSpPr/>
            <p:nvPr/>
          </p:nvSpPr>
          <p:spPr>
            <a:xfrm>
              <a:off x="5531444" y="4944413"/>
              <a:ext cx="3181693" cy="46675"/>
            </a:xfrm>
            <a:custGeom>
              <a:avLst/>
              <a:gdLst/>
              <a:ahLst/>
              <a:cxnLst/>
              <a:rect l="l" t="t" r="r" b="b"/>
              <a:pathLst>
                <a:path w="90389" h="1326" extrusionOk="0">
                  <a:moveTo>
                    <a:pt x="45195" y="1"/>
                  </a:moveTo>
                  <a:cubicBezTo>
                    <a:pt x="20247" y="1"/>
                    <a:pt x="1" y="298"/>
                    <a:pt x="1" y="663"/>
                  </a:cubicBezTo>
                  <a:cubicBezTo>
                    <a:pt x="1" y="1028"/>
                    <a:pt x="20247" y="1325"/>
                    <a:pt x="45195" y="1325"/>
                  </a:cubicBezTo>
                  <a:cubicBezTo>
                    <a:pt x="46040" y="1326"/>
                    <a:pt x="46879" y="1326"/>
                    <a:pt x="47712" y="1326"/>
                  </a:cubicBezTo>
                  <a:cubicBezTo>
                    <a:pt x="71511" y="1326"/>
                    <a:pt x="90389" y="1016"/>
                    <a:pt x="90389" y="663"/>
                  </a:cubicBezTo>
                  <a:cubicBezTo>
                    <a:pt x="90389" y="298"/>
                    <a:pt x="70166" y="1"/>
                    <a:pt x="4519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 descr="Imágenes de Abuela leyendo carta - Descarga gratuita en Freepik">
            <a:extLst>
              <a:ext uri="{FF2B5EF4-FFF2-40B4-BE49-F238E27FC236}">
                <a16:creationId xmlns:a16="http://schemas.microsoft.com/office/drawing/2014/main" id="{48C05749-0687-20E4-4083-43FB46059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74081"/>
            <a:ext cx="9205546" cy="6132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8" name="Google Shape;2058;p46"/>
          <p:cNvGrpSpPr/>
          <p:nvPr/>
        </p:nvGrpSpPr>
        <p:grpSpPr>
          <a:xfrm>
            <a:off x="-302400" y="-38649"/>
            <a:ext cx="4648751" cy="3998727"/>
            <a:chOff x="2055567" y="-38649"/>
            <a:chExt cx="4648751" cy="3998727"/>
          </a:xfrm>
        </p:grpSpPr>
        <p:sp>
          <p:nvSpPr>
            <p:cNvPr id="2059" name="Google Shape;2059;p46"/>
            <p:cNvSpPr/>
            <p:nvPr/>
          </p:nvSpPr>
          <p:spPr>
            <a:xfrm>
              <a:off x="2055567" y="-38649"/>
              <a:ext cx="1600516" cy="3998727"/>
            </a:xfrm>
            <a:custGeom>
              <a:avLst/>
              <a:gdLst/>
              <a:ahLst/>
              <a:cxnLst/>
              <a:rect l="l" t="t" r="r" b="b"/>
              <a:pathLst>
                <a:path w="49942" h="124775" extrusionOk="0">
                  <a:moveTo>
                    <a:pt x="24971" y="1"/>
                  </a:moveTo>
                  <a:cubicBezTo>
                    <a:pt x="12486" y="1"/>
                    <a:pt x="0" y="6563"/>
                    <a:pt x="0" y="19687"/>
                  </a:cubicBezTo>
                  <a:lnTo>
                    <a:pt x="0" y="124774"/>
                  </a:lnTo>
                  <a:lnTo>
                    <a:pt x="49942" y="124774"/>
                  </a:lnTo>
                  <a:lnTo>
                    <a:pt x="49942" y="19687"/>
                  </a:lnTo>
                  <a:cubicBezTo>
                    <a:pt x="49942" y="6563"/>
                    <a:pt x="37456" y="1"/>
                    <a:pt x="249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6"/>
            <p:cNvSpPr/>
            <p:nvPr/>
          </p:nvSpPr>
          <p:spPr>
            <a:xfrm>
              <a:off x="2133092" y="35960"/>
              <a:ext cx="1446208" cy="3821696"/>
            </a:xfrm>
            <a:custGeom>
              <a:avLst/>
              <a:gdLst/>
              <a:ahLst/>
              <a:cxnLst/>
              <a:rect l="l" t="t" r="r" b="b"/>
              <a:pathLst>
                <a:path w="45127" h="119251" extrusionOk="0">
                  <a:moveTo>
                    <a:pt x="22563" y="1"/>
                  </a:moveTo>
                  <a:cubicBezTo>
                    <a:pt x="11282" y="1"/>
                    <a:pt x="1" y="6860"/>
                    <a:pt x="1" y="20578"/>
                  </a:cubicBezTo>
                  <a:lnTo>
                    <a:pt x="1" y="119251"/>
                  </a:lnTo>
                  <a:lnTo>
                    <a:pt x="45126" y="119251"/>
                  </a:lnTo>
                  <a:lnTo>
                    <a:pt x="45126" y="20578"/>
                  </a:lnTo>
                  <a:cubicBezTo>
                    <a:pt x="45126" y="6860"/>
                    <a:pt x="33845" y="1"/>
                    <a:pt x="225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6"/>
            <p:cNvSpPr/>
            <p:nvPr/>
          </p:nvSpPr>
          <p:spPr>
            <a:xfrm>
              <a:off x="2161616" y="79867"/>
              <a:ext cx="1389163" cy="3739783"/>
            </a:xfrm>
            <a:custGeom>
              <a:avLst/>
              <a:gdLst/>
              <a:ahLst/>
              <a:cxnLst/>
              <a:rect l="l" t="t" r="r" b="b"/>
              <a:pathLst>
                <a:path w="43347" h="116695" extrusionOk="0">
                  <a:moveTo>
                    <a:pt x="21673" y="0"/>
                  </a:moveTo>
                  <a:cubicBezTo>
                    <a:pt x="10837" y="0"/>
                    <a:pt x="1" y="6791"/>
                    <a:pt x="1" y="20372"/>
                  </a:cubicBezTo>
                  <a:lnTo>
                    <a:pt x="1" y="116694"/>
                  </a:lnTo>
                  <a:lnTo>
                    <a:pt x="43346" y="116694"/>
                  </a:lnTo>
                  <a:lnTo>
                    <a:pt x="43346" y="20372"/>
                  </a:lnTo>
                  <a:cubicBezTo>
                    <a:pt x="43346" y="6791"/>
                    <a:pt x="32510" y="0"/>
                    <a:pt x="21673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6"/>
            <p:cNvSpPr/>
            <p:nvPr/>
          </p:nvSpPr>
          <p:spPr>
            <a:xfrm>
              <a:off x="2260389" y="2586385"/>
              <a:ext cx="1200403" cy="1106792"/>
            </a:xfrm>
            <a:custGeom>
              <a:avLst/>
              <a:gdLst/>
              <a:ahLst/>
              <a:cxnLst/>
              <a:rect l="l" t="t" r="r" b="b"/>
              <a:pathLst>
                <a:path w="37457" h="34536" extrusionOk="0">
                  <a:moveTo>
                    <a:pt x="37457" y="1"/>
                  </a:moveTo>
                  <a:lnTo>
                    <a:pt x="0" y="34535"/>
                  </a:lnTo>
                  <a:lnTo>
                    <a:pt x="37457" y="34535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6"/>
            <p:cNvSpPr/>
            <p:nvPr/>
          </p:nvSpPr>
          <p:spPr>
            <a:xfrm>
              <a:off x="2250134" y="218124"/>
              <a:ext cx="1210658" cy="2072704"/>
            </a:xfrm>
            <a:custGeom>
              <a:avLst/>
              <a:gdLst/>
              <a:ahLst/>
              <a:cxnLst/>
              <a:rect l="l" t="t" r="r" b="b"/>
              <a:pathLst>
                <a:path w="37777" h="64676" extrusionOk="0">
                  <a:moveTo>
                    <a:pt x="18889" y="0"/>
                  </a:moveTo>
                  <a:cubicBezTo>
                    <a:pt x="9445" y="0"/>
                    <a:pt x="1" y="6677"/>
                    <a:pt x="1" y="20029"/>
                  </a:cubicBezTo>
                  <a:lnTo>
                    <a:pt x="1" y="64675"/>
                  </a:lnTo>
                  <a:lnTo>
                    <a:pt x="37777" y="29913"/>
                  </a:lnTo>
                  <a:lnTo>
                    <a:pt x="37777" y="20029"/>
                  </a:lnTo>
                  <a:cubicBezTo>
                    <a:pt x="37777" y="6677"/>
                    <a:pt x="28333" y="0"/>
                    <a:pt x="18889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46"/>
            <p:cNvSpPr/>
            <p:nvPr/>
          </p:nvSpPr>
          <p:spPr>
            <a:xfrm>
              <a:off x="2108960" y="1672007"/>
              <a:ext cx="1517161" cy="25638"/>
            </a:xfrm>
            <a:custGeom>
              <a:avLst/>
              <a:gdLst/>
              <a:ahLst/>
              <a:cxnLst/>
              <a:rect l="l" t="t" r="r" b="b"/>
              <a:pathLst>
                <a:path w="47341" h="800" extrusionOk="0">
                  <a:moveTo>
                    <a:pt x="0" y="0"/>
                  </a:moveTo>
                  <a:lnTo>
                    <a:pt x="0" y="799"/>
                  </a:lnTo>
                  <a:lnTo>
                    <a:pt x="47340" y="799"/>
                  </a:lnTo>
                  <a:lnTo>
                    <a:pt x="473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6"/>
            <p:cNvSpPr/>
            <p:nvPr/>
          </p:nvSpPr>
          <p:spPr>
            <a:xfrm>
              <a:off x="2108960" y="2876072"/>
              <a:ext cx="1517161" cy="34419"/>
            </a:xfrm>
            <a:custGeom>
              <a:avLst/>
              <a:gdLst/>
              <a:ahLst/>
              <a:cxnLst/>
              <a:rect l="l" t="t" r="r" b="b"/>
              <a:pathLst>
                <a:path w="47341" h="1074" extrusionOk="0">
                  <a:moveTo>
                    <a:pt x="0" y="1"/>
                  </a:moveTo>
                  <a:lnTo>
                    <a:pt x="0" y="1073"/>
                  </a:lnTo>
                  <a:lnTo>
                    <a:pt x="47340" y="1073"/>
                  </a:lnTo>
                  <a:lnTo>
                    <a:pt x="473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46"/>
            <p:cNvSpPr/>
            <p:nvPr/>
          </p:nvSpPr>
          <p:spPr>
            <a:xfrm>
              <a:off x="2850724" y="15129"/>
              <a:ext cx="32945" cy="3912775"/>
            </a:xfrm>
            <a:custGeom>
              <a:avLst/>
              <a:gdLst/>
              <a:ahLst/>
              <a:cxnLst/>
              <a:rect l="l" t="t" r="r" b="b"/>
              <a:pathLst>
                <a:path w="1028" h="122093" extrusionOk="0">
                  <a:moveTo>
                    <a:pt x="0" y="0"/>
                  </a:moveTo>
                  <a:lnTo>
                    <a:pt x="0" y="122092"/>
                  </a:lnTo>
                  <a:lnTo>
                    <a:pt x="1027" y="122092"/>
                  </a:lnTo>
                  <a:lnTo>
                    <a:pt x="10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6"/>
            <p:cNvSpPr/>
            <p:nvPr/>
          </p:nvSpPr>
          <p:spPr>
            <a:xfrm>
              <a:off x="3582232" y="-38649"/>
              <a:ext cx="1600548" cy="3998727"/>
            </a:xfrm>
            <a:custGeom>
              <a:avLst/>
              <a:gdLst/>
              <a:ahLst/>
              <a:cxnLst/>
              <a:rect l="l" t="t" r="r" b="b"/>
              <a:pathLst>
                <a:path w="49943" h="124775" extrusionOk="0">
                  <a:moveTo>
                    <a:pt x="24971" y="1"/>
                  </a:moveTo>
                  <a:cubicBezTo>
                    <a:pt x="12486" y="1"/>
                    <a:pt x="1" y="6563"/>
                    <a:pt x="1" y="19687"/>
                  </a:cubicBezTo>
                  <a:lnTo>
                    <a:pt x="1" y="124774"/>
                  </a:lnTo>
                  <a:lnTo>
                    <a:pt x="49942" y="124774"/>
                  </a:lnTo>
                  <a:lnTo>
                    <a:pt x="49942" y="19687"/>
                  </a:lnTo>
                  <a:cubicBezTo>
                    <a:pt x="49942" y="6563"/>
                    <a:pt x="37457" y="1"/>
                    <a:pt x="249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6"/>
            <p:cNvSpPr/>
            <p:nvPr/>
          </p:nvSpPr>
          <p:spPr>
            <a:xfrm>
              <a:off x="3660495" y="35960"/>
              <a:ext cx="1445470" cy="3821696"/>
            </a:xfrm>
            <a:custGeom>
              <a:avLst/>
              <a:gdLst/>
              <a:ahLst/>
              <a:cxnLst/>
              <a:rect l="l" t="t" r="r" b="b"/>
              <a:pathLst>
                <a:path w="45104" h="119251" extrusionOk="0">
                  <a:moveTo>
                    <a:pt x="22552" y="1"/>
                  </a:moveTo>
                  <a:cubicBezTo>
                    <a:pt x="11277" y="1"/>
                    <a:pt x="1" y="6860"/>
                    <a:pt x="1" y="20578"/>
                  </a:cubicBezTo>
                  <a:lnTo>
                    <a:pt x="1" y="119251"/>
                  </a:lnTo>
                  <a:lnTo>
                    <a:pt x="45104" y="119251"/>
                  </a:lnTo>
                  <a:lnTo>
                    <a:pt x="45104" y="20578"/>
                  </a:lnTo>
                  <a:cubicBezTo>
                    <a:pt x="45104" y="6860"/>
                    <a:pt x="33828" y="1"/>
                    <a:pt x="22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6"/>
            <p:cNvSpPr/>
            <p:nvPr/>
          </p:nvSpPr>
          <p:spPr>
            <a:xfrm>
              <a:off x="3689050" y="79867"/>
              <a:ext cx="1388394" cy="3739783"/>
            </a:xfrm>
            <a:custGeom>
              <a:avLst/>
              <a:gdLst/>
              <a:ahLst/>
              <a:cxnLst/>
              <a:rect l="l" t="t" r="r" b="b"/>
              <a:pathLst>
                <a:path w="43323" h="116695" extrusionOk="0">
                  <a:moveTo>
                    <a:pt x="21661" y="0"/>
                  </a:moveTo>
                  <a:cubicBezTo>
                    <a:pt x="10831" y="0"/>
                    <a:pt x="0" y="6791"/>
                    <a:pt x="0" y="20372"/>
                  </a:cubicBezTo>
                  <a:lnTo>
                    <a:pt x="0" y="116694"/>
                  </a:lnTo>
                  <a:lnTo>
                    <a:pt x="43322" y="116694"/>
                  </a:lnTo>
                  <a:lnTo>
                    <a:pt x="43322" y="20372"/>
                  </a:lnTo>
                  <a:cubicBezTo>
                    <a:pt x="43322" y="6791"/>
                    <a:pt x="32492" y="0"/>
                    <a:pt x="21661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6"/>
            <p:cNvSpPr/>
            <p:nvPr/>
          </p:nvSpPr>
          <p:spPr>
            <a:xfrm>
              <a:off x="3787792" y="2586385"/>
              <a:ext cx="1200403" cy="1106792"/>
            </a:xfrm>
            <a:custGeom>
              <a:avLst/>
              <a:gdLst/>
              <a:ahLst/>
              <a:cxnLst/>
              <a:rect l="l" t="t" r="r" b="b"/>
              <a:pathLst>
                <a:path w="37457" h="34536" extrusionOk="0">
                  <a:moveTo>
                    <a:pt x="37457" y="1"/>
                  </a:moveTo>
                  <a:lnTo>
                    <a:pt x="0" y="34535"/>
                  </a:lnTo>
                  <a:lnTo>
                    <a:pt x="37457" y="34535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46"/>
            <p:cNvSpPr/>
            <p:nvPr/>
          </p:nvSpPr>
          <p:spPr>
            <a:xfrm>
              <a:off x="3777536" y="218124"/>
              <a:ext cx="1210658" cy="2072704"/>
            </a:xfrm>
            <a:custGeom>
              <a:avLst/>
              <a:gdLst/>
              <a:ahLst/>
              <a:cxnLst/>
              <a:rect l="l" t="t" r="r" b="b"/>
              <a:pathLst>
                <a:path w="37777" h="64676" extrusionOk="0">
                  <a:moveTo>
                    <a:pt x="18889" y="0"/>
                  </a:moveTo>
                  <a:cubicBezTo>
                    <a:pt x="9445" y="0"/>
                    <a:pt x="1" y="6677"/>
                    <a:pt x="1" y="20029"/>
                  </a:cubicBezTo>
                  <a:lnTo>
                    <a:pt x="1" y="64675"/>
                  </a:lnTo>
                  <a:lnTo>
                    <a:pt x="37777" y="29913"/>
                  </a:lnTo>
                  <a:lnTo>
                    <a:pt x="37777" y="20029"/>
                  </a:lnTo>
                  <a:cubicBezTo>
                    <a:pt x="37777" y="6677"/>
                    <a:pt x="28333" y="0"/>
                    <a:pt x="18889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46"/>
            <p:cNvSpPr/>
            <p:nvPr/>
          </p:nvSpPr>
          <p:spPr>
            <a:xfrm>
              <a:off x="3635625" y="1672007"/>
              <a:ext cx="1517161" cy="25638"/>
            </a:xfrm>
            <a:custGeom>
              <a:avLst/>
              <a:gdLst/>
              <a:ahLst/>
              <a:cxnLst/>
              <a:rect l="l" t="t" r="r" b="b"/>
              <a:pathLst>
                <a:path w="47341" h="800" extrusionOk="0">
                  <a:moveTo>
                    <a:pt x="1" y="0"/>
                  </a:moveTo>
                  <a:lnTo>
                    <a:pt x="1" y="799"/>
                  </a:lnTo>
                  <a:lnTo>
                    <a:pt x="47340" y="799"/>
                  </a:lnTo>
                  <a:lnTo>
                    <a:pt x="473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6"/>
            <p:cNvSpPr/>
            <p:nvPr/>
          </p:nvSpPr>
          <p:spPr>
            <a:xfrm>
              <a:off x="3635625" y="2876072"/>
              <a:ext cx="1517161" cy="34419"/>
            </a:xfrm>
            <a:custGeom>
              <a:avLst/>
              <a:gdLst/>
              <a:ahLst/>
              <a:cxnLst/>
              <a:rect l="l" t="t" r="r" b="b"/>
              <a:pathLst>
                <a:path w="47341" h="1074" extrusionOk="0">
                  <a:moveTo>
                    <a:pt x="1" y="1"/>
                  </a:moveTo>
                  <a:lnTo>
                    <a:pt x="1" y="1073"/>
                  </a:lnTo>
                  <a:lnTo>
                    <a:pt x="47340" y="1073"/>
                  </a:lnTo>
                  <a:lnTo>
                    <a:pt x="473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6"/>
            <p:cNvSpPr/>
            <p:nvPr/>
          </p:nvSpPr>
          <p:spPr>
            <a:xfrm>
              <a:off x="4378126" y="15129"/>
              <a:ext cx="32945" cy="3912775"/>
            </a:xfrm>
            <a:custGeom>
              <a:avLst/>
              <a:gdLst/>
              <a:ahLst/>
              <a:cxnLst/>
              <a:rect l="l" t="t" r="r" b="b"/>
              <a:pathLst>
                <a:path w="1028" h="122093" extrusionOk="0">
                  <a:moveTo>
                    <a:pt x="0" y="0"/>
                  </a:moveTo>
                  <a:lnTo>
                    <a:pt x="0" y="122092"/>
                  </a:lnTo>
                  <a:lnTo>
                    <a:pt x="1028" y="122092"/>
                  </a:lnTo>
                  <a:lnTo>
                    <a:pt x="10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6"/>
            <p:cNvSpPr/>
            <p:nvPr/>
          </p:nvSpPr>
          <p:spPr>
            <a:xfrm>
              <a:off x="5104507" y="-38649"/>
              <a:ext cx="1599811" cy="3998727"/>
            </a:xfrm>
            <a:custGeom>
              <a:avLst/>
              <a:gdLst/>
              <a:ahLst/>
              <a:cxnLst/>
              <a:rect l="l" t="t" r="r" b="b"/>
              <a:pathLst>
                <a:path w="49920" h="124775" extrusionOk="0">
                  <a:moveTo>
                    <a:pt x="24960" y="1"/>
                  </a:moveTo>
                  <a:cubicBezTo>
                    <a:pt x="12481" y="1"/>
                    <a:pt x="1" y="6563"/>
                    <a:pt x="1" y="19687"/>
                  </a:cubicBezTo>
                  <a:lnTo>
                    <a:pt x="1" y="124774"/>
                  </a:lnTo>
                  <a:lnTo>
                    <a:pt x="49920" y="124774"/>
                  </a:lnTo>
                  <a:lnTo>
                    <a:pt x="49920" y="19687"/>
                  </a:lnTo>
                  <a:cubicBezTo>
                    <a:pt x="49920" y="6563"/>
                    <a:pt x="37440" y="1"/>
                    <a:pt x="24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6"/>
            <p:cNvSpPr/>
            <p:nvPr/>
          </p:nvSpPr>
          <p:spPr>
            <a:xfrm>
              <a:off x="5181327" y="35960"/>
              <a:ext cx="1445470" cy="3821696"/>
            </a:xfrm>
            <a:custGeom>
              <a:avLst/>
              <a:gdLst/>
              <a:ahLst/>
              <a:cxnLst/>
              <a:rect l="l" t="t" r="r" b="b"/>
              <a:pathLst>
                <a:path w="45104" h="119251" extrusionOk="0">
                  <a:moveTo>
                    <a:pt x="22552" y="1"/>
                  </a:moveTo>
                  <a:cubicBezTo>
                    <a:pt x="11276" y="1"/>
                    <a:pt x="1" y="6860"/>
                    <a:pt x="1" y="20578"/>
                  </a:cubicBezTo>
                  <a:lnTo>
                    <a:pt x="1" y="119251"/>
                  </a:lnTo>
                  <a:lnTo>
                    <a:pt x="45103" y="119251"/>
                  </a:lnTo>
                  <a:lnTo>
                    <a:pt x="45103" y="20578"/>
                  </a:lnTo>
                  <a:cubicBezTo>
                    <a:pt x="45103" y="6860"/>
                    <a:pt x="33828" y="1"/>
                    <a:pt x="22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6"/>
            <p:cNvSpPr/>
            <p:nvPr/>
          </p:nvSpPr>
          <p:spPr>
            <a:xfrm>
              <a:off x="5209145" y="79867"/>
              <a:ext cx="1389131" cy="3739783"/>
            </a:xfrm>
            <a:custGeom>
              <a:avLst/>
              <a:gdLst/>
              <a:ahLst/>
              <a:cxnLst/>
              <a:rect l="l" t="t" r="r" b="b"/>
              <a:pathLst>
                <a:path w="43346" h="116695" extrusionOk="0">
                  <a:moveTo>
                    <a:pt x="21673" y="0"/>
                  </a:moveTo>
                  <a:cubicBezTo>
                    <a:pt x="10836" y="0"/>
                    <a:pt x="0" y="6791"/>
                    <a:pt x="0" y="20372"/>
                  </a:cubicBezTo>
                  <a:lnTo>
                    <a:pt x="0" y="116694"/>
                  </a:lnTo>
                  <a:lnTo>
                    <a:pt x="43345" y="116694"/>
                  </a:lnTo>
                  <a:lnTo>
                    <a:pt x="43345" y="20372"/>
                  </a:lnTo>
                  <a:cubicBezTo>
                    <a:pt x="43345" y="6791"/>
                    <a:pt x="32509" y="0"/>
                    <a:pt x="21673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6"/>
            <p:cNvSpPr/>
            <p:nvPr/>
          </p:nvSpPr>
          <p:spPr>
            <a:xfrm>
              <a:off x="5307887" y="2586385"/>
              <a:ext cx="1201877" cy="1106792"/>
            </a:xfrm>
            <a:custGeom>
              <a:avLst/>
              <a:gdLst/>
              <a:ahLst/>
              <a:cxnLst/>
              <a:rect l="l" t="t" r="r" b="b"/>
              <a:pathLst>
                <a:path w="37503" h="34536" extrusionOk="0">
                  <a:moveTo>
                    <a:pt x="37502" y="1"/>
                  </a:moveTo>
                  <a:lnTo>
                    <a:pt x="0" y="34535"/>
                  </a:lnTo>
                  <a:lnTo>
                    <a:pt x="37502" y="34535"/>
                  </a:lnTo>
                  <a:lnTo>
                    <a:pt x="3750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6"/>
            <p:cNvSpPr/>
            <p:nvPr/>
          </p:nvSpPr>
          <p:spPr>
            <a:xfrm>
              <a:off x="5299106" y="218124"/>
              <a:ext cx="1210658" cy="2072704"/>
            </a:xfrm>
            <a:custGeom>
              <a:avLst/>
              <a:gdLst/>
              <a:ahLst/>
              <a:cxnLst/>
              <a:rect l="l" t="t" r="r" b="b"/>
              <a:pathLst>
                <a:path w="37777" h="64676" extrusionOk="0">
                  <a:moveTo>
                    <a:pt x="18888" y="0"/>
                  </a:moveTo>
                  <a:cubicBezTo>
                    <a:pt x="9444" y="0"/>
                    <a:pt x="1" y="6677"/>
                    <a:pt x="1" y="20029"/>
                  </a:cubicBezTo>
                  <a:lnTo>
                    <a:pt x="1" y="64675"/>
                  </a:lnTo>
                  <a:lnTo>
                    <a:pt x="37776" y="29913"/>
                  </a:lnTo>
                  <a:lnTo>
                    <a:pt x="37776" y="20029"/>
                  </a:lnTo>
                  <a:cubicBezTo>
                    <a:pt x="37776" y="6677"/>
                    <a:pt x="28332" y="0"/>
                    <a:pt x="1888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6"/>
            <p:cNvSpPr/>
            <p:nvPr/>
          </p:nvSpPr>
          <p:spPr>
            <a:xfrm>
              <a:off x="5157195" y="1672745"/>
              <a:ext cx="1516424" cy="25606"/>
            </a:xfrm>
            <a:custGeom>
              <a:avLst/>
              <a:gdLst/>
              <a:ahLst/>
              <a:cxnLst/>
              <a:rect l="l" t="t" r="r" b="b"/>
              <a:pathLst>
                <a:path w="47318" h="799" extrusionOk="0">
                  <a:moveTo>
                    <a:pt x="0" y="0"/>
                  </a:moveTo>
                  <a:lnTo>
                    <a:pt x="0" y="799"/>
                  </a:lnTo>
                  <a:lnTo>
                    <a:pt x="47317" y="799"/>
                  </a:lnTo>
                  <a:lnTo>
                    <a:pt x="473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6"/>
            <p:cNvSpPr/>
            <p:nvPr/>
          </p:nvSpPr>
          <p:spPr>
            <a:xfrm>
              <a:off x="5156458" y="2876809"/>
              <a:ext cx="1517161" cy="33682"/>
            </a:xfrm>
            <a:custGeom>
              <a:avLst/>
              <a:gdLst/>
              <a:ahLst/>
              <a:cxnLst/>
              <a:rect l="l" t="t" r="r" b="b"/>
              <a:pathLst>
                <a:path w="47341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47340" y="1050"/>
                  </a:lnTo>
                  <a:lnTo>
                    <a:pt x="473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6"/>
            <p:cNvSpPr/>
            <p:nvPr/>
          </p:nvSpPr>
          <p:spPr>
            <a:xfrm>
              <a:off x="5898959" y="15129"/>
              <a:ext cx="32945" cy="3912775"/>
            </a:xfrm>
            <a:custGeom>
              <a:avLst/>
              <a:gdLst/>
              <a:ahLst/>
              <a:cxnLst/>
              <a:rect l="l" t="t" r="r" b="b"/>
              <a:pathLst>
                <a:path w="1028" h="122093" extrusionOk="0">
                  <a:moveTo>
                    <a:pt x="0" y="0"/>
                  </a:moveTo>
                  <a:lnTo>
                    <a:pt x="0" y="122092"/>
                  </a:lnTo>
                  <a:lnTo>
                    <a:pt x="1027" y="122092"/>
                  </a:lnTo>
                  <a:lnTo>
                    <a:pt x="10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83" name="Google Shape;2083;p46"/>
          <p:cNvSpPr txBox="1">
            <a:spLocks noGrp="1"/>
          </p:cNvSpPr>
          <p:nvPr>
            <p:ph type="title"/>
          </p:nvPr>
        </p:nvSpPr>
        <p:spPr>
          <a:xfrm>
            <a:off x="4536000" y="1409250"/>
            <a:ext cx="3888000" cy="7389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PROBLEMA</a:t>
            </a:r>
            <a:endParaRPr/>
          </a:p>
        </p:txBody>
      </p:sp>
      <p:sp>
        <p:nvSpPr>
          <p:cNvPr id="2084" name="Google Shape;2084;p46"/>
          <p:cNvSpPr txBox="1">
            <a:spLocks noGrp="1"/>
          </p:cNvSpPr>
          <p:nvPr>
            <p:ph type="subTitle" idx="1"/>
          </p:nvPr>
        </p:nvSpPr>
        <p:spPr>
          <a:xfrm>
            <a:off x="4536000" y="2071950"/>
            <a:ext cx="3888000" cy="16623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/>
              <a:t>Impedimento lingüístico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/>
              <a:t>Obstáculo legal y normativo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 err="1"/>
              <a:t>Consecuencia</a:t>
            </a:r>
            <a:r>
              <a:rPr lang="en" dirty="0"/>
              <a:t> social</a:t>
            </a:r>
          </a:p>
        </p:txBody>
      </p:sp>
      <p:sp>
        <p:nvSpPr>
          <p:cNvPr id="2085" name="Google Shape;2085;p46"/>
          <p:cNvSpPr/>
          <p:nvPr/>
        </p:nvSpPr>
        <p:spPr>
          <a:xfrm>
            <a:off x="2876989" y="2908408"/>
            <a:ext cx="617091" cy="575555"/>
          </a:xfrm>
          <a:custGeom>
            <a:avLst/>
            <a:gdLst/>
            <a:ahLst/>
            <a:cxnLst/>
            <a:rect l="l" t="t" r="r" b="b"/>
            <a:pathLst>
              <a:path w="17531" h="16351" extrusionOk="0">
                <a:moveTo>
                  <a:pt x="7033" y="1"/>
                </a:moveTo>
                <a:cubicBezTo>
                  <a:pt x="5096" y="1"/>
                  <a:pt x="3265" y="308"/>
                  <a:pt x="2352" y="1194"/>
                </a:cubicBezTo>
                <a:cubicBezTo>
                  <a:pt x="1" y="3454"/>
                  <a:pt x="1599" y="10986"/>
                  <a:pt x="3037" y="16236"/>
                </a:cubicBezTo>
                <a:lnTo>
                  <a:pt x="17531" y="16350"/>
                </a:lnTo>
                <a:cubicBezTo>
                  <a:pt x="17531" y="16328"/>
                  <a:pt x="16298" y="3477"/>
                  <a:pt x="13787" y="1194"/>
                </a:cubicBezTo>
                <a:cubicBezTo>
                  <a:pt x="13288" y="737"/>
                  <a:pt x="10033" y="1"/>
                  <a:pt x="70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86" name="Google Shape;2086;p46"/>
          <p:cNvGrpSpPr/>
          <p:nvPr/>
        </p:nvGrpSpPr>
        <p:grpSpPr>
          <a:xfrm>
            <a:off x="2879418" y="2368792"/>
            <a:ext cx="784995" cy="1144106"/>
            <a:chOff x="2651325" y="2757950"/>
            <a:chExt cx="557525" cy="812575"/>
          </a:xfrm>
        </p:grpSpPr>
        <p:sp>
          <p:nvSpPr>
            <p:cNvPr id="2087" name="Google Shape;2087;p46"/>
            <p:cNvSpPr/>
            <p:nvPr/>
          </p:nvSpPr>
          <p:spPr>
            <a:xfrm>
              <a:off x="3065600" y="3144225"/>
              <a:ext cx="53100" cy="44575"/>
            </a:xfrm>
            <a:custGeom>
              <a:avLst/>
              <a:gdLst/>
              <a:ahLst/>
              <a:cxnLst/>
              <a:rect l="l" t="t" r="r" b="b"/>
              <a:pathLst>
                <a:path w="2124" h="1783" extrusionOk="0">
                  <a:moveTo>
                    <a:pt x="424" y="0"/>
                  </a:moveTo>
                  <a:cubicBezTo>
                    <a:pt x="151" y="0"/>
                    <a:pt x="0" y="252"/>
                    <a:pt x="0" y="252"/>
                  </a:cubicBezTo>
                  <a:cubicBezTo>
                    <a:pt x="1183" y="810"/>
                    <a:pt x="1231" y="1783"/>
                    <a:pt x="1489" y="1783"/>
                  </a:cubicBezTo>
                  <a:cubicBezTo>
                    <a:pt x="1495" y="1783"/>
                    <a:pt x="1501" y="1782"/>
                    <a:pt x="1507" y="1781"/>
                  </a:cubicBezTo>
                  <a:cubicBezTo>
                    <a:pt x="2123" y="1758"/>
                    <a:pt x="936" y="160"/>
                    <a:pt x="571" y="23"/>
                  </a:cubicBezTo>
                  <a:cubicBezTo>
                    <a:pt x="519" y="7"/>
                    <a:pt x="470" y="0"/>
                    <a:pt x="424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6"/>
            <p:cNvSpPr/>
            <p:nvPr/>
          </p:nvSpPr>
          <p:spPr>
            <a:xfrm>
              <a:off x="2651325" y="2757950"/>
              <a:ext cx="464525" cy="564900"/>
            </a:xfrm>
            <a:custGeom>
              <a:avLst/>
              <a:gdLst/>
              <a:ahLst/>
              <a:cxnLst/>
              <a:rect l="l" t="t" r="r" b="b"/>
              <a:pathLst>
                <a:path w="18581" h="22596" extrusionOk="0">
                  <a:moveTo>
                    <a:pt x="11988" y="1"/>
                  </a:moveTo>
                  <a:cubicBezTo>
                    <a:pt x="9723" y="1"/>
                    <a:pt x="5201" y="1766"/>
                    <a:pt x="2762" y="6664"/>
                  </a:cubicBezTo>
                  <a:cubicBezTo>
                    <a:pt x="0" y="12188"/>
                    <a:pt x="2283" y="16479"/>
                    <a:pt x="6186" y="22596"/>
                  </a:cubicBezTo>
                  <a:lnTo>
                    <a:pt x="13741" y="19355"/>
                  </a:lnTo>
                  <a:cubicBezTo>
                    <a:pt x="13741" y="19355"/>
                    <a:pt x="18580" y="10704"/>
                    <a:pt x="18306" y="8604"/>
                  </a:cubicBezTo>
                  <a:cubicBezTo>
                    <a:pt x="18055" y="6481"/>
                    <a:pt x="15088" y="775"/>
                    <a:pt x="12760" y="90"/>
                  </a:cubicBezTo>
                  <a:cubicBezTo>
                    <a:pt x="12549" y="32"/>
                    <a:pt x="12288" y="1"/>
                    <a:pt x="119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6"/>
            <p:cNvSpPr/>
            <p:nvPr/>
          </p:nvSpPr>
          <p:spPr>
            <a:xfrm>
              <a:off x="2651900" y="2770475"/>
              <a:ext cx="454225" cy="552375"/>
            </a:xfrm>
            <a:custGeom>
              <a:avLst/>
              <a:gdLst/>
              <a:ahLst/>
              <a:cxnLst/>
              <a:rect l="l" t="t" r="r" b="b"/>
              <a:pathLst>
                <a:path w="18169" h="22095" extrusionOk="0">
                  <a:moveTo>
                    <a:pt x="9495" y="0"/>
                  </a:moveTo>
                  <a:lnTo>
                    <a:pt x="9495" y="0"/>
                  </a:lnTo>
                  <a:cubicBezTo>
                    <a:pt x="7258" y="822"/>
                    <a:pt x="4519" y="2694"/>
                    <a:pt x="2762" y="6163"/>
                  </a:cubicBezTo>
                  <a:cubicBezTo>
                    <a:pt x="0" y="11687"/>
                    <a:pt x="2283" y="15978"/>
                    <a:pt x="6186" y="22095"/>
                  </a:cubicBezTo>
                  <a:lnTo>
                    <a:pt x="13764" y="18854"/>
                  </a:lnTo>
                  <a:cubicBezTo>
                    <a:pt x="13764" y="18854"/>
                    <a:pt x="17416" y="12326"/>
                    <a:pt x="18169" y="9199"/>
                  </a:cubicBezTo>
                  <a:lnTo>
                    <a:pt x="18169" y="9199"/>
                  </a:lnTo>
                  <a:cubicBezTo>
                    <a:pt x="17324" y="9838"/>
                    <a:pt x="16092" y="10431"/>
                    <a:pt x="14973" y="10568"/>
                  </a:cubicBezTo>
                  <a:cubicBezTo>
                    <a:pt x="14300" y="10657"/>
                    <a:pt x="13639" y="10708"/>
                    <a:pt x="13008" y="10708"/>
                  </a:cubicBezTo>
                  <a:cubicBezTo>
                    <a:pt x="10385" y="10708"/>
                    <a:pt x="8274" y="9818"/>
                    <a:pt x="7943" y="6985"/>
                  </a:cubicBezTo>
                  <a:cubicBezTo>
                    <a:pt x="7715" y="5159"/>
                    <a:pt x="7783" y="1415"/>
                    <a:pt x="9495" y="0"/>
                  </a:cubicBez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6"/>
            <p:cNvSpPr/>
            <p:nvPr/>
          </p:nvSpPr>
          <p:spPr>
            <a:xfrm>
              <a:off x="2976575" y="3107200"/>
              <a:ext cx="232275" cy="404450"/>
            </a:xfrm>
            <a:custGeom>
              <a:avLst/>
              <a:gdLst/>
              <a:ahLst/>
              <a:cxnLst/>
              <a:rect l="l" t="t" r="r" b="b"/>
              <a:pathLst>
                <a:path w="9291" h="16178" extrusionOk="0">
                  <a:moveTo>
                    <a:pt x="1605" y="0"/>
                  </a:moveTo>
                  <a:cubicBezTo>
                    <a:pt x="1530" y="0"/>
                    <a:pt x="1460" y="22"/>
                    <a:pt x="1393" y="66"/>
                  </a:cubicBezTo>
                  <a:cubicBezTo>
                    <a:pt x="1" y="1048"/>
                    <a:pt x="3470" y="13876"/>
                    <a:pt x="5524" y="15747"/>
                  </a:cubicBezTo>
                  <a:cubicBezTo>
                    <a:pt x="5794" y="15987"/>
                    <a:pt x="6622" y="16177"/>
                    <a:pt x="7269" y="16177"/>
                  </a:cubicBezTo>
                  <a:cubicBezTo>
                    <a:pt x="7610" y="16177"/>
                    <a:pt x="7901" y="16124"/>
                    <a:pt x="8035" y="15998"/>
                  </a:cubicBezTo>
                  <a:cubicBezTo>
                    <a:pt x="8994" y="15108"/>
                    <a:pt x="9291" y="13876"/>
                    <a:pt x="8423" y="12506"/>
                  </a:cubicBezTo>
                  <a:cubicBezTo>
                    <a:pt x="6376" y="9413"/>
                    <a:pt x="3164" y="0"/>
                    <a:pt x="16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6"/>
            <p:cNvSpPr/>
            <p:nvPr/>
          </p:nvSpPr>
          <p:spPr>
            <a:xfrm>
              <a:off x="2830500" y="3319400"/>
              <a:ext cx="232850" cy="251125"/>
            </a:xfrm>
            <a:custGeom>
              <a:avLst/>
              <a:gdLst/>
              <a:ahLst/>
              <a:cxnLst/>
              <a:rect l="l" t="t" r="r" b="b"/>
              <a:pathLst>
                <a:path w="9314" h="10045" extrusionOk="0">
                  <a:moveTo>
                    <a:pt x="0" y="1"/>
                  </a:moveTo>
                  <a:cubicBezTo>
                    <a:pt x="0" y="1"/>
                    <a:pt x="1142" y="7716"/>
                    <a:pt x="799" y="9930"/>
                  </a:cubicBezTo>
                  <a:lnTo>
                    <a:pt x="9313" y="10044"/>
                  </a:lnTo>
                  <a:cubicBezTo>
                    <a:pt x="8263" y="5570"/>
                    <a:pt x="9290" y="1165"/>
                    <a:pt x="9290" y="116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6"/>
            <p:cNvSpPr/>
            <p:nvPr/>
          </p:nvSpPr>
          <p:spPr>
            <a:xfrm>
              <a:off x="2830500" y="3319400"/>
              <a:ext cx="232850" cy="251125"/>
            </a:xfrm>
            <a:custGeom>
              <a:avLst/>
              <a:gdLst/>
              <a:ahLst/>
              <a:cxnLst/>
              <a:rect l="l" t="t" r="r" b="b"/>
              <a:pathLst>
                <a:path w="9314" h="10045" extrusionOk="0">
                  <a:moveTo>
                    <a:pt x="0" y="1"/>
                  </a:moveTo>
                  <a:cubicBezTo>
                    <a:pt x="0" y="1"/>
                    <a:pt x="1142" y="7716"/>
                    <a:pt x="799" y="9930"/>
                  </a:cubicBezTo>
                  <a:lnTo>
                    <a:pt x="9313" y="10044"/>
                  </a:lnTo>
                  <a:cubicBezTo>
                    <a:pt x="8263" y="5570"/>
                    <a:pt x="9290" y="1165"/>
                    <a:pt x="9290" y="116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6"/>
            <p:cNvSpPr/>
            <p:nvPr/>
          </p:nvSpPr>
          <p:spPr>
            <a:xfrm>
              <a:off x="2892125" y="3447600"/>
              <a:ext cx="165500" cy="122350"/>
            </a:xfrm>
            <a:custGeom>
              <a:avLst/>
              <a:gdLst/>
              <a:ahLst/>
              <a:cxnLst/>
              <a:rect l="l" t="t" r="r" b="b"/>
              <a:pathLst>
                <a:path w="6620" h="4894" extrusionOk="0">
                  <a:moveTo>
                    <a:pt x="2871" y="1"/>
                  </a:moveTo>
                  <a:cubicBezTo>
                    <a:pt x="2751" y="1"/>
                    <a:pt x="2631" y="11"/>
                    <a:pt x="2511" y="31"/>
                  </a:cubicBezTo>
                  <a:cubicBezTo>
                    <a:pt x="959" y="328"/>
                    <a:pt x="0" y="2405"/>
                    <a:pt x="274" y="4802"/>
                  </a:cubicBezTo>
                  <a:lnTo>
                    <a:pt x="6620" y="4893"/>
                  </a:lnTo>
                  <a:cubicBezTo>
                    <a:pt x="6597" y="4688"/>
                    <a:pt x="6574" y="4482"/>
                    <a:pt x="6506" y="4300"/>
                  </a:cubicBezTo>
                  <a:cubicBezTo>
                    <a:pt x="6039" y="1795"/>
                    <a:pt x="4466" y="1"/>
                    <a:pt x="28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6"/>
            <p:cNvSpPr/>
            <p:nvPr/>
          </p:nvSpPr>
          <p:spPr>
            <a:xfrm>
              <a:off x="2790550" y="3079175"/>
              <a:ext cx="306450" cy="334500"/>
            </a:xfrm>
            <a:custGeom>
              <a:avLst/>
              <a:gdLst/>
              <a:ahLst/>
              <a:cxnLst/>
              <a:rect l="l" t="t" r="r" b="b"/>
              <a:pathLst>
                <a:path w="12258" h="13380" extrusionOk="0">
                  <a:moveTo>
                    <a:pt x="4360" y="1"/>
                  </a:moveTo>
                  <a:cubicBezTo>
                    <a:pt x="3767" y="1"/>
                    <a:pt x="1" y="2557"/>
                    <a:pt x="1" y="2557"/>
                  </a:cubicBezTo>
                  <a:lnTo>
                    <a:pt x="2534" y="13102"/>
                  </a:lnTo>
                  <a:cubicBezTo>
                    <a:pt x="3678" y="13293"/>
                    <a:pt x="5027" y="13380"/>
                    <a:pt x="6341" y="13380"/>
                  </a:cubicBezTo>
                  <a:cubicBezTo>
                    <a:pt x="9117" y="13380"/>
                    <a:pt x="11737" y="12992"/>
                    <a:pt x="11938" y="12372"/>
                  </a:cubicBezTo>
                  <a:cubicBezTo>
                    <a:pt x="12258" y="11459"/>
                    <a:pt x="9975" y="1781"/>
                    <a:pt x="9405" y="1302"/>
                  </a:cubicBezTo>
                  <a:cubicBezTo>
                    <a:pt x="8834" y="822"/>
                    <a:pt x="4954" y="1"/>
                    <a:pt x="4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6"/>
            <p:cNvSpPr/>
            <p:nvPr/>
          </p:nvSpPr>
          <p:spPr>
            <a:xfrm>
              <a:off x="2800825" y="3078600"/>
              <a:ext cx="220850" cy="63375"/>
            </a:xfrm>
            <a:custGeom>
              <a:avLst/>
              <a:gdLst/>
              <a:ahLst/>
              <a:cxnLst/>
              <a:rect l="l" t="t" r="r" b="b"/>
              <a:pathLst>
                <a:path w="8834" h="2535" extrusionOk="0">
                  <a:moveTo>
                    <a:pt x="3972" y="1"/>
                  </a:moveTo>
                  <a:cubicBezTo>
                    <a:pt x="3493" y="1"/>
                    <a:pt x="982" y="1644"/>
                    <a:pt x="0" y="2306"/>
                  </a:cubicBezTo>
                  <a:cubicBezTo>
                    <a:pt x="845" y="2466"/>
                    <a:pt x="1781" y="2534"/>
                    <a:pt x="2739" y="2534"/>
                  </a:cubicBezTo>
                  <a:cubicBezTo>
                    <a:pt x="5250" y="2534"/>
                    <a:pt x="7487" y="1987"/>
                    <a:pt x="8834" y="1188"/>
                  </a:cubicBezTo>
                  <a:cubicBezTo>
                    <a:pt x="7852" y="708"/>
                    <a:pt x="4520" y="1"/>
                    <a:pt x="3972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6"/>
            <p:cNvSpPr/>
            <p:nvPr/>
          </p:nvSpPr>
          <p:spPr>
            <a:xfrm>
              <a:off x="2790550" y="3142525"/>
              <a:ext cx="301325" cy="270425"/>
            </a:xfrm>
            <a:custGeom>
              <a:avLst/>
              <a:gdLst/>
              <a:ahLst/>
              <a:cxnLst/>
              <a:rect l="l" t="t" r="r" b="b"/>
              <a:pathLst>
                <a:path w="12053" h="10817" extrusionOk="0">
                  <a:moveTo>
                    <a:pt x="1" y="0"/>
                  </a:moveTo>
                  <a:lnTo>
                    <a:pt x="2534" y="10523"/>
                  </a:lnTo>
                  <a:cubicBezTo>
                    <a:pt x="3700" y="10724"/>
                    <a:pt x="5079" y="10816"/>
                    <a:pt x="6416" y="10816"/>
                  </a:cubicBezTo>
                  <a:cubicBezTo>
                    <a:pt x="9164" y="10816"/>
                    <a:pt x="11739" y="10429"/>
                    <a:pt x="11938" y="9815"/>
                  </a:cubicBezTo>
                  <a:cubicBezTo>
                    <a:pt x="12052" y="9541"/>
                    <a:pt x="11893" y="8354"/>
                    <a:pt x="11596" y="6848"/>
                  </a:cubicBezTo>
                  <a:lnTo>
                    <a:pt x="11596" y="6848"/>
                  </a:lnTo>
                  <a:cubicBezTo>
                    <a:pt x="11778" y="7989"/>
                    <a:pt x="11527" y="8217"/>
                    <a:pt x="11459" y="8468"/>
                  </a:cubicBezTo>
                  <a:cubicBezTo>
                    <a:pt x="11268" y="9169"/>
                    <a:pt x="9297" y="9648"/>
                    <a:pt x="7076" y="9648"/>
                  </a:cubicBezTo>
                  <a:cubicBezTo>
                    <a:pt x="6116" y="9648"/>
                    <a:pt x="5108" y="9558"/>
                    <a:pt x="4178" y="9359"/>
                  </a:cubicBezTo>
                  <a:cubicBezTo>
                    <a:pt x="2899" y="4816"/>
                    <a:pt x="1324" y="1096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6"/>
            <p:cNvSpPr/>
            <p:nvPr/>
          </p:nvSpPr>
          <p:spPr>
            <a:xfrm>
              <a:off x="2754600" y="3140925"/>
              <a:ext cx="169700" cy="374250"/>
            </a:xfrm>
            <a:custGeom>
              <a:avLst/>
              <a:gdLst/>
              <a:ahLst/>
              <a:cxnLst/>
              <a:rect l="l" t="t" r="r" b="b"/>
              <a:pathLst>
                <a:path w="6788" h="14970" extrusionOk="0">
                  <a:moveTo>
                    <a:pt x="1736" y="1"/>
                  </a:moveTo>
                  <a:cubicBezTo>
                    <a:pt x="1676" y="1"/>
                    <a:pt x="1614" y="14"/>
                    <a:pt x="1553" y="41"/>
                  </a:cubicBezTo>
                  <a:cubicBezTo>
                    <a:pt x="1" y="726"/>
                    <a:pt x="297" y="7574"/>
                    <a:pt x="2945" y="14170"/>
                  </a:cubicBezTo>
                  <a:cubicBezTo>
                    <a:pt x="3161" y="14723"/>
                    <a:pt x="3616" y="14969"/>
                    <a:pt x="4118" y="14969"/>
                  </a:cubicBezTo>
                  <a:cubicBezTo>
                    <a:pt x="5317" y="14969"/>
                    <a:pt x="6788" y="13569"/>
                    <a:pt x="5935" y="11591"/>
                  </a:cubicBezTo>
                  <a:cubicBezTo>
                    <a:pt x="4487" y="8212"/>
                    <a:pt x="3250" y="1"/>
                    <a:pt x="17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6"/>
            <p:cNvSpPr/>
            <p:nvPr/>
          </p:nvSpPr>
          <p:spPr>
            <a:xfrm>
              <a:off x="2760875" y="3173325"/>
              <a:ext cx="163325" cy="341425"/>
            </a:xfrm>
            <a:custGeom>
              <a:avLst/>
              <a:gdLst/>
              <a:ahLst/>
              <a:cxnLst/>
              <a:rect l="l" t="t" r="r" b="b"/>
              <a:pathLst>
                <a:path w="6533" h="13657" extrusionOk="0">
                  <a:moveTo>
                    <a:pt x="548" y="1"/>
                  </a:moveTo>
                  <a:cubicBezTo>
                    <a:pt x="1" y="2420"/>
                    <a:pt x="640" y="7693"/>
                    <a:pt x="2694" y="12829"/>
                  </a:cubicBezTo>
                  <a:cubicBezTo>
                    <a:pt x="2912" y="13402"/>
                    <a:pt x="3376" y="13657"/>
                    <a:pt x="3886" y="13657"/>
                  </a:cubicBezTo>
                  <a:cubicBezTo>
                    <a:pt x="5081" y="13657"/>
                    <a:pt x="6532" y="12256"/>
                    <a:pt x="5684" y="10272"/>
                  </a:cubicBezTo>
                  <a:cubicBezTo>
                    <a:pt x="5456" y="9724"/>
                    <a:pt x="5205" y="9017"/>
                    <a:pt x="4977" y="8263"/>
                  </a:cubicBezTo>
                  <a:cubicBezTo>
                    <a:pt x="4637" y="9074"/>
                    <a:pt x="3916" y="9547"/>
                    <a:pt x="3284" y="9547"/>
                  </a:cubicBezTo>
                  <a:cubicBezTo>
                    <a:pt x="2812" y="9547"/>
                    <a:pt x="2390" y="9283"/>
                    <a:pt x="2215" y="8697"/>
                  </a:cubicBezTo>
                  <a:cubicBezTo>
                    <a:pt x="1210" y="5616"/>
                    <a:pt x="685" y="2534"/>
                    <a:pt x="548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6"/>
            <p:cNvSpPr/>
            <p:nvPr/>
          </p:nvSpPr>
          <p:spPr>
            <a:xfrm>
              <a:off x="2965725" y="3199925"/>
              <a:ext cx="18875" cy="21000"/>
            </a:xfrm>
            <a:custGeom>
              <a:avLst/>
              <a:gdLst/>
              <a:ahLst/>
              <a:cxnLst/>
              <a:rect l="l" t="t" r="r" b="b"/>
              <a:pathLst>
                <a:path w="755" h="840" extrusionOk="0">
                  <a:moveTo>
                    <a:pt x="315" y="1"/>
                  </a:moveTo>
                  <a:cubicBezTo>
                    <a:pt x="294" y="1"/>
                    <a:pt x="273" y="4"/>
                    <a:pt x="252" y="10"/>
                  </a:cubicBezTo>
                  <a:cubicBezTo>
                    <a:pt x="69" y="55"/>
                    <a:pt x="1" y="283"/>
                    <a:pt x="69" y="512"/>
                  </a:cubicBezTo>
                  <a:cubicBezTo>
                    <a:pt x="129" y="710"/>
                    <a:pt x="293" y="840"/>
                    <a:pt x="439" y="840"/>
                  </a:cubicBezTo>
                  <a:cubicBezTo>
                    <a:pt x="461" y="840"/>
                    <a:pt x="482" y="837"/>
                    <a:pt x="503" y="831"/>
                  </a:cubicBezTo>
                  <a:cubicBezTo>
                    <a:pt x="663" y="763"/>
                    <a:pt x="754" y="535"/>
                    <a:pt x="663" y="306"/>
                  </a:cubicBezTo>
                  <a:cubicBezTo>
                    <a:pt x="603" y="128"/>
                    <a:pt x="457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6"/>
            <p:cNvSpPr/>
            <p:nvPr/>
          </p:nvSpPr>
          <p:spPr>
            <a:xfrm>
              <a:off x="2977150" y="3245800"/>
              <a:ext cx="17725" cy="21700"/>
            </a:xfrm>
            <a:custGeom>
              <a:avLst/>
              <a:gdLst/>
              <a:ahLst/>
              <a:cxnLst/>
              <a:rect l="l" t="t" r="r" b="b"/>
              <a:pathLst>
                <a:path w="709" h="868" extrusionOk="0">
                  <a:moveTo>
                    <a:pt x="297" y="1"/>
                  </a:moveTo>
                  <a:cubicBezTo>
                    <a:pt x="115" y="1"/>
                    <a:pt x="0" y="206"/>
                    <a:pt x="23" y="434"/>
                  </a:cubicBezTo>
                  <a:cubicBezTo>
                    <a:pt x="69" y="662"/>
                    <a:pt x="229" y="868"/>
                    <a:pt x="411" y="868"/>
                  </a:cubicBezTo>
                  <a:cubicBezTo>
                    <a:pt x="571" y="868"/>
                    <a:pt x="708" y="662"/>
                    <a:pt x="662" y="434"/>
                  </a:cubicBezTo>
                  <a:cubicBezTo>
                    <a:pt x="640" y="206"/>
                    <a:pt x="457" y="1"/>
                    <a:pt x="297" y="1"/>
                  </a:cubicBezTo>
                  <a:close/>
                </a:path>
              </a:pathLst>
            </a:custGeom>
            <a:solidFill>
              <a:srgbClr val="856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6"/>
            <p:cNvSpPr/>
            <p:nvPr/>
          </p:nvSpPr>
          <p:spPr>
            <a:xfrm>
              <a:off x="2988000" y="3293175"/>
              <a:ext cx="17700" cy="21125"/>
            </a:xfrm>
            <a:custGeom>
              <a:avLst/>
              <a:gdLst/>
              <a:ahLst/>
              <a:cxnLst/>
              <a:rect l="l" t="t" r="r" b="b"/>
              <a:pathLst>
                <a:path w="708" h="845" extrusionOk="0">
                  <a:moveTo>
                    <a:pt x="274" y="0"/>
                  </a:moveTo>
                  <a:cubicBezTo>
                    <a:pt x="114" y="0"/>
                    <a:pt x="0" y="205"/>
                    <a:pt x="23" y="434"/>
                  </a:cubicBezTo>
                  <a:cubicBezTo>
                    <a:pt x="46" y="662"/>
                    <a:pt x="228" y="845"/>
                    <a:pt x="388" y="845"/>
                  </a:cubicBezTo>
                  <a:cubicBezTo>
                    <a:pt x="571" y="822"/>
                    <a:pt x="708" y="662"/>
                    <a:pt x="662" y="434"/>
                  </a:cubicBezTo>
                  <a:cubicBezTo>
                    <a:pt x="616" y="205"/>
                    <a:pt x="457" y="0"/>
                    <a:pt x="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6"/>
            <p:cNvSpPr/>
            <p:nvPr/>
          </p:nvSpPr>
          <p:spPr>
            <a:xfrm>
              <a:off x="2998825" y="3339375"/>
              <a:ext cx="17725" cy="21725"/>
            </a:xfrm>
            <a:custGeom>
              <a:avLst/>
              <a:gdLst/>
              <a:ahLst/>
              <a:cxnLst/>
              <a:rect l="l" t="t" r="r" b="b"/>
              <a:pathLst>
                <a:path w="709" h="869" extrusionOk="0">
                  <a:moveTo>
                    <a:pt x="275" y="1"/>
                  </a:moveTo>
                  <a:cubicBezTo>
                    <a:pt x="115" y="1"/>
                    <a:pt x="1" y="206"/>
                    <a:pt x="24" y="435"/>
                  </a:cubicBezTo>
                  <a:cubicBezTo>
                    <a:pt x="46" y="663"/>
                    <a:pt x="229" y="868"/>
                    <a:pt x="389" y="868"/>
                  </a:cubicBezTo>
                  <a:cubicBezTo>
                    <a:pt x="571" y="868"/>
                    <a:pt x="708" y="663"/>
                    <a:pt x="640" y="435"/>
                  </a:cubicBezTo>
                  <a:cubicBezTo>
                    <a:pt x="617" y="206"/>
                    <a:pt x="457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6"/>
            <p:cNvSpPr/>
            <p:nvPr/>
          </p:nvSpPr>
          <p:spPr>
            <a:xfrm>
              <a:off x="2939500" y="3179600"/>
              <a:ext cx="62775" cy="230575"/>
            </a:xfrm>
            <a:custGeom>
              <a:avLst/>
              <a:gdLst/>
              <a:ahLst/>
              <a:cxnLst/>
              <a:rect l="l" t="t" r="r" b="b"/>
              <a:pathLst>
                <a:path w="2511" h="9223" extrusionOk="0">
                  <a:moveTo>
                    <a:pt x="320" y="1"/>
                  </a:moveTo>
                  <a:lnTo>
                    <a:pt x="0" y="115"/>
                  </a:lnTo>
                  <a:cubicBezTo>
                    <a:pt x="23" y="161"/>
                    <a:pt x="2191" y="6666"/>
                    <a:pt x="1986" y="9177"/>
                  </a:cubicBezTo>
                  <a:lnTo>
                    <a:pt x="2305" y="9222"/>
                  </a:lnTo>
                  <a:cubicBezTo>
                    <a:pt x="2511" y="6643"/>
                    <a:pt x="365" y="252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6"/>
            <p:cNvSpPr/>
            <p:nvPr/>
          </p:nvSpPr>
          <p:spPr>
            <a:xfrm>
              <a:off x="2848750" y="3078600"/>
              <a:ext cx="138700" cy="110725"/>
            </a:xfrm>
            <a:custGeom>
              <a:avLst/>
              <a:gdLst/>
              <a:ahLst/>
              <a:cxnLst/>
              <a:rect l="l" t="t" r="r" b="b"/>
              <a:pathLst>
                <a:path w="5548" h="4429" extrusionOk="0">
                  <a:moveTo>
                    <a:pt x="2055" y="1"/>
                  </a:moveTo>
                  <a:cubicBezTo>
                    <a:pt x="1804" y="1"/>
                    <a:pt x="914" y="480"/>
                    <a:pt x="1" y="1051"/>
                  </a:cubicBezTo>
                  <a:cubicBezTo>
                    <a:pt x="2283" y="3470"/>
                    <a:pt x="3858" y="4429"/>
                    <a:pt x="3858" y="4429"/>
                  </a:cubicBezTo>
                  <a:lnTo>
                    <a:pt x="5547" y="708"/>
                  </a:lnTo>
                  <a:cubicBezTo>
                    <a:pt x="4201" y="366"/>
                    <a:pt x="2466" y="1"/>
                    <a:pt x="2055" y="1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6"/>
            <p:cNvSpPr/>
            <p:nvPr/>
          </p:nvSpPr>
          <p:spPr>
            <a:xfrm>
              <a:off x="2872150" y="2942800"/>
              <a:ext cx="87900" cy="164225"/>
            </a:xfrm>
            <a:custGeom>
              <a:avLst/>
              <a:gdLst/>
              <a:ahLst/>
              <a:cxnLst/>
              <a:rect l="l" t="t" r="r" b="b"/>
              <a:pathLst>
                <a:path w="3516" h="6569" extrusionOk="0">
                  <a:moveTo>
                    <a:pt x="411" y="0"/>
                  </a:moveTo>
                  <a:cubicBezTo>
                    <a:pt x="206" y="822"/>
                    <a:pt x="526" y="4543"/>
                    <a:pt x="1" y="5958"/>
                  </a:cubicBezTo>
                  <a:cubicBezTo>
                    <a:pt x="741" y="6351"/>
                    <a:pt x="1417" y="6568"/>
                    <a:pt x="2013" y="6568"/>
                  </a:cubicBezTo>
                  <a:cubicBezTo>
                    <a:pt x="2594" y="6568"/>
                    <a:pt x="3099" y="6362"/>
                    <a:pt x="3516" y="5912"/>
                  </a:cubicBezTo>
                  <a:cubicBezTo>
                    <a:pt x="2922" y="5250"/>
                    <a:pt x="2603" y="639"/>
                    <a:pt x="2603" y="639"/>
                  </a:cubicBezTo>
                  <a:lnTo>
                    <a:pt x="411" y="0"/>
                  </a:lnTo>
                  <a:close/>
                </a:path>
              </a:pathLst>
            </a:custGeom>
            <a:solidFill>
              <a:srgbClr val="DD7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6"/>
            <p:cNvSpPr/>
            <p:nvPr/>
          </p:nvSpPr>
          <p:spPr>
            <a:xfrm>
              <a:off x="2867600" y="2821375"/>
              <a:ext cx="152950" cy="244700"/>
            </a:xfrm>
            <a:custGeom>
              <a:avLst/>
              <a:gdLst/>
              <a:ahLst/>
              <a:cxnLst/>
              <a:rect l="l" t="t" r="r" b="b"/>
              <a:pathLst>
                <a:path w="6118" h="9788" extrusionOk="0">
                  <a:moveTo>
                    <a:pt x="3362" y="1"/>
                  </a:moveTo>
                  <a:cubicBezTo>
                    <a:pt x="2116" y="1"/>
                    <a:pt x="437" y="1548"/>
                    <a:pt x="228" y="4241"/>
                  </a:cubicBezTo>
                  <a:cubicBezTo>
                    <a:pt x="0" y="7163"/>
                    <a:pt x="1415" y="9308"/>
                    <a:pt x="4246" y="9788"/>
                  </a:cubicBezTo>
                  <a:cubicBezTo>
                    <a:pt x="4246" y="9788"/>
                    <a:pt x="5661" y="7459"/>
                    <a:pt x="5935" y="4743"/>
                  </a:cubicBezTo>
                  <a:cubicBezTo>
                    <a:pt x="6117" y="2780"/>
                    <a:pt x="4953" y="361"/>
                    <a:pt x="3698" y="41"/>
                  </a:cubicBezTo>
                  <a:cubicBezTo>
                    <a:pt x="3591" y="14"/>
                    <a:pt x="3478" y="1"/>
                    <a:pt x="3362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6"/>
            <p:cNvSpPr/>
            <p:nvPr/>
          </p:nvSpPr>
          <p:spPr>
            <a:xfrm>
              <a:off x="2840200" y="2815750"/>
              <a:ext cx="170075" cy="187725"/>
            </a:xfrm>
            <a:custGeom>
              <a:avLst/>
              <a:gdLst/>
              <a:ahLst/>
              <a:cxnLst/>
              <a:rect l="l" t="t" r="r" b="b"/>
              <a:pathLst>
                <a:path w="6803" h="7509" extrusionOk="0">
                  <a:moveTo>
                    <a:pt x="3891" y="0"/>
                  </a:moveTo>
                  <a:cubicBezTo>
                    <a:pt x="2674" y="0"/>
                    <a:pt x="1435" y="802"/>
                    <a:pt x="845" y="2229"/>
                  </a:cubicBezTo>
                  <a:cubicBezTo>
                    <a:pt x="0" y="4420"/>
                    <a:pt x="822" y="6498"/>
                    <a:pt x="1324" y="7433"/>
                  </a:cubicBezTo>
                  <a:cubicBezTo>
                    <a:pt x="1350" y="7486"/>
                    <a:pt x="1397" y="7508"/>
                    <a:pt x="1444" y="7508"/>
                  </a:cubicBezTo>
                  <a:cubicBezTo>
                    <a:pt x="1520" y="7508"/>
                    <a:pt x="1598" y="7450"/>
                    <a:pt x="1598" y="7365"/>
                  </a:cubicBezTo>
                  <a:cubicBezTo>
                    <a:pt x="1963" y="951"/>
                    <a:pt x="6802" y="1271"/>
                    <a:pt x="5273" y="380"/>
                  </a:cubicBezTo>
                  <a:cubicBezTo>
                    <a:pt x="4843" y="123"/>
                    <a:pt x="4369" y="0"/>
                    <a:pt x="38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6"/>
            <p:cNvSpPr/>
            <p:nvPr/>
          </p:nvSpPr>
          <p:spPr>
            <a:xfrm>
              <a:off x="2812225" y="2908550"/>
              <a:ext cx="98750" cy="49125"/>
            </a:xfrm>
            <a:custGeom>
              <a:avLst/>
              <a:gdLst/>
              <a:ahLst/>
              <a:cxnLst/>
              <a:rect l="l" t="t" r="r" b="b"/>
              <a:pathLst>
                <a:path w="3950" h="1965" extrusionOk="0">
                  <a:moveTo>
                    <a:pt x="3950" y="1"/>
                  </a:moveTo>
                  <a:lnTo>
                    <a:pt x="549" y="1233"/>
                  </a:lnTo>
                  <a:lnTo>
                    <a:pt x="1" y="1964"/>
                  </a:lnTo>
                  <a:cubicBezTo>
                    <a:pt x="1" y="1964"/>
                    <a:pt x="8" y="1964"/>
                    <a:pt x="21" y="1964"/>
                  </a:cubicBezTo>
                  <a:cubicBezTo>
                    <a:pt x="131" y="1964"/>
                    <a:pt x="666" y="1928"/>
                    <a:pt x="891" y="1233"/>
                  </a:cubicBezTo>
                  <a:lnTo>
                    <a:pt x="3950" y="320"/>
                  </a:lnTo>
                  <a:lnTo>
                    <a:pt x="39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6"/>
            <p:cNvSpPr/>
            <p:nvPr/>
          </p:nvSpPr>
          <p:spPr>
            <a:xfrm>
              <a:off x="2825925" y="2921325"/>
              <a:ext cx="56525" cy="54600"/>
            </a:xfrm>
            <a:custGeom>
              <a:avLst/>
              <a:gdLst/>
              <a:ahLst/>
              <a:cxnLst/>
              <a:rect l="l" t="t" r="r" b="b"/>
              <a:pathLst>
                <a:path w="2261" h="2184" extrusionOk="0">
                  <a:moveTo>
                    <a:pt x="1013" y="0"/>
                  </a:moveTo>
                  <a:cubicBezTo>
                    <a:pt x="869" y="0"/>
                    <a:pt x="725" y="40"/>
                    <a:pt x="594" y="129"/>
                  </a:cubicBezTo>
                  <a:cubicBezTo>
                    <a:pt x="1" y="517"/>
                    <a:pt x="115" y="1681"/>
                    <a:pt x="2032" y="2183"/>
                  </a:cubicBezTo>
                  <a:cubicBezTo>
                    <a:pt x="2032" y="2183"/>
                    <a:pt x="2260" y="1658"/>
                    <a:pt x="2124" y="973"/>
                  </a:cubicBezTo>
                  <a:cubicBezTo>
                    <a:pt x="2000" y="446"/>
                    <a:pt x="1498" y="0"/>
                    <a:pt x="1013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6"/>
            <p:cNvSpPr/>
            <p:nvPr/>
          </p:nvSpPr>
          <p:spPr>
            <a:xfrm>
              <a:off x="3083425" y="3371250"/>
              <a:ext cx="124850" cy="141625"/>
            </a:xfrm>
            <a:custGeom>
              <a:avLst/>
              <a:gdLst/>
              <a:ahLst/>
              <a:cxnLst/>
              <a:rect l="l" t="t" r="r" b="b"/>
              <a:pathLst>
                <a:path w="4994" h="5665" extrusionOk="0">
                  <a:moveTo>
                    <a:pt x="1414" y="1"/>
                  </a:moveTo>
                  <a:cubicBezTo>
                    <a:pt x="151" y="1"/>
                    <a:pt x="0" y="2290"/>
                    <a:pt x="63" y="3976"/>
                  </a:cubicBezTo>
                  <a:cubicBezTo>
                    <a:pt x="86" y="4912"/>
                    <a:pt x="862" y="5665"/>
                    <a:pt x="1798" y="5665"/>
                  </a:cubicBezTo>
                  <a:lnTo>
                    <a:pt x="3054" y="5665"/>
                  </a:lnTo>
                  <a:cubicBezTo>
                    <a:pt x="4172" y="5665"/>
                    <a:pt x="4994" y="4638"/>
                    <a:pt x="4765" y="3542"/>
                  </a:cubicBezTo>
                  <a:cubicBezTo>
                    <a:pt x="4423" y="2013"/>
                    <a:pt x="3373" y="506"/>
                    <a:pt x="1753" y="50"/>
                  </a:cubicBezTo>
                  <a:cubicBezTo>
                    <a:pt x="1632" y="16"/>
                    <a:pt x="1519" y="1"/>
                    <a:pt x="1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6"/>
            <p:cNvSpPr/>
            <p:nvPr/>
          </p:nvSpPr>
          <p:spPr>
            <a:xfrm>
              <a:off x="2806525" y="3370200"/>
              <a:ext cx="115150" cy="142675"/>
            </a:xfrm>
            <a:custGeom>
              <a:avLst/>
              <a:gdLst/>
              <a:ahLst/>
              <a:cxnLst/>
              <a:rect l="l" t="t" r="r" b="b"/>
              <a:pathLst>
                <a:path w="4606" h="5707" extrusionOk="0">
                  <a:moveTo>
                    <a:pt x="3217" y="0"/>
                  </a:moveTo>
                  <a:cubicBezTo>
                    <a:pt x="3125" y="0"/>
                    <a:pt x="3027" y="15"/>
                    <a:pt x="2922" y="46"/>
                  </a:cubicBezTo>
                  <a:cubicBezTo>
                    <a:pt x="1005" y="662"/>
                    <a:pt x="1" y="3059"/>
                    <a:pt x="206" y="4999"/>
                  </a:cubicBezTo>
                  <a:cubicBezTo>
                    <a:pt x="229" y="5387"/>
                    <a:pt x="617" y="5707"/>
                    <a:pt x="1005" y="5707"/>
                  </a:cubicBezTo>
                  <a:lnTo>
                    <a:pt x="3698" y="5707"/>
                  </a:lnTo>
                  <a:cubicBezTo>
                    <a:pt x="4109" y="5707"/>
                    <a:pt x="4452" y="5364"/>
                    <a:pt x="4497" y="4931"/>
                  </a:cubicBezTo>
                  <a:cubicBezTo>
                    <a:pt x="4562" y="3389"/>
                    <a:pt x="4606" y="0"/>
                    <a:pt x="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6"/>
            <p:cNvSpPr/>
            <p:nvPr/>
          </p:nvSpPr>
          <p:spPr>
            <a:xfrm>
              <a:off x="2816800" y="3173225"/>
              <a:ext cx="205950" cy="330175"/>
            </a:xfrm>
            <a:custGeom>
              <a:avLst/>
              <a:gdLst/>
              <a:ahLst/>
              <a:cxnLst/>
              <a:rect l="l" t="t" r="r" b="b"/>
              <a:pathLst>
                <a:path w="8238" h="13207" extrusionOk="0">
                  <a:moveTo>
                    <a:pt x="7892" y="0"/>
                  </a:moveTo>
                  <a:cubicBezTo>
                    <a:pt x="7829" y="0"/>
                    <a:pt x="7749" y="15"/>
                    <a:pt x="7647" y="50"/>
                  </a:cubicBezTo>
                  <a:cubicBezTo>
                    <a:pt x="6985" y="324"/>
                    <a:pt x="1" y="9820"/>
                    <a:pt x="548" y="12011"/>
                  </a:cubicBezTo>
                  <a:cubicBezTo>
                    <a:pt x="750" y="12887"/>
                    <a:pt x="1237" y="13206"/>
                    <a:pt x="1766" y="13206"/>
                  </a:cubicBezTo>
                  <a:cubicBezTo>
                    <a:pt x="2491" y="13206"/>
                    <a:pt x="3297" y="12605"/>
                    <a:pt x="3561" y="12011"/>
                  </a:cubicBezTo>
                  <a:cubicBezTo>
                    <a:pt x="3881" y="11235"/>
                    <a:pt x="7944" y="1237"/>
                    <a:pt x="8035" y="553"/>
                  </a:cubicBezTo>
                  <a:cubicBezTo>
                    <a:pt x="8054" y="456"/>
                    <a:pt x="8237" y="0"/>
                    <a:pt x="7892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6"/>
            <p:cNvSpPr/>
            <p:nvPr/>
          </p:nvSpPr>
          <p:spPr>
            <a:xfrm>
              <a:off x="2828225" y="3177325"/>
              <a:ext cx="191175" cy="326075"/>
            </a:xfrm>
            <a:custGeom>
              <a:avLst/>
              <a:gdLst/>
              <a:ahLst/>
              <a:cxnLst/>
              <a:rect l="l" t="t" r="r" b="b"/>
              <a:pathLst>
                <a:path w="7647" h="13043" extrusionOk="0">
                  <a:moveTo>
                    <a:pt x="7647" y="1"/>
                  </a:moveTo>
                  <a:lnTo>
                    <a:pt x="7647" y="1"/>
                  </a:lnTo>
                  <a:cubicBezTo>
                    <a:pt x="6368" y="2785"/>
                    <a:pt x="3104" y="9313"/>
                    <a:pt x="2785" y="9907"/>
                  </a:cubicBezTo>
                  <a:cubicBezTo>
                    <a:pt x="2511" y="10453"/>
                    <a:pt x="1740" y="10966"/>
                    <a:pt x="1036" y="10966"/>
                  </a:cubicBezTo>
                  <a:cubicBezTo>
                    <a:pt x="741" y="10966"/>
                    <a:pt x="458" y="10876"/>
                    <a:pt x="228" y="10660"/>
                  </a:cubicBezTo>
                  <a:cubicBezTo>
                    <a:pt x="46" y="11162"/>
                    <a:pt x="0" y="11573"/>
                    <a:pt x="91" y="11847"/>
                  </a:cubicBezTo>
                  <a:cubicBezTo>
                    <a:pt x="303" y="12723"/>
                    <a:pt x="795" y="13042"/>
                    <a:pt x="1325" y="13042"/>
                  </a:cubicBezTo>
                  <a:cubicBezTo>
                    <a:pt x="2053" y="13042"/>
                    <a:pt x="2853" y="12441"/>
                    <a:pt x="3104" y="11847"/>
                  </a:cubicBezTo>
                  <a:cubicBezTo>
                    <a:pt x="3447" y="11071"/>
                    <a:pt x="7532" y="1073"/>
                    <a:pt x="7578" y="389"/>
                  </a:cubicBezTo>
                  <a:cubicBezTo>
                    <a:pt x="7578" y="320"/>
                    <a:pt x="7647" y="160"/>
                    <a:pt x="7647" y="1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6"/>
            <p:cNvSpPr/>
            <p:nvPr/>
          </p:nvSpPr>
          <p:spPr>
            <a:xfrm>
              <a:off x="3052325" y="3166325"/>
              <a:ext cx="153675" cy="331200"/>
            </a:xfrm>
            <a:custGeom>
              <a:avLst/>
              <a:gdLst/>
              <a:ahLst/>
              <a:cxnLst/>
              <a:rect l="l" t="t" r="r" b="b"/>
              <a:pathLst>
                <a:path w="6147" h="13248" extrusionOk="0">
                  <a:moveTo>
                    <a:pt x="323" y="1"/>
                  </a:moveTo>
                  <a:cubicBezTo>
                    <a:pt x="0" y="1"/>
                    <a:pt x="94" y="436"/>
                    <a:pt x="75" y="532"/>
                  </a:cubicBezTo>
                  <a:cubicBezTo>
                    <a:pt x="29" y="1217"/>
                    <a:pt x="2129" y="11260"/>
                    <a:pt x="2312" y="12059"/>
                  </a:cubicBezTo>
                  <a:cubicBezTo>
                    <a:pt x="2444" y="12641"/>
                    <a:pt x="3115" y="13247"/>
                    <a:pt x="3824" y="13247"/>
                  </a:cubicBezTo>
                  <a:cubicBezTo>
                    <a:pt x="4336" y="13247"/>
                    <a:pt x="4869" y="12930"/>
                    <a:pt x="5233" y="12059"/>
                  </a:cubicBezTo>
                  <a:cubicBezTo>
                    <a:pt x="6146" y="9867"/>
                    <a:pt x="1171" y="304"/>
                    <a:pt x="554" y="52"/>
                  </a:cubicBezTo>
                  <a:cubicBezTo>
                    <a:pt x="460" y="16"/>
                    <a:pt x="384" y="1"/>
                    <a:pt x="323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6"/>
            <p:cNvSpPr/>
            <p:nvPr/>
          </p:nvSpPr>
          <p:spPr>
            <a:xfrm>
              <a:off x="3051900" y="3168200"/>
              <a:ext cx="130700" cy="329500"/>
            </a:xfrm>
            <a:custGeom>
              <a:avLst/>
              <a:gdLst/>
              <a:ahLst/>
              <a:cxnLst/>
              <a:rect l="l" t="t" r="r" b="b"/>
              <a:pathLst>
                <a:path w="5228" h="13180" extrusionOk="0">
                  <a:moveTo>
                    <a:pt x="115" y="0"/>
                  </a:moveTo>
                  <a:cubicBezTo>
                    <a:pt x="46" y="137"/>
                    <a:pt x="69" y="366"/>
                    <a:pt x="69" y="457"/>
                  </a:cubicBezTo>
                  <a:cubicBezTo>
                    <a:pt x="1" y="1142"/>
                    <a:pt x="2123" y="11185"/>
                    <a:pt x="2283" y="11984"/>
                  </a:cubicBezTo>
                  <a:cubicBezTo>
                    <a:pt x="2415" y="12578"/>
                    <a:pt x="3082" y="13179"/>
                    <a:pt x="3792" y="13179"/>
                  </a:cubicBezTo>
                  <a:cubicBezTo>
                    <a:pt x="4310" y="13179"/>
                    <a:pt x="4852" y="12859"/>
                    <a:pt x="5228" y="11984"/>
                  </a:cubicBezTo>
                  <a:lnTo>
                    <a:pt x="5228" y="11961"/>
                  </a:lnTo>
                  <a:cubicBezTo>
                    <a:pt x="5060" y="12049"/>
                    <a:pt x="4883" y="12088"/>
                    <a:pt x="4705" y="12088"/>
                  </a:cubicBezTo>
                  <a:cubicBezTo>
                    <a:pt x="4012" y="12088"/>
                    <a:pt x="3309" y="11492"/>
                    <a:pt x="3128" y="10911"/>
                  </a:cubicBezTo>
                  <a:cubicBezTo>
                    <a:pt x="2922" y="10272"/>
                    <a:pt x="2854" y="2717"/>
                    <a:pt x="1096" y="594"/>
                  </a:cubicBezTo>
                  <a:cubicBezTo>
                    <a:pt x="891" y="343"/>
                    <a:pt x="183" y="206"/>
                    <a:pt x="115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6"/>
            <p:cNvSpPr/>
            <p:nvPr/>
          </p:nvSpPr>
          <p:spPr>
            <a:xfrm>
              <a:off x="2887550" y="3131675"/>
              <a:ext cx="84500" cy="58800"/>
            </a:xfrm>
            <a:custGeom>
              <a:avLst/>
              <a:gdLst/>
              <a:ahLst/>
              <a:cxnLst/>
              <a:rect l="l" t="t" r="r" b="b"/>
              <a:pathLst>
                <a:path w="3380" h="2352" extrusionOk="0">
                  <a:moveTo>
                    <a:pt x="3379" y="1"/>
                  </a:moveTo>
                  <a:lnTo>
                    <a:pt x="3379" y="1"/>
                  </a:lnTo>
                  <a:cubicBezTo>
                    <a:pt x="2808" y="115"/>
                    <a:pt x="2238" y="206"/>
                    <a:pt x="1644" y="297"/>
                  </a:cubicBezTo>
                  <a:cubicBezTo>
                    <a:pt x="1074" y="389"/>
                    <a:pt x="526" y="411"/>
                    <a:pt x="1" y="457"/>
                  </a:cubicBezTo>
                  <a:cubicBezTo>
                    <a:pt x="1416" y="1804"/>
                    <a:pt x="2329" y="2352"/>
                    <a:pt x="2329" y="2352"/>
                  </a:cubicBezTo>
                  <a:lnTo>
                    <a:pt x="3379" y="1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6"/>
            <p:cNvSpPr/>
            <p:nvPr/>
          </p:nvSpPr>
          <p:spPr>
            <a:xfrm>
              <a:off x="2839050" y="2932975"/>
              <a:ext cx="32550" cy="32100"/>
            </a:xfrm>
            <a:custGeom>
              <a:avLst/>
              <a:gdLst/>
              <a:ahLst/>
              <a:cxnLst/>
              <a:rect l="l" t="t" r="r" b="b"/>
              <a:pathLst>
                <a:path w="1302" h="1284" extrusionOk="0">
                  <a:moveTo>
                    <a:pt x="583" y="0"/>
                  </a:moveTo>
                  <a:cubicBezTo>
                    <a:pt x="501" y="0"/>
                    <a:pt x="419" y="23"/>
                    <a:pt x="343" y="74"/>
                  </a:cubicBezTo>
                  <a:cubicBezTo>
                    <a:pt x="1" y="302"/>
                    <a:pt x="46" y="987"/>
                    <a:pt x="1165" y="1284"/>
                  </a:cubicBezTo>
                  <a:cubicBezTo>
                    <a:pt x="1165" y="1284"/>
                    <a:pt x="1302" y="964"/>
                    <a:pt x="1210" y="576"/>
                  </a:cubicBezTo>
                  <a:cubicBezTo>
                    <a:pt x="1157" y="274"/>
                    <a:pt x="870" y="0"/>
                    <a:pt x="583" y="0"/>
                  </a:cubicBezTo>
                  <a:close/>
                </a:path>
              </a:pathLst>
            </a:custGeom>
            <a:solidFill>
              <a:srgbClr val="CC4F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6"/>
            <p:cNvSpPr/>
            <p:nvPr/>
          </p:nvSpPr>
          <p:spPr>
            <a:xfrm>
              <a:off x="2851600" y="2945975"/>
              <a:ext cx="22300" cy="21375"/>
            </a:xfrm>
            <a:custGeom>
              <a:avLst/>
              <a:gdLst/>
              <a:ahLst/>
              <a:cxnLst/>
              <a:rect l="l" t="t" r="r" b="b"/>
              <a:pathLst>
                <a:path w="892" h="855" extrusionOk="0">
                  <a:moveTo>
                    <a:pt x="405" y="0"/>
                  </a:moveTo>
                  <a:cubicBezTo>
                    <a:pt x="344" y="0"/>
                    <a:pt x="284" y="18"/>
                    <a:pt x="229" y="56"/>
                  </a:cubicBezTo>
                  <a:cubicBezTo>
                    <a:pt x="1" y="193"/>
                    <a:pt x="69" y="649"/>
                    <a:pt x="800" y="855"/>
                  </a:cubicBezTo>
                  <a:cubicBezTo>
                    <a:pt x="800" y="855"/>
                    <a:pt x="891" y="627"/>
                    <a:pt x="823" y="398"/>
                  </a:cubicBezTo>
                  <a:cubicBezTo>
                    <a:pt x="788" y="173"/>
                    <a:pt x="595" y="0"/>
                    <a:pt x="405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6"/>
            <p:cNvSpPr/>
            <p:nvPr/>
          </p:nvSpPr>
          <p:spPr>
            <a:xfrm>
              <a:off x="2999400" y="2897725"/>
              <a:ext cx="35400" cy="33675"/>
            </a:xfrm>
            <a:custGeom>
              <a:avLst/>
              <a:gdLst/>
              <a:ahLst/>
              <a:cxnLst/>
              <a:rect l="l" t="t" r="r" b="b"/>
              <a:pathLst>
                <a:path w="1416" h="1347" extrusionOk="0">
                  <a:moveTo>
                    <a:pt x="320" y="0"/>
                  </a:moveTo>
                  <a:lnTo>
                    <a:pt x="1" y="502"/>
                  </a:lnTo>
                  <a:cubicBezTo>
                    <a:pt x="1" y="502"/>
                    <a:pt x="252" y="1210"/>
                    <a:pt x="1416" y="1347"/>
                  </a:cubicBezTo>
                  <a:cubicBezTo>
                    <a:pt x="800" y="1073"/>
                    <a:pt x="434" y="616"/>
                    <a:pt x="3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6"/>
            <p:cNvSpPr/>
            <p:nvPr/>
          </p:nvSpPr>
          <p:spPr>
            <a:xfrm>
              <a:off x="2914375" y="2885175"/>
              <a:ext cx="49100" cy="19750"/>
            </a:xfrm>
            <a:custGeom>
              <a:avLst/>
              <a:gdLst/>
              <a:ahLst/>
              <a:cxnLst/>
              <a:rect l="l" t="t" r="r" b="b"/>
              <a:pathLst>
                <a:path w="1964" h="790" extrusionOk="0">
                  <a:moveTo>
                    <a:pt x="1918" y="0"/>
                  </a:moveTo>
                  <a:cubicBezTo>
                    <a:pt x="1513" y="385"/>
                    <a:pt x="995" y="592"/>
                    <a:pt x="362" y="592"/>
                  </a:cubicBezTo>
                  <a:cubicBezTo>
                    <a:pt x="246" y="592"/>
                    <a:pt x="125" y="585"/>
                    <a:pt x="1" y="571"/>
                  </a:cubicBezTo>
                  <a:lnTo>
                    <a:pt x="1" y="571"/>
                  </a:lnTo>
                  <a:cubicBezTo>
                    <a:pt x="441" y="736"/>
                    <a:pt x="810" y="790"/>
                    <a:pt x="1106" y="790"/>
                  </a:cubicBezTo>
                  <a:cubicBezTo>
                    <a:pt x="1669" y="790"/>
                    <a:pt x="1964" y="593"/>
                    <a:pt x="1964" y="593"/>
                  </a:cubicBezTo>
                  <a:lnTo>
                    <a:pt x="19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6"/>
            <p:cNvSpPr/>
            <p:nvPr/>
          </p:nvSpPr>
          <p:spPr>
            <a:xfrm>
              <a:off x="2893850" y="2908550"/>
              <a:ext cx="79000" cy="55300"/>
            </a:xfrm>
            <a:custGeom>
              <a:avLst/>
              <a:gdLst/>
              <a:ahLst/>
              <a:cxnLst/>
              <a:rect l="l" t="t" r="r" b="b"/>
              <a:pathLst>
                <a:path w="3160" h="2212" extrusionOk="0">
                  <a:moveTo>
                    <a:pt x="685" y="1"/>
                  </a:moveTo>
                  <a:lnTo>
                    <a:pt x="685" y="1"/>
                  </a:lnTo>
                  <a:cubicBezTo>
                    <a:pt x="685" y="1"/>
                    <a:pt x="0" y="1941"/>
                    <a:pt x="1575" y="2192"/>
                  </a:cubicBezTo>
                  <a:cubicBezTo>
                    <a:pt x="1669" y="2206"/>
                    <a:pt x="1757" y="2212"/>
                    <a:pt x="1839" y="2212"/>
                  </a:cubicBezTo>
                  <a:cubicBezTo>
                    <a:pt x="3160" y="2212"/>
                    <a:pt x="3059" y="594"/>
                    <a:pt x="3059" y="594"/>
                  </a:cubicBezTo>
                  <a:lnTo>
                    <a:pt x="6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6"/>
            <p:cNvSpPr/>
            <p:nvPr/>
          </p:nvSpPr>
          <p:spPr>
            <a:xfrm>
              <a:off x="2970300" y="2926250"/>
              <a:ext cx="69075" cy="53600"/>
            </a:xfrm>
            <a:custGeom>
              <a:avLst/>
              <a:gdLst/>
              <a:ahLst/>
              <a:cxnLst/>
              <a:rect l="l" t="t" r="r" b="b"/>
              <a:pathLst>
                <a:path w="2763" h="2144" extrusionOk="0">
                  <a:moveTo>
                    <a:pt x="366" y="0"/>
                  </a:moveTo>
                  <a:cubicBezTo>
                    <a:pt x="366" y="1"/>
                    <a:pt x="1" y="1872"/>
                    <a:pt x="1439" y="2123"/>
                  </a:cubicBezTo>
                  <a:cubicBezTo>
                    <a:pt x="1507" y="2137"/>
                    <a:pt x="1573" y="2143"/>
                    <a:pt x="1635" y="2143"/>
                  </a:cubicBezTo>
                  <a:cubicBezTo>
                    <a:pt x="2601" y="2143"/>
                    <a:pt x="2762" y="571"/>
                    <a:pt x="2762" y="571"/>
                  </a:cubicBezTo>
                  <a:lnTo>
                    <a:pt x="3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6"/>
            <p:cNvSpPr/>
            <p:nvPr/>
          </p:nvSpPr>
          <p:spPr>
            <a:xfrm>
              <a:off x="2961750" y="2920550"/>
              <a:ext cx="26275" cy="12575"/>
            </a:xfrm>
            <a:custGeom>
              <a:avLst/>
              <a:gdLst/>
              <a:ahLst/>
              <a:cxnLst/>
              <a:rect l="l" t="t" r="r" b="b"/>
              <a:pathLst>
                <a:path w="1051" h="503" extrusionOk="0">
                  <a:moveTo>
                    <a:pt x="0" y="0"/>
                  </a:moveTo>
                  <a:lnTo>
                    <a:pt x="160" y="320"/>
                  </a:lnTo>
                  <a:lnTo>
                    <a:pt x="845" y="502"/>
                  </a:lnTo>
                  <a:lnTo>
                    <a:pt x="1050" y="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6"/>
            <p:cNvSpPr/>
            <p:nvPr/>
          </p:nvSpPr>
          <p:spPr>
            <a:xfrm>
              <a:off x="2961750" y="2958775"/>
              <a:ext cx="20550" cy="31400"/>
            </a:xfrm>
            <a:custGeom>
              <a:avLst/>
              <a:gdLst/>
              <a:ahLst/>
              <a:cxnLst/>
              <a:rect l="l" t="t" r="r" b="b"/>
              <a:pathLst>
                <a:path w="822" h="1256" extrusionOk="0">
                  <a:moveTo>
                    <a:pt x="457" y="0"/>
                  </a:moveTo>
                  <a:cubicBezTo>
                    <a:pt x="365" y="0"/>
                    <a:pt x="343" y="69"/>
                    <a:pt x="365" y="137"/>
                  </a:cubicBezTo>
                  <a:cubicBezTo>
                    <a:pt x="457" y="457"/>
                    <a:pt x="571" y="822"/>
                    <a:pt x="571" y="936"/>
                  </a:cubicBezTo>
                  <a:cubicBezTo>
                    <a:pt x="502" y="959"/>
                    <a:pt x="297" y="982"/>
                    <a:pt x="114" y="982"/>
                  </a:cubicBezTo>
                  <a:cubicBezTo>
                    <a:pt x="46" y="982"/>
                    <a:pt x="0" y="1050"/>
                    <a:pt x="23" y="1096"/>
                  </a:cubicBezTo>
                  <a:cubicBezTo>
                    <a:pt x="46" y="1165"/>
                    <a:pt x="69" y="1187"/>
                    <a:pt x="137" y="1210"/>
                  </a:cubicBezTo>
                  <a:cubicBezTo>
                    <a:pt x="160" y="1210"/>
                    <a:pt x="160" y="1210"/>
                    <a:pt x="183" y="1256"/>
                  </a:cubicBezTo>
                  <a:cubicBezTo>
                    <a:pt x="799" y="1256"/>
                    <a:pt x="822" y="1096"/>
                    <a:pt x="822" y="1050"/>
                  </a:cubicBezTo>
                  <a:cubicBezTo>
                    <a:pt x="822" y="913"/>
                    <a:pt x="685" y="389"/>
                    <a:pt x="594" y="115"/>
                  </a:cubicBezTo>
                  <a:cubicBezTo>
                    <a:pt x="594" y="46"/>
                    <a:pt x="502" y="0"/>
                    <a:pt x="457" y="0"/>
                  </a:cubicBezTo>
                  <a:close/>
                </a:path>
              </a:pathLst>
            </a:custGeom>
            <a:solidFill>
              <a:srgbClr val="DD7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6"/>
            <p:cNvSpPr/>
            <p:nvPr/>
          </p:nvSpPr>
          <p:spPr>
            <a:xfrm>
              <a:off x="2933775" y="3002900"/>
              <a:ext cx="28000" cy="30075"/>
            </a:xfrm>
            <a:custGeom>
              <a:avLst/>
              <a:gdLst/>
              <a:ahLst/>
              <a:cxnLst/>
              <a:rect l="l" t="t" r="r" b="b"/>
              <a:pathLst>
                <a:path w="1120" h="1203" extrusionOk="0">
                  <a:moveTo>
                    <a:pt x="119" y="1"/>
                  </a:moveTo>
                  <a:cubicBezTo>
                    <a:pt x="107" y="1"/>
                    <a:pt x="98" y="6"/>
                    <a:pt x="92" y="16"/>
                  </a:cubicBezTo>
                  <a:cubicBezTo>
                    <a:pt x="1" y="130"/>
                    <a:pt x="275" y="860"/>
                    <a:pt x="480" y="1020"/>
                  </a:cubicBezTo>
                  <a:cubicBezTo>
                    <a:pt x="617" y="1142"/>
                    <a:pt x="774" y="1203"/>
                    <a:pt x="891" y="1203"/>
                  </a:cubicBezTo>
                  <a:cubicBezTo>
                    <a:pt x="949" y="1203"/>
                    <a:pt x="997" y="1188"/>
                    <a:pt x="1028" y="1157"/>
                  </a:cubicBezTo>
                  <a:cubicBezTo>
                    <a:pt x="1119" y="1043"/>
                    <a:pt x="1005" y="815"/>
                    <a:pt x="800" y="655"/>
                  </a:cubicBezTo>
                  <a:cubicBezTo>
                    <a:pt x="613" y="489"/>
                    <a:pt x="236" y="1"/>
                    <a:pt x="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6"/>
            <p:cNvSpPr/>
            <p:nvPr/>
          </p:nvSpPr>
          <p:spPr>
            <a:xfrm>
              <a:off x="2933775" y="2995875"/>
              <a:ext cx="43975" cy="16200"/>
            </a:xfrm>
            <a:custGeom>
              <a:avLst/>
              <a:gdLst/>
              <a:ahLst/>
              <a:cxnLst/>
              <a:rect l="l" t="t" r="r" b="b"/>
              <a:pathLst>
                <a:path w="1759" h="648" extrusionOk="0">
                  <a:moveTo>
                    <a:pt x="1" y="0"/>
                  </a:moveTo>
                  <a:cubicBezTo>
                    <a:pt x="1" y="0"/>
                    <a:pt x="931" y="647"/>
                    <a:pt x="1478" y="647"/>
                  </a:cubicBezTo>
                  <a:cubicBezTo>
                    <a:pt x="1512" y="647"/>
                    <a:pt x="1545" y="645"/>
                    <a:pt x="1576" y="639"/>
                  </a:cubicBezTo>
                  <a:cubicBezTo>
                    <a:pt x="1758" y="616"/>
                    <a:pt x="1690" y="388"/>
                    <a:pt x="1233" y="388"/>
                  </a:cubicBezTo>
                  <a:cubicBezTo>
                    <a:pt x="1028" y="388"/>
                    <a:pt x="845" y="137"/>
                    <a:pt x="777" y="114"/>
                  </a:cubicBezTo>
                  <a:cubicBezTo>
                    <a:pt x="594" y="4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6"/>
            <p:cNvSpPr/>
            <p:nvPr/>
          </p:nvSpPr>
          <p:spPr>
            <a:xfrm>
              <a:off x="2932075" y="2994150"/>
              <a:ext cx="38250" cy="33125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46" y="1005"/>
                    <a:pt x="1073" y="1324"/>
                  </a:cubicBezTo>
                  <a:lnTo>
                    <a:pt x="1530" y="708"/>
                  </a:lnTo>
                  <a:cubicBezTo>
                    <a:pt x="754" y="412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6"/>
            <p:cNvSpPr/>
            <p:nvPr/>
          </p:nvSpPr>
          <p:spPr>
            <a:xfrm>
              <a:off x="2934925" y="2998725"/>
              <a:ext cx="32550" cy="18275"/>
            </a:xfrm>
            <a:custGeom>
              <a:avLst/>
              <a:gdLst/>
              <a:ahLst/>
              <a:cxnLst/>
              <a:rect l="l" t="t" r="r" b="b"/>
              <a:pathLst>
                <a:path w="1302" h="731" extrusionOk="0">
                  <a:moveTo>
                    <a:pt x="0" y="0"/>
                  </a:moveTo>
                  <a:cubicBezTo>
                    <a:pt x="0" y="0"/>
                    <a:pt x="46" y="137"/>
                    <a:pt x="115" y="388"/>
                  </a:cubicBezTo>
                  <a:lnTo>
                    <a:pt x="1187" y="731"/>
                  </a:lnTo>
                  <a:lnTo>
                    <a:pt x="1301" y="594"/>
                  </a:lnTo>
                  <a:cubicBezTo>
                    <a:pt x="640" y="343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6"/>
            <p:cNvSpPr/>
            <p:nvPr/>
          </p:nvSpPr>
          <p:spPr>
            <a:xfrm>
              <a:off x="2979425" y="2933100"/>
              <a:ext cx="56525" cy="42100"/>
            </a:xfrm>
            <a:custGeom>
              <a:avLst/>
              <a:gdLst/>
              <a:ahLst/>
              <a:cxnLst/>
              <a:rect l="l" t="t" r="r" b="b"/>
              <a:pathLst>
                <a:path w="2261" h="1684" extrusionOk="0">
                  <a:moveTo>
                    <a:pt x="320" y="0"/>
                  </a:moveTo>
                  <a:cubicBezTo>
                    <a:pt x="320" y="0"/>
                    <a:pt x="1" y="1484"/>
                    <a:pt x="1188" y="1667"/>
                  </a:cubicBezTo>
                  <a:cubicBezTo>
                    <a:pt x="1244" y="1678"/>
                    <a:pt x="1297" y="1683"/>
                    <a:pt x="1348" y="1683"/>
                  </a:cubicBezTo>
                  <a:cubicBezTo>
                    <a:pt x="2120" y="1683"/>
                    <a:pt x="2260" y="457"/>
                    <a:pt x="2260" y="457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6"/>
            <p:cNvSpPr/>
            <p:nvPr/>
          </p:nvSpPr>
          <p:spPr>
            <a:xfrm>
              <a:off x="2904675" y="2915975"/>
              <a:ext cx="61475" cy="43150"/>
            </a:xfrm>
            <a:custGeom>
              <a:avLst/>
              <a:gdLst/>
              <a:ahLst/>
              <a:cxnLst/>
              <a:rect l="l" t="t" r="r" b="b"/>
              <a:pathLst>
                <a:path w="2459" h="1726" extrusionOk="0">
                  <a:moveTo>
                    <a:pt x="526" y="1"/>
                  </a:moveTo>
                  <a:cubicBezTo>
                    <a:pt x="526" y="1"/>
                    <a:pt x="1" y="1507"/>
                    <a:pt x="1210" y="1712"/>
                  </a:cubicBezTo>
                  <a:cubicBezTo>
                    <a:pt x="1277" y="1721"/>
                    <a:pt x="1341" y="1725"/>
                    <a:pt x="1401" y="1725"/>
                  </a:cubicBezTo>
                  <a:cubicBezTo>
                    <a:pt x="2459" y="1725"/>
                    <a:pt x="2397" y="457"/>
                    <a:pt x="2397" y="457"/>
                  </a:cubicBezTo>
                  <a:lnTo>
                    <a:pt x="526" y="1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6"/>
            <p:cNvSpPr/>
            <p:nvPr/>
          </p:nvSpPr>
          <p:spPr>
            <a:xfrm>
              <a:off x="3002825" y="2938800"/>
              <a:ext cx="20575" cy="20625"/>
            </a:xfrm>
            <a:custGeom>
              <a:avLst/>
              <a:gdLst/>
              <a:ahLst/>
              <a:cxnLst/>
              <a:rect l="l" t="t" r="r" b="b"/>
              <a:pathLst>
                <a:path w="823" h="825" extrusionOk="0">
                  <a:moveTo>
                    <a:pt x="206" y="1"/>
                  </a:moveTo>
                  <a:cubicBezTo>
                    <a:pt x="138" y="69"/>
                    <a:pt x="92" y="160"/>
                    <a:pt x="69" y="274"/>
                  </a:cubicBezTo>
                  <a:cubicBezTo>
                    <a:pt x="1" y="526"/>
                    <a:pt x="138" y="754"/>
                    <a:pt x="343" y="822"/>
                  </a:cubicBezTo>
                  <a:cubicBezTo>
                    <a:pt x="356" y="824"/>
                    <a:pt x="369" y="824"/>
                    <a:pt x="382" y="824"/>
                  </a:cubicBezTo>
                  <a:cubicBezTo>
                    <a:pt x="574" y="824"/>
                    <a:pt x="757" y="668"/>
                    <a:pt x="799" y="411"/>
                  </a:cubicBezTo>
                  <a:cubicBezTo>
                    <a:pt x="822" y="297"/>
                    <a:pt x="799" y="229"/>
                    <a:pt x="777" y="138"/>
                  </a:cubicBezTo>
                  <a:lnTo>
                    <a:pt x="2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6"/>
            <p:cNvSpPr/>
            <p:nvPr/>
          </p:nvSpPr>
          <p:spPr>
            <a:xfrm>
              <a:off x="2937200" y="2922825"/>
              <a:ext cx="20575" cy="20750"/>
            </a:xfrm>
            <a:custGeom>
              <a:avLst/>
              <a:gdLst/>
              <a:ahLst/>
              <a:cxnLst/>
              <a:rect l="l" t="t" r="r" b="b"/>
              <a:pathLst>
                <a:path w="823" h="830" extrusionOk="0">
                  <a:moveTo>
                    <a:pt x="206" y="0"/>
                  </a:moveTo>
                  <a:cubicBezTo>
                    <a:pt x="138" y="92"/>
                    <a:pt x="92" y="183"/>
                    <a:pt x="69" y="297"/>
                  </a:cubicBezTo>
                  <a:cubicBezTo>
                    <a:pt x="1" y="548"/>
                    <a:pt x="138" y="777"/>
                    <a:pt x="343" y="822"/>
                  </a:cubicBezTo>
                  <a:cubicBezTo>
                    <a:pt x="364" y="827"/>
                    <a:pt x="386" y="829"/>
                    <a:pt x="407" y="829"/>
                  </a:cubicBezTo>
                  <a:cubicBezTo>
                    <a:pt x="589" y="829"/>
                    <a:pt x="759" y="659"/>
                    <a:pt x="800" y="434"/>
                  </a:cubicBezTo>
                  <a:cubicBezTo>
                    <a:pt x="822" y="320"/>
                    <a:pt x="800" y="229"/>
                    <a:pt x="777" y="137"/>
                  </a:cubicBezTo>
                  <a:lnTo>
                    <a:pt x="2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6"/>
            <p:cNvSpPr/>
            <p:nvPr/>
          </p:nvSpPr>
          <p:spPr>
            <a:xfrm>
              <a:off x="3016525" y="3179025"/>
              <a:ext cx="37675" cy="52100"/>
            </a:xfrm>
            <a:custGeom>
              <a:avLst/>
              <a:gdLst/>
              <a:ahLst/>
              <a:cxnLst/>
              <a:rect l="l" t="t" r="r" b="b"/>
              <a:pathLst>
                <a:path w="1507" h="2084" extrusionOk="0">
                  <a:moveTo>
                    <a:pt x="1142" y="1"/>
                  </a:moveTo>
                  <a:cubicBezTo>
                    <a:pt x="617" y="458"/>
                    <a:pt x="0" y="2032"/>
                    <a:pt x="160" y="2078"/>
                  </a:cubicBezTo>
                  <a:cubicBezTo>
                    <a:pt x="173" y="2082"/>
                    <a:pt x="185" y="2083"/>
                    <a:pt x="198" y="2083"/>
                  </a:cubicBezTo>
                  <a:cubicBezTo>
                    <a:pt x="580" y="2083"/>
                    <a:pt x="1065" y="450"/>
                    <a:pt x="1507" y="229"/>
                  </a:cubicBezTo>
                  <a:lnTo>
                    <a:pt x="1142" y="1"/>
                  </a:ln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46"/>
            <p:cNvSpPr/>
            <p:nvPr/>
          </p:nvSpPr>
          <p:spPr>
            <a:xfrm>
              <a:off x="3033675" y="3162375"/>
              <a:ext cx="46775" cy="45225"/>
            </a:xfrm>
            <a:custGeom>
              <a:avLst/>
              <a:gdLst/>
              <a:ahLst/>
              <a:cxnLst/>
              <a:rect l="l" t="t" r="r" b="b"/>
              <a:pathLst>
                <a:path w="1871" h="1809" extrusionOk="0">
                  <a:moveTo>
                    <a:pt x="1290" y="1"/>
                  </a:moveTo>
                  <a:cubicBezTo>
                    <a:pt x="726" y="1"/>
                    <a:pt x="1" y="1291"/>
                    <a:pt x="45" y="1512"/>
                  </a:cubicBezTo>
                  <a:cubicBezTo>
                    <a:pt x="108" y="1736"/>
                    <a:pt x="364" y="1809"/>
                    <a:pt x="660" y="1809"/>
                  </a:cubicBezTo>
                  <a:cubicBezTo>
                    <a:pt x="1116" y="1809"/>
                    <a:pt x="1665" y="1635"/>
                    <a:pt x="1734" y="1580"/>
                  </a:cubicBezTo>
                  <a:cubicBezTo>
                    <a:pt x="1848" y="1466"/>
                    <a:pt x="1871" y="74"/>
                    <a:pt x="1346" y="5"/>
                  </a:cubicBezTo>
                  <a:cubicBezTo>
                    <a:pt x="1328" y="2"/>
                    <a:pt x="1309" y="1"/>
                    <a:pt x="1290" y="1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6"/>
            <p:cNvSpPr/>
            <p:nvPr/>
          </p:nvSpPr>
          <p:spPr>
            <a:xfrm>
              <a:off x="3034775" y="3188750"/>
              <a:ext cx="43975" cy="18125"/>
            </a:xfrm>
            <a:custGeom>
              <a:avLst/>
              <a:gdLst/>
              <a:ahLst/>
              <a:cxnLst/>
              <a:rect l="l" t="t" r="r" b="b"/>
              <a:pathLst>
                <a:path w="1759" h="725" extrusionOk="0">
                  <a:moveTo>
                    <a:pt x="686" y="0"/>
                  </a:moveTo>
                  <a:cubicBezTo>
                    <a:pt x="503" y="0"/>
                    <a:pt x="298" y="46"/>
                    <a:pt x="115" y="91"/>
                  </a:cubicBezTo>
                  <a:cubicBezTo>
                    <a:pt x="46" y="274"/>
                    <a:pt x="1" y="388"/>
                    <a:pt x="1" y="434"/>
                  </a:cubicBezTo>
                  <a:cubicBezTo>
                    <a:pt x="62" y="654"/>
                    <a:pt x="310" y="724"/>
                    <a:pt x="598" y="724"/>
                  </a:cubicBezTo>
                  <a:cubicBezTo>
                    <a:pt x="1058" y="724"/>
                    <a:pt x="1620" y="544"/>
                    <a:pt x="1690" y="502"/>
                  </a:cubicBezTo>
                  <a:cubicBezTo>
                    <a:pt x="1713" y="502"/>
                    <a:pt x="1713" y="434"/>
                    <a:pt x="1758" y="388"/>
                  </a:cubicBezTo>
                  <a:cubicBezTo>
                    <a:pt x="1576" y="183"/>
                    <a:pt x="1188" y="0"/>
                    <a:pt x="686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6"/>
            <p:cNvSpPr/>
            <p:nvPr/>
          </p:nvSpPr>
          <p:spPr>
            <a:xfrm>
              <a:off x="2998825" y="3140925"/>
              <a:ext cx="95900" cy="55825"/>
            </a:xfrm>
            <a:custGeom>
              <a:avLst/>
              <a:gdLst/>
              <a:ahLst/>
              <a:cxnLst/>
              <a:rect l="l" t="t" r="r" b="b"/>
              <a:pathLst>
                <a:path w="3836" h="2233" extrusionOk="0">
                  <a:moveTo>
                    <a:pt x="2579" y="1"/>
                  </a:moveTo>
                  <a:cubicBezTo>
                    <a:pt x="1758" y="1"/>
                    <a:pt x="666" y="533"/>
                    <a:pt x="1" y="1730"/>
                  </a:cubicBezTo>
                  <a:lnTo>
                    <a:pt x="412" y="2233"/>
                  </a:lnTo>
                  <a:cubicBezTo>
                    <a:pt x="708" y="1834"/>
                    <a:pt x="1605" y="1747"/>
                    <a:pt x="2332" y="1747"/>
                  </a:cubicBezTo>
                  <a:cubicBezTo>
                    <a:pt x="2895" y="1747"/>
                    <a:pt x="3356" y="1799"/>
                    <a:pt x="3356" y="1799"/>
                  </a:cubicBezTo>
                  <a:cubicBezTo>
                    <a:pt x="3356" y="1799"/>
                    <a:pt x="3835" y="361"/>
                    <a:pt x="3037" y="64"/>
                  </a:cubicBezTo>
                  <a:cubicBezTo>
                    <a:pt x="2899" y="22"/>
                    <a:pt x="2745" y="1"/>
                    <a:pt x="2579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6"/>
            <p:cNvSpPr/>
            <p:nvPr/>
          </p:nvSpPr>
          <p:spPr>
            <a:xfrm>
              <a:off x="3065025" y="3172100"/>
              <a:ext cx="43400" cy="44050"/>
            </a:xfrm>
            <a:custGeom>
              <a:avLst/>
              <a:gdLst/>
              <a:ahLst/>
              <a:cxnLst/>
              <a:rect l="l" t="t" r="r" b="b"/>
              <a:pathLst>
                <a:path w="1736" h="1762" extrusionOk="0">
                  <a:moveTo>
                    <a:pt x="401" y="1"/>
                  </a:moveTo>
                  <a:cubicBezTo>
                    <a:pt x="150" y="1"/>
                    <a:pt x="1" y="255"/>
                    <a:pt x="1" y="255"/>
                  </a:cubicBezTo>
                  <a:cubicBezTo>
                    <a:pt x="1119" y="871"/>
                    <a:pt x="1028" y="1762"/>
                    <a:pt x="1256" y="1762"/>
                  </a:cubicBezTo>
                  <a:cubicBezTo>
                    <a:pt x="1735" y="1739"/>
                    <a:pt x="936" y="187"/>
                    <a:pt x="594" y="50"/>
                  </a:cubicBezTo>
                  <a:cubicBezTo>
                    <a:pt x="524" y="15"/>
                    <a:pt x="460" y="1"/>
                    <a:pt x="401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6"/>
            <p:cNvSpPr/>
            <p:nvPr/>
          </p:nvSpPr>
          <p:spPr>
            <a:xfrm>
              <a:off x="3070725" y="3156725"/>
              <a:ext cx="43975" cy="45750"/>
            </a:xfrm>
            <a:custGeom>
              <a:avLst/>
              <a:gdLst/>
              <a:ahLst/>
              <a:cxnLst/>
              <a:rect l="l" t="t" r="r" b="b"/>
              <a:pathLst>
                <a:path w="1759" h="1830" extrusionOk="0">
                  <a:moveTo>
                    <a:pt x="335" y="0"/>
                  </a:moveTo>
                  <a:cubicBezTo>
                    <a:pt x="87" y="0"/>
                    <a:pt x="1" y="345"/>
                    <a:pt x="1" y="345"/>
                  </a:cubicBezTo>
                  <a:cubicBezTo>
                    <a:pt x="1106" y="931"/>
                    <a:pt x="1052" y="1829"/>
                    <a:pt x="1271" y="1829"/>
                  </a:cubicBezTo>
                  <a:cubicBezTo>
                    <a:pt x="1273" y="1829"/>
                    <a:pt x="1276" y="1829"/>
                    <a:pt x="1279" y="1829"/>
                  </a:cubicBezTo>
                  <a:cubicBezTo>
                    <a:pt x="1758" y="1783"/>
                    <a:pt x="800" y="208"/>
                    <a:pt x="457" y="26"/>
                  </a:cubicBezTo>
                  <a:cubicBezTo>
                    <a:pt x="413" y="8"/>
                    <a:pt x="372" y="0"/>
                    <a:pt x="335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6"/>
            <p:cNvSpPr/>
            <p:nvPr/>
          </p:nvSpPr>
          <p:spPr>
            <a:xfrm>
              <a:off x="3030800" y="3193300"/>
              <a:ext cx="18075" cy="59400"/>
            </a:xfrm>
            <a:custGeom>
              <a:avLst/>
              <a:gdLst/>
              <a:ahLst/>
              <a:cxnLst/>
              <a:rect l="l" t="t" r="r" b="b"/>
              <a:pathLst>
                <a:path w="723" h="2376" extrusionOk="0">
                  <a:moveTo>
                    <a:pt x="251" y="1"/>
                  </a:moveTo>
                  <a:cubicBezTo>
                    <a:pt x="0" y="571"/>
                    <a:pt x="137" y="2329"/>
                    <a:pt x="342" y="2374"/>
                  </a:cubicBezTo>
                  <a:cubicBezTo>
                    <a:pt x="347" y="2375"/>
                    <a:pt x="351" y="2375"/>
                    <a:pt x="356" y="2375"/>
                  </a:cubicBezTo>
                  <a:cubicBezTo>
                    <a:pt x="723" y="2375"/>
                    <a:pt x="392" y="499"/>
                    <a:pt x="708" y="206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6"/>
            <p:cNvSpPr/>
            <p:nvPr/>
          </p:nvSpPr>
          <p:spPr>
            <a:xfrm>
              <a:off x="3045050" y="3198450"/>
              <a:ext cx="23425" cy="58225"/>
            </a:xfrm>
            <a:custGeom>
              <a:avLst/>
              <a:gdLst/>
              <a:ahLst/>
              <a:cxnLst/>
              <a:rect l="l" t="t" r="r" b="b"/>
              <a:pathLst>
                <a:path w="937" h="2329" extrusionOk="0">
                  <a:moveTo>
                    <a:pt x="229" y="0"/>
                  </a:moveTo>
                  <a:cubicBezTo>
                    <a:pt x="1" y="594"/>
                    <a:pt x="320" y="2328"/>
                    <a:pt x="503" y="2328"/>
                  </a:cubicBezTo>
                  <a:cubicBezTo>
                    <a:pt x="937" y="2328"/>
                    <a:pt x="366" y="479"/>
                    <a:pt x="663" y="137"/>
                  </a:cubicBezTo>
                  <a:lnTo>
                    <a:pt x="229" y="0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6"/>
            <p:cNvSpPr/>
            <p:nvPr/>
          </p:nvSpPr>
          <p:spPr>
            <a:xfrm>
              <a:off x="3059900" y="3196725"/>
              <a:ext cx="24550" cy="58800"/>
            </a:xfrm>
            <a:custGeom>
              <a:avLst/>
              <a:gdLst/>
              <a:ahLst/>
              <a:cxnLst/>
              <a:rect l="l" t="t" r="r" b="b"/>
              <a:pathLst>
                <a:path w="982" h="2352" extrusionOk="0">
                  <a:moveTo>
                    <a:pt x="206" y="1"/>
                  </a:moveTo>
                  <a:lnTo>
                    <a:pt x="206" y="1"/>
                  </a:lnTo>
                  <a:cubicBezTo>
                    <a:pt x="0" y="708"/>
                    <a:pt x="411" y="2352"/>
                    <a:pt x="594" y="2352"/>
                  </a:cubicBezTo>
                  <a:cubicBezTo>
                    <a:pt x="982" y="2352"/>
                    <a:pt x="365" y="548"/>
                    <a:pt x="708" y="115"/>
                  </a:cubicBezTo>
                  <a:lnTo>
                    <a:pt x="206" y="1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2" name="Google Shape;2142;p46"/>
          <p:cNvSpPr/>
          <p:nvPr/>
        </p:nvSpPr>
        <p:spPr>
          <a:xfrm>
            <a:off x="1938557" y="2932555"/>
            <a:ext cx="592205" cy="552218"/>
          </a:xfrm>
          <a:custGeom>
            <a:avLst/>
            <a:gdLst/>
            <a:ahLst/>
            <a:cxnLst/>
            <a:rect l="l" t="t" r="r" b="b"/>
            <a:pathLst>
              <a:path w="16824" h="15688" extrusionOk="0">
                <a:moveTo>
                  <a:pt x="6763" y="0"/>
                </a:moveTo>
                <a:cubicBezTo>
                  <a:pt x="4895" y="0"/>
                  <a:pt x="3126" y="295"/>
                  <a:pt x="2238" y="1148"/>
                </a:cubicBezTo>
                <a:cubicBezTo>
                  <a:pt x="1" y="3316"/>
                  <a:pt x="1530" y="10529"/>
                  <a:pt x="2900" y="15573"/>
                </a:cubicBezTo>
                <a:lnTo>
                  <a:pt x="16823" y="15687"/>
                </a:lnTo>
                <a:cubicBezTo>
                  <a:pt x="16823" y="15664"/>
                  <a:pt x="15613" y="3339"/>
                  <a:pt x="13239" y="1148"/>
                </a:cubicBezTo>
                <a:cubicBezTo>
                  <a:pt x="12768" y="704"/>
                  <a:pt x="9648" y="0"/>
                  <a:pt x="67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3" name="Google Shape;2143;p46"/>
          <p:cNvSpPr/>
          <p:nvPr/>
        </p:nvSpPr>
        <p:spPr>
          <a:xfrm>
            <a:off x="1141558" y="2932555"/>
            <a:ext cx="601005" cy="552218"/>
          </a:xfrm>
          <a:custGeom>
            <a:avLst/>
            <a:gdLst/>
            <a:ahLst/>
            <a:cxnLst/>
            <a:rect l="l" t="t" r="r" b="b"/>
            <a:pathLst>
              <a:path w="17074" h="15688" extrusionOk="0">
                <a:moveTo>
                  <a:pt x="6859" y="0"/>
                </a:moveTo>
                <a:cubicBezTo>
                  <a:pt x="4969" y="0"/>
                  <a:pt x="3180" y="295"/>
                  <a:pt x="2283" y="1148"/>
                </a:cubicBezTo>
                <a:cubicBezTo>
                  <a:pt x="0" y="3316"/>
                  <a:pt x="1552" y="10529"/>
                  <a:pt x="2967" y="15573"/>
                </a:cubicBezTo>
                <a:lnTo>
                  <a:pt x="17073" y="15687"/>
                </a:lnTo>
                <a:cubicBezTo>
                  <a:pt x="17051" y="15664"/>
                  <a:pt x="15841" y="3339"/>
                  <a:pt x="13421" y="1148"/>
                </a:cubicBezTo>
                <a:cubicBezTo>
                  <a:pt x="12936" y="704"/>
                  <a:pt x="9777" y="0"/>
                  <a:pt x="68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4" name="Google Shape;2144;p46"/>
          <p:cNvGrpSpPr/>
          <p:nvPr/>
        </p:nvGrpSpPr>
        <p:grpSpPr>
          <a:xfrm>
            <a:off x="2027754" y="2486008"/>
            <a:ext cx="1008374" cy="962614"/>
            <a:chOff x="2567578" y="2486008"/>
            <a:chExt cx="1008374" cy="962614"/>
          </a:xfrm>
        </p:grpSpPr>
        <p:sp>
          <p:nvSpPr>
            <p:cNvPr id="2145" name="Google Shape;2145;p46"/>
            <p:cNvSpPr/>
            <p:nvPr/>
          </p:nvSpPr>
          <p:spPr>
            <a:xfrm>
              <a:off x="2884131" y="2486008"/>
              <a:ext cx="361574" cy="288499"/>
            </a:xfrm>
            <a:custGeom>
              <a:avLst/>
              <a:gdLst/>
              <a:ahLst/>
              <a:cxnLst/>
              <a:rect l="l" t="t" r="r" b="b"/>
              <a:pathLst>
                <a:path w="10272" h="8196" extrusionOk="0">
                  <a:moveTo>
                    <a:pt x="5957" y="0"/>
                  </a:moveTo>
                  <a:cubicBezTo>
                    <a:pt x="5106" y="0"/>
                    <a:pt x="3675" y="1006"/>
                    <a:pt x="3675" y="1006"/>
                  </a:cubicBezTo>
                  <a:cubicBezTo>
                    <a:pt x="3675" y="1006"/>
                    <a:pt x="3326" y="912"/>
                    <a:pt x="2950" y="912"/>
                  </a:cubicBezTo>
                  <a:cubicBezTo>
                    <a:pt x="2711" y="912"/>
                    <a:pt x="2461" y="950"/>
                    <a:pt x="2283" y="1074"/>
                  </a:cubicBezTo>
                  <a:cubicBezTo>
                    <a:pt x="1781" y="1348"/>
                    <a:pt x="1895" y="1987"/>
                    <a:pt x="1895" y="1987"/>
                  </a:cubicBezTo>
                  <a:cubicBezTo>
                    <a:pt x="1895" y="1987"/>
                    <a:pt x="914" y="2010"/>
                    <a:pt x="457" y="2626"/>
                  </a:cubicBezTo>
                  <a:cubicBezTo>
                    <a:pt x="1" y="3265"/>
                    <a:pt x="982" y="4315"/>
                    <a:pt x="982" y="4315"/>
                  </a:cubicBezTo>
                  <a:cubicBezTo>
                    <a:pt x="160" y="4955"/>
                    <a:pt x="23" y="6666"/>
                    <a:pt x="1804" y="8196"/>
                  </a:cubicBezTo>
                  <a:cubicBezTo>
                    <a:pt x="1804" y="8196"/>
                    <a:pt x="9199" y="5685"/>
                    <a:pt x="9610" y="5046"/>
                  </a:cubicBezTo>
                  <a:cubicBezTo>
                    <a:pt x="9975" y="4407"/>
                    <a:pt x="9290" y="3334"/>
                    <a:pt x="9290" y="3334"/>
                  </a:cubicBezTo>
                  <a:cubicBezTo>
                    <a:pt x="9930" y="2535"/>
                    <a:pt x="10272" y="1987"/>
                    <a:pt x="9701" y="1325"/>
                  </a:cubicBezTo>
                  <a:cubicBezTo>
                    <a:pt x="9533" y="1124"/>
                    <a:pt x="9350" y="1053"/>
                    <a:pt x="9174" y="1053"/>
                  </a:cubicBezTo>
                  <a:cubicBezTo>
                    <a:pt x="8753" y="1053"/>
                    <a:pt x="8377" y="1462"/>
                    <a:pt x="8377" y="1462"/>
                  </a:cubicBezTo>
                  <a:cubicBezTo>
                    <a:pt x="8377" y="1462"/>
                    <a:pt x="8286" y="914"/>
                    <a:pt x="7898" y="823"/>
                  </a:cubicBezTo>
                  <a:cubicBezTo>
                    <a:pt x="7822" y="799"/>
                    <a:pt x="7744" y="789"/>
                    <a:pt x="7669" y="789"/>
                  </a:cubicBezTo>
                  <a:cubicBezTo>
                    <a:pt x="7318" y="789"/>
                    <a:pt x="7008" y="1006"/>
                    <a:pt x="7008" y="1006"/>
                  </a:cubicBezTo>
                  <a:cubicBezTo>
                    <a:pt x="7008" y="1006"/>
                    <a:pt x="6985" y="207"/>
                    <a:pt x="6163" y="24"/>
                  </a:cubicBezTo>
                  <a:cubicBezTo>
                    <a:pt x="6100" y="8"/>
                    <a:pt x="6030" y="0"/>
                    <a:pt x="59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6"/>
            <p:cNvSpPr/>
            <p:nvPr/>
          </p:nvSpPr>
          <p:spPr>
            <a:xfrm>
              <a:off x="2884131" y="2486008"/>
              <a:ext cx="361574" cy="288499"/>
            </a:xfrm>
            <a:custGeom>
              <a:avLst/>
              <a:gdLst/>
              <a:ahLst/>
              <a:cxnLst/>
              <a:rect l="l" t="t" r="r" b="b"/>
              <a:pathLst>
                <a:path w="10272" h="8196" extrusionOk="0">
                  <a:moveTo>
                    <a:pt x="5957" y="0"/>
                  </a:moveTo>
                  <a:cubicBezTo>
                    <a:pt x="5106" y="0"/>
                    <a:pt x="3675" y="1006"/>
                    <a:pt x="3675" y="1006"/>
                  </a:cubicBezTo>
                  <a:cubicBezTo>
                    <a:pt x="3675" y="1006"/>
                    <a:pt x="3326" y="912"/>
                    <a:pt x="2950" y="912"/>
                  </a:cubicBezTo>
                  <a:cubicBezTo>
                    <a:pt x="2711" y="912"/>
                    <a:pt x="2461" y="950"/>
                    <a:pt x="2283" y="1074"/>
                  </a:cubicBezTo>
                  <a:cubicBezTo>
                    <a:pt x="1781" y="1348"/>
                    <a:pt x="1895" y="1987"/>
                    <a:pt x="1895" y="1987"/>
                  </a:cubicBezTo>
                  <a:cubicBezTo>
                    <a:pt x="1895" y="1987"/>
                    <a:pt x="914" y="2010"/>
                    <a:pt x="457" y="2626"/>
                  </a:cubicBezTo>
                  <a:cubicBezTo>
                    <a:pt x="1" y="3265"/>
                    <a:pt x="982" y="4315"/>
                    <a:pt x="982" y="4315"/>
                  </a:cubicBezTo>
                  <a:cubicBezTo>
                    <a:pt x="160" y="4955"/>
                    <a:pt x="23" y="6666"/>
                    <a:pt x="1804" y="8196"/>
                  </a:cubicBezTo>
                  <a:cubicBezTo>
                    <a:pt x="1804" y="8196"/>
                    <a:pt x="9199" y="5685"/>
                    <a:pt x="9610" y="5046"/>
                  </a:cubicBezTo>
                  <a:cubicBezTo>
                    <a:pt x="9975" y="4407"/>
                    <a:pt x="9290" y="3334"/>
                    <a:pt x="9290" y="3334"/>
                  </a:cubicBezTo>
                  <a:cubicBezTo>
                    <a:pt x="9930" y="2535"/>
                    <a:pt x="10272" y="1987"/>
                    <a:pt x="9701" y="1325"/>
                  </a:cubicBezTo>
                  <a:cubicBezTo>
                    <a:pt x="9533" y="1124"/>
                    <a:pt x="9350" y="1053"/>
                    <a:pt x="9174" y="1053"/>
                  </a:cubicBezTo>
                  <a:cubicBezTo>
                    <a:pt x="8753" y="1053"/>
                    <a:pt x="8377" y="1462"/>
                    <a:pt x="8377" y="1462"/>
                  </a:cubicBezTo>
                  <a:cubicBezTo>
                    <a:pt x="8377" y="1462"/>
                    <a:pt x="8286" y="914"/>
                    <a:pt x="7898" y="823"/>
                  </a:cubicBezTo>
                  <a:cubicBezTo>
                    <a:pt x="7822" y="799"/>
                    <a:pt x="7744" y="789"/>
                    <a:pt x="7669" y="789"/>
                  </a:cubicBezTo>
                  <a:cubicBezTo>
                    <a:pt x="7318" y="789"/>
                    <a:pt x="7008" y="1006"/>
                    <a:pt x="7008" y="1006"/>
                  </a:cubicBezTo>
                  <a:cubicBezTo>
                    <a:pt x="7008" y="1006"/>
                    <a:pt x="6985" y="207"/>
                    <a:pt x="6163" y="24"/>
                  </a:cubicBezTo>
                  <a:cubicBezTo>
                    <a:pt x="6100" y="8"/>
                    <a:pt x="6030" y="0"/>
                    <a:pt x="5957" y="0"/>
                  </a:cubicBezTo>
                  <a:close/>
                </a:path>
              </a:pathLst>
            </a:custGeom>
            <a:solidFill>
              <a:srgbClr val="FFFFFF">
                <a:alpha val="4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6"/>
            <p:cNvSpPr/>
            <p:nvPr/>
          </p:nvSpPr>
          <p:spPr>
            <a:xfrm>
              <a:off x="3268973" y="2777710"/>
              <a:ext cx="265197" cy="547149"/>
            </a:xfrm>
            <a:custGeom>
              <a:avLst/>
              <a:gdLst/>
              <a:ahLst/>
              <a:cxnLst/>
              <a:rect l="l" t="t" r="r" b="b"/>
              <a:pathLst>
                <a:path w="7534" h="15544" extrusionOk="0">
                  <a:moveTo>
                    <a:pt x="1" y="0"/>
                  </a:moveTo>
                  <a:lnTo>
                    <a:pt x="115" y="14152"/>
                  </a:lnTo>
                  <a:lnTo>
                    <a:pt x="7533" y="15544"/>
                  </a:lnTo>
                  <a:cubicBezTo>
                    <a:pt x="7031" y="13193"/>
                    <a:pt x="4771" y="9427"/>
                    <a:pt x="4589" y="7327"/>
                  </a:cubicBezTo>
                  <a:cubicBezTo>
                    <a:pt x="3790" y="5204"/>
                    <a:pt x="1119" y="11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6"/>
            <p:cNvSpPr/>
            <p:nvPr/>
          </p:nvSpPr>
          <p:spPr>
            <a:xfrm>
              <a:off x="3268973" y="2858846"/>
              <a:ext cx="205744" cy="444330"/>
            </a:xfrm>
            <a:custGeom>
              <a:avLst/>
              <a:gdLst/>
              <a:ahLst/>
              <a:cxnLst/>
              <a:rect l="l" t="t" r="r" b="b"/>
              <a:pathLst>
                <a:path w="5845" h="12623" extrusionOk="0">
                  <a:moveTo>
                    <a:pt x="1" y="0"/>
                  </a:moveTo>
                  <a:lnTo>
                    <a:pt x="92" y="11824"/>
                  </a:lnTo>
                  <a:lnTo>
                    <a:pt x="4315" y="12623"/>
                  </a:lnTo>
                  <a:cubicBezTo>
                    <a:pt x="4041" y="12098"/>
                    <a:pt x="5844" y="11002"/>
                    <a:pt x="5228" y="10728"/>
                  </a:cubicBezTo>
                  <a:cubicBezTo>
                    <a:pt x="2900" y="9701"/>
                    <a:pt x="2215" y="6049"/>
                    <a:pt x="3014" y="5707"/>
                  </a:cubicBezTo>
                  <a:cubicBezTo>
                    <a:pt x="3078" y="5678"/>
                    <a:pt x="3148" y="5664"/>
                    <a:pt x="3222" y="5664"/>
                  </a:cubicBezTo>
                  <a:cubicBezTo>
                    <a:pt x="3801" y="5664"/>
                    <a:pt x="4644" y="6511"/>
                    <a:pt x="5433" y="7807"/>
                  </a:cubicBezTo>
                  <a:cubicBezTo>
                    <a:pt x="5000" y="6734"/>
                    <a:pt x="4657" y="5775"/>
                    <a:pt x="4589" y="4999"/>
                  </a:cubicBezTo>
                  <a:cubicBezTo>
                    <a:pt x="4543" y="4953"/>
                    <a:pt x="4520" y="4885"/>
                    <a:pt x="4497" y="4794"/>
                  </a:cubicBezTo>
                  <a:cubicBezTo>
                    <a:pt x="4429" y="4885"/>
                    <a:pt x="4383" y="4953"/>
                    <a:pt x="4292" y="4976"/>
                  </a:cubicBezTo>
                  <a:cubicBezTo>
                    <a:pt x="4196" y="5028"/>
                    <a:pt x="4089" y="5054"/>
                    <a:pt x="3972" y="5054"/>
                  </a:cubicBezTo>
                  <a:cubicBezTo>
                    <a:pt x="3121" y="5054"/>
                    <a:pt x="1781" y="3711"/>
                    <a:pt x="777" y="1804"/>
                  </a:cubicBezTo>
                  <a:cubicBezTo>
                    <a:pt x="457" y="1187"/>
                    <a:pt x="206" y="571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6"/>
            <p:cNvSpPr/>
            <p:nvPr/>
          </p:nvSpPr>
          <p:spPr>
            <a:xfrm>
              <a:off x="2681661" y="2705973"/>
              <a:ext cx="685379" cy="729766"/>
            </a:xfrm>
            <a:custGeom>
              <a:avLst/>
              <a:gdLst/>
              <a:ahLst/>
              <a:cxnLst/>
              <a:rect l="l" t="t" r="r" b="b"/>
              <a:pathLst>
                <a:path w="19471" h="20732" extrusionOk="0">
                  <a:moveTo>
                    <a:pt x="8119" y="0"/>
                  </a:moveTo>
                  <a:cubicBezTo>
                    <a:pt x="5417" y="0"/>
                    <a:pt x="2354" y="2017"/>
                    <a:pt x="1005" y="2791"/>
                  </a:cubicBezTo>
                  <a:lnTo>
                    <a:pt x="1" y="20732"/>
                  </a:lnTo>
                  <a:lnTo>
                    <a:pt x="19471" y="20732"/>
                  </a:lnTo>
                  <a:cubicBezTo>
                    <a:pt x="19466" y="20709"/>
                    <a:pt x="17621" y="2608"/>
                    <a:pt x="16960" y="2129"/>
                  </a:cubicBezTo>
                  <a:cubicBezTo>
                    <a:pt x="16298" y="1673"/>
                    <a:pt x="11117" y="166"/>
                    <a:pt x="8377" y="7"/>
                  </a:cubicBezTo>
                  <a:cubicBezTo>
                    <a:pt x="8292" y="2"/>
                    <a:pt x="8205" y="0"/>
                    <a:pt x="8119" y="0"/>
                  </a:cubicBezTo>
                  <a:close/>
                  <a:moveTo>
                    <a:pt x="19471" y="20732"/>
                  </a:moveTo>
                  <a:lnTo>
                    <a:pt x="19471" y="20732"/>
                  </a:lnTo>
                  <a:cubicBezTo>
                    <a:pt x="19471" y="20732"/>
                    <a:pt x="19471" y="20732"/>
                    <a:pt x="19471" y="20732"/>
                  </a:cubicBezTo>
                  <a:cubicBezTo>
                    <a:pt x="19471" y="20732"/>
                    <a:pt x="19471" y="20732"/>
                    <a:pt x="19471" y="207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46"/>
            <p:cNvSpPr/>
            <p:nvPr/>
          </p:nvSpPr>
          <p:spPr>
            <a:xfrm>
              <a:off x="2681661" y="2803547"/>
              <a:ext cx="685379" cy="632192"/>
            </a:xfrm>
            <a:custGeom>
              <a:avLst/>
              <a:gdLst/>
              <a:ahLst/>
              <a:cxnLst/>
              <a:rect l="l" t="t" r="r" b="b"/>
              <a:pathLst>
                <a:path w="19471" h="17960" extrusionOk="0">
                  <a:moveTo>
                    <a:pt x="1078" y="0"/>
                  </a:moveTo>
                  <a:cubicBezTo>
                    <a:pt x="1051" y="0"/>
                    <a:pt x="1026" y="6"/>
                    <a:pt x="1005" y="19"/>
                  </a:cubicBezTo>
                  <a:lnTo>
                    <a:pt x="1" y="17960"/>
                  </a:lnTo>
                  <a:lnTo>
                    <a:pt x="19471" y="17960"/>
                  </a:lnTo>
                  <a:cubicBezTo>
                    <a:pt x="19471" y="17960"/>
                    <a:pt x="18443" y="7803"/>
                    <a:pt x="17645" y="2484"/>
                  </a:cubicBezTo>
                  <a:lnTo>
                    <a:pt x="17645" y="2484"/>
                  </a:lnTo>
                  <a:cubicBezTo>
                    <a:pt x="18078" y="9880"/>
                    <a:pt x="17896" y="12368"/>
                    <a:pt x="13924" y="12368"/>
                  </a:cubicBezTo>
                  <a:cubicBezTo>
                    <a:pt x="9975" y="12368"/>
                    <a:pt x="4200" y="11706"/>
                    <a:pt x="4200" y="5611"/>
                  </a:cubicBezTo>
                  <a:cubicBezTo>
                    <a:pt x="4200" y="4074"/>
                    <a:pt x="1770" y="0"/>
                    <a:pt x="1078" y="0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46"/>
            <p:cNvSpPr/>
            <p:nvPr/>
          </p:nvSpPr>
          <p:spPr>
            <a:xfrm>
              <a:off x="3005466" y="3214753"/>
              <a:ext cx="28934" cy="32173"/>
            </a:xfrm>
            <a:custGeom>
              <a:avLst/>
              <a:gdLst/>
              <a:ahLst/>
              <a:cxnLst/>
              <a:rect l="l" t="t" r="r" b="b"/>
              <a:pathLst>
                <a:path w="822" h="914" extrusionOk="0">
                  <a:moveTo>
                    <a:pt x="343" y="1"/>
                  </a:moveTo>
                  <a:cubicBezTo>
                    <a:pt x="137" y="1"/>
                    <a:pt x="0" y="206"/>
                    <a:pt x="23" y="457"/>
                  </a:cubicBezTo>
                  <a:cubicBezTo>
                    <a:pt x="46" y="709"/>
                    <a:pt x="251" y="914"/>
                    <a:pt x="480" y="914"/>
                  </a:cubicBezTo>
                  <a:cubicBezTo>
                    <a:pt x="708" y="914"/>
                    <a:pt x="822" y="709"/>
                    <a:pt x="799" y="457"/>
                  </a:cubicBezTo>
                  <a:cubicBezTo>
                    <a:pt x="753" y="206"/>
                    <a:pt x="571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46"/>
            <p:cNvSpPr/>
            <p:nvPr/>
          </p:nvSpPr>
          <p:spPr>
            <a:xfrm>
              <a:off x="2872902" y="3091025"/>
              <a:ext cx="154282" cy="112534"/>
            </a:xfrm>
            <a:custGeom>
              <a:avLst/>
              <a:gdLst/>
              <a:ahLst/>
              <a:cxnLst/>
              <a:rect l="l" t="t" r="r" b="b"/>
              <a:pathLst>
                <a:path w="4383" h="3197" extrusionOk="0">
                  <a:moveTo>
                    <a:pt x="0" y="1"/>
                  </a:moveTo>
                  <a:cubicBezTo>
                    <a:pt x="0" y="1"/>
                    <a:pt x="502" y="1553"/>
                    <a:pt x="1552" y="2261"/>
                  </a:cubicBezTo>
                  <a:cubicBezTo>
                    <a:pt x="2625" y="2968"/>
                    <a:pt x="4382" y="3196"/>
                    <a:pt x="4382" y="3196"/>
                  </a:cubicBezTo>
                  <a:cubicBezTo>
                    <a:pt x="2556" y="2466"/>
                    <a:pt x="799" y="1233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46"/>
            <p:cNvSpPr/>
            <p:nvPr/>
          </p:nvSpPr>
          <p:spPr>
            <a:xfrm>
              <a:off x="2986986" y="3155301"/>
              <a:ext cx="29744" cy="32173"/>
            </a:xfrm>
            <a:custGeom>
              <a:avLst/>
              <a:gdLst/>
              <a:ahLst/>
              <a:cxnLst/>
              <a:rect l="l" t="t" r="r" b="b"/>
              <a:pathLst>
                <a:path w="845" h="914" extrusionOk="0">
                  <a:moveTo>
                    <a:pt x="343" y="1"/>
                  </a:moveTo>
                  <a:cubicBezTo>
                    <a:pt x="160" y="1"/>
                    <a:pt x="0" y="206"/>
                    <a:pt x="23" y="457"/>
                  </a:cubicBezTo>
                  <a:cubicBezTo>
                    <a:pt x="69" y="708"/>
                    <a:pt x="274" y="914"/>
                    <a:pt x="502" y="914"/>
                  </a:cubicBezTo>
                  <a:cubicBezTo>
                    <a:pt x="685" y="914"/>
                    <a:pt x="845" y="708"/>
                    <a:pt x="799" y="457"/>
                  </a:cubicBezTo>
                  <a:cubicBezTo>
                    <a:pt x="776" y="206"/>
                    <a:pt x="571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46"/>
            <p:cNvSpPr/>
            <p:nvPr/>
          </p:nvSpPr>
          <p:spPr>
            <a:xfrm>
              <a:off x="2967696" y="3095038"/>
              <a:ext cx="29744" cy="32173"/>
            </a:xfrm>
            <a:custGeom>
              <a:avLst/>
              <a:gdLst/>
              <a:ahLst/>
              <a:cxnLst/>
              <a:rect l="l" t="t" r="r" b="b"/>
              <a:pathLst>
                <a:path w="845" h="914" extrusionOk="0">
                  <a:moveTo>
                    <a:pt x="343" y="1"/>
                  </a:moveTo>
                  <a:cubicBezTo>
                    <a:pt x="160" y="1"/>
                    <a:pt x="0" y="206"/>
                    <a:pt x="46" y="457"/>
                  </a:cubicBezTo>
                  <a:cubicBezTo>
                    <a:pt x="69" y="709"/>
                    <a:pt x="274" y="914"/>
                    <a:pt x="503" y="914"/>
                  </a:cubicBezTo>
                  <a:cubicBezTo>
                    <a:pt x="708" y="914"/>
                    <a:pt x="845" y="709"/>
                    <a:pt x="822" y="457"/>
                  </a:cubicBezTo>
                  <a:cubicBezTo>
                    <a:pt x="776" y="206"/>
                    <a:pt x="571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46"/>
            <p:cNvSpPr/>
            <p:nvPr/>
          </p:nvSpPr>
          <p:spPr>
            <a:xfrm>
              <a:off x="3319590" y="3066139"/>
              <a:ext cx="32173" cy="258720"/>
            </a:xfrm>
            <a:custGeom>
              <a:avLst/>
              <a:gdLst/>
              <a:ahLst/>
              <a:cxnLst/>
              <a:rect l="l" t="t" r="r" b="b"/>
              <a:pathLst>
                <a:path w="914" h="7350" extrusionOk="0">
                  <a:moveTo>
                    <a:pt x="1" y="0"/>
                  </a:moveTo>
                  <a:cubicBezTo>
                    <a:pt x="1" y="1"/>
                    <a:pt x="252" y="2854"/>
                    <a:pt x="138" y="7350"/>
                  </a:cubicBezTo>
                  <a:lnTo>
                    <a:pt x="914" y="73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6"/>
            <p:cNvSpPr/>
            <p:nvPr/>
          </p:nvSpPr>
          <p:spPr>
            <a:xfrm>
              <a:off x="2695318" y="2705973"/>
              <a:ext cx="560666" cy="258192"/>
            </a:xfrm>
            <a:custGeom>
              <a:avLst/>
              <a:gdLst/>
              <a:ahLst/>
              <a:cxnLst/>
              <a:rect l="l" t="t" r="r" b="b"/>
              <a:pathLst>
                <a:path w="15928" h="7335" extrusionOk="0">
                  <a:moveTo>
                    <a:pt x="7728" y="0"/>
                  </a:moveTo>
                  <a:cubicBezTo>
                    <a:pt x="5027" y="0"/>
                    <a:pt x="1966" y="1995"/>
                    <a:pt x="617" y="2768"/>
                  </a:cubicBezTo>
                  <a:cubicBezTo>
                    <a:pt x="480" y="2860"/>
                    <a:pt x="252" y="3088"/>
                    <a:pt x="1" y="3453"/>
                  </a:cubicBezTo>
                  <a:cubicBezTo>
                    <a:pt x="936" y="5667"/>
                    <a:pt x="4497" y="7333"/>
                    <a:pt x="8469" y="7333"/>
                  </a:cubicBezTo>
                  <a:cubicBezTo>
                    <a:pt x="8517" y="7334"/>
                    <a:pt x="8564" y="7334"/>
                    <a:pt x="8612" y="7334"/>
                  </a:cubicBezTo>
                  <a:cubicBezTo>
                    <a:pt x="12874" y="7334"/>
                    <a:pt x="15928" y="5320"/>
                    <a:pt x="15476" y="2837"/>
                  </a:cubicBezTo>
                  <a:cubicBezTo>
                    <a:pt x="15408" y="2358"/>
                    <a:pt x="15202" y="1901"/>
                    <a:pt x="14883" y="1467"/>
                  </a:cubicBezTo>
                  <a:cubicBezTo>
                    <a:pt x="12943" y="874"/>
                    <a:pt x="9861" y="98"/>
                    <a:pt x="7989" y="7"/>
                  </a:cubicBezTo>
                  <a:cubicBezTo>
                    <a:pt x="7903" y="2"/>
                    <a:pt x="7816" y="0"/>
                    <a:pt x="7728" y="0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6"/>
            <p:cNvSpPr/>
            <p:nvPr/>
          </p:nvSpPr>
          <p:spPr>
            <a:xfrm>
              <a:off x="2905040" y="2710760"/>
              <a:ext cx="270794" cy="648666"/>
            </a:xfrm>
            <a:custGeom>
              <a:avLst/>
              <a:gdLst/>
              <a:ahLst/>
              <a:cxnLst/>
              <a:rect l="l" t="t" r="r" b="b"/>
              <a:pathLst>
                <a:path w="7693" h="18428" extrusionOk="0">
                  <a:moveTo>
                    <a:pt x="1890" y="0"/>
                  </a:moveTo>
                  <a:cubicBezTo>
                    <a:pt x="1171" y="0"/>
                    <a:pt x="532" y="94"/>
                    <a:pt x="0" y="304"/>
                  </a:cubicBezTo>
                  <a:lnTo>
                    <a:pt x="5181" y="18427"/>
                  </a:lnTo>
                  <a:lnTo>
                    <a:pt x="5752" y="18427"/>
                  </a:lnTo>
                  <a:lnTo>
                    <a:pt x="7692" y="1194"/>
                  </a:lnTo>
                  <a:cubicBezTo>
                    <a:pt x="5555" y="482"/>
                    <a:pt x="3517" y="0"/>
                    <a:pt x="1890" y="0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6"/>
            <p:cNvSpPr/>
            <p:nvPr/>
          </p:nvSpPr>
          <p:spPr>
            <a:xfrm>
              <a:off x="2909827" y="2721073"/>
              <a:ext cx="239466" cy="587734"/>
            </a:xfrm>
            <a:custGeom>
              <a:avLst/>
              <a:gdLst/>
              <a:ahLst/>
              <a:cxnLst/>
              <a:rect l="l" t="t" r="r" b="b"/>
              <a:pathLst>
                <a:path w="6803" h="16697" extrusionOk="0">
                  <a:moveTo>
                    <a:pt x="1667" y="1"/>
                  </a:moveTo>
                  <a:cubicBezTo>
                    <a:pt x="1036" y="1"/>
                    <a:pt x="473" y="82"/>
                    <a:pt x="1" y="262"/>
                  </a:cubicBezTo>
                  <a:lnTo>
                    <a:pt x="4908" y="16696"/>
                  </a:lnTo>
                  <a:lnTo>
                    <a:pt x="5433" y="16696"/>
                  </a:lnTo>
                  <a:lnTo>
                    <a:pt x="6803" y="1061"/>
                  </a:lnTo>
                  <a:cubicBezTo>
                    <a:pt x="4913" y="426"/>
                    <a:pt x="3111" y="1"/>
                    <a:pt x="1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6"/>
            <p:cNvSpPr/>
            <p:nvPr/>
          </p:nvSpPr>
          <p:spPr>
            <a:xfrm>
              <a:off x="2909827" y="2721073"/>
              <a:ext cx="239466" cy="243866"/>
            </a:xfrm>
            <a:custGeom>
              <a:avLst/>
              <a:gdLst/>
              <a:ahLst/>
              <a:cxnLst/>
              <a:rect l="l" t="t" r="r" b="b"/>
              <a:pathLst>
                <a:path w="6803" h="6928" extrusionOk="0">
                  <a:moveTo>
                    <a:pt x="1667" y="1"/>
                  </a:moveTo>
                  <a:cubicBezTo>
                    <a:pt x="1036" y="1"/>
                    <a:pt x="473" y="82"/>
                    <a:pt x="1" y="262"/>
                  </a:cubicBezTo>
                  <a:lnTo>
                    <a:pt x="2010" y="6927"/>
                  </a:lnTo>
                  <a:lnTo>
                    <a:pt x="2375" y="6927"/>
                  </a:lnTo>
                  <a:cubicBezTo>
                    <a:pt x="3881" y="6927"/>
                    <a:pt x="5228" y="6653"/>
                    <a:pt x="6346" y="6265"/>
                  </a:cubicBezTo>
                  <a:lnTo>
                    <a:pt x="6803" y="1061"/>
                  </a:lnTo>
                  <a:cubicBezTo>
                    <a:pt x="4913" y="426"/>
                    <a:pt x="3111" y="1"/>
                    <a:pt x="1667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6"/>
            <p:cNvSpPr/>
            <p:nvPr/>
          </p:nvSpPr>
          <p:spPr>
            <a:xfrm>
              <a:off x="3003037" y="3185045"/>
              <a:ext cx="315005" cy="249920"/>
            </a:xfrm>
            <a:custGeom>
              <a:avLst/>
              <a:gdLst/>
              <a:ahLst/>
              <a:cxnLst/>
              <a:rect l="l" t="t" r="r" b="b"/>
              <a:pathLst>
                <a:path w="8949" h="7100" extrusionOk="0">
                  <a:moveTo>
                    <a:pt x="3858" y="0"/>
                  </a:moveTo>
                  <a:cubicBezTo>
                    <a:pt x="2694" y="0"/>
                    <a:pt x="1667" y="525"/>
                    <a:pt x="1530" y="2055"/>
                  </a:cubicBezTo>
                  <a:cubicBezTo>
                    <a:pt x="1553" y="2329"/>
                    <a:pt x="1347" y="2557"/>
                    <a:pt x="1096" y="2557"/>
                  </a:cubicBezTo>
                  <a:lnTo>
                    <a:pt x="1" y="2580"/>
                  </a:lnTo>
                  <a:lnTo>
                    <a:pt x="343" y="7099"/>
                  </a:lnTo>
                  <a:lnTo>
                    <a:pt x="8948" y="7031"/>
                  </a:lnTo>
                  <a:lnTo>
                    <a:pt x="7853" y="2580"/>
                  </a:lnTo>
                  <a:lnTo>
                    <a:pt x="7145" y="2625"/>
                  </a:lnTo>
                  <a:cubicBezTo>
                    <a:pt x="7121" y="2629"/>
                    <a:pt x="7098" y="2630"/>
                    <a:pt x="7075" y="2630"/>
                  </a:cubicBezTo>
                  <a:cubicBezTo>
                    <a:pt x="6783" y="2630"/>
                    <a:pt x="6529" y="2375"/>
                    <a:pt x="6529" y="2100"/>
                  </a:cubicBezTo>
                  <a:cubicBezTo>
                    <a:pt x="6460" y="640"/>
                    <a:pt x="5022" y="0"/>
                    <a:pt x="3858" y="0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46"/>
            <p:cNvSpPr/>
            <p:nvPr/>
          </p:nvSpPr>
          <p:spPr>
            <a:xfrm>
              <a:off x="3003037" y="3211550"/>
              <a:ext cx="315005" cy="223414"/>
            </a:xfrm>
            <a:custGeom>
              <a:avLst/>
              <a:gdLst/>
              <a:ahLst/>
              <a:cxnLst/>
              <a:rect l="l" t="t" r="r" b="b"/>
              <a:pathLst>
                <a:path w="8949" h="6347" extrusionOk="0">
                  <a:moveTo>
                    <a:pt x="2009" y="1"/>
                  </a:moveTo>
                  <a:cubicBezTo>
                    <a:pt x="1758" y="320"/>
                    <a:pt x="1576" y="754"/>
                    <a:pt x="1530" y="1324"/>
                  </a:cubicBezTo>
                  <a:cubicBezTo>
                    <a:pt x="1553" y="1576"/>
                    <a:pt x="1347" y="1804"/>
                    <a:pt x="1096" y="1804"/>
                  </a:cubicBezTo>
                  <a:lnTo>
                    <a:pt x="1" y="1827"/>
                  </a:lnTo>
                  <a:lnTo>
                    <a:pt x="343" y="6346"/>
                  </a:lnTo>
                  <a:lnTo>
                    <a:pt x="8948" y="6278"/>
                  </a:lnTo>
                  <a:lnTo>
                    <a:pt x="7853" y="1827"/>
                  </a:lnTo>
                  <a:lnTo>
                    <a:pt x="7145" y="1895"/>
                  </a:lnTo>
                  <a:cubicBezTo>
                    <a:pt x="7031" y="1895"/>
                    <a:pt x="6894" y="1849"/>
                    <a:pt x="6803" y="1804"/>
                  </a:cubicBezTo>
                  <a:cubicBezTo>
                    <a:pt x="6597" y="3858"/>
                    <a:pt x="5593" y="5387"/>
                    <a:pt x="4383" y="5387"/>
                  </a:cubicBezTo>
                  <a:cubicBezTo>
                    <a:pt x="2991" y="5387"/>
                    <a:pt x="1918" y="3447"/>
                    <a:pt x="1918" y="1051"/>
                  </a:cubicBezTo>
                  <a:cubicBezTo>
                    <a:pt x="1918" y="685"/>
                    <a:pt x="1941" y="343"/>
                    <a:pt x="2009" y="1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46"/>
            <p:cNvSpPr/>
            <p:nvPr/>
          </p:nvSpPr>
          <p:spPr>
            <a:xfrm>
              <a:off x="3147674" y="3328977"/>
              <a:ext cx="85994" cy="59382"/>
            </a:xfrm>
            <a:custGeom>
              <a:avLst/>
              <a:gdLst/>
              <a:ahLst/>
              <a:cxnLst/>
              <a:rect l="l" t="t" r="r" b="b"/>
              <a:pathLst>
                <a:path w="2443" h="1687" extrusionOk="0">
                  <a:moveTo>
                    <a:pt x="564" y="1"/>
                  </a:moveTo>
                  <a:cubicBezTo>
                    <a:pt x="227" y="1"/>
                    <a:pt x="0" y="88"/>
                    <a:pt x="0" y="88"/>
                  </a:cubicBezTo>
                  <a:lnTo>
                    <a:pt x="0" y="225"/>
                  </a:lnTo>
                  <a:cubicBezTo>
                    <a:pt x="0" y="225"/>
                    <a:pt x="65" y="215"/>
                    <a:pt x="176" y="215"/>
                  </a:cubicBezTo>
                  <a:cubicBezTo>
                    <a:pt x="587" y="215"/>
                    <a:pt x="1628" y="356"/>
                    <a:pt x="2328" y="1686"/>
                  </a:cubicBezTo>
                  <a:lnTo>
                    <a:pt x="2443" y="1184"/>
                  </a:lnTo>
                  <a:cubicBezTo>
                    <a:pt x="1826" y="198"/>
                    <a:pt x="1070" y="1"/>
                    <a:pt x="564" y="1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6"/>
            <p:cNvSpPr/>
            <p:nvPr/>
          </p:nvSpPr>
          <p:spPr>
            <a:xfrm>
              <a:off x="3150067" y="3279134"/>
              <a:ext cx="85219" cy="59418"/>
            </a:xfrm>
            <a:custGeom>
              <a:avLst/>
              <a:gdLst/>
              <a:ahLst/>
              <a:cxnLst/>
              <a:rect l="l" t="t" r="r" b="b"/>
              <a:pathLst>
                <a:path w="2421" h="1688" extrusionOk="0">
                  <a:moveTo>
                    <a:pt x="565" y="0"/>
                  </a:moveTo>
                  <a:cubicBezTo>
                    <a:pt x="227" y="0"/>
                    <a:pt x="1" y="89"/>
                    <a:pt x="1" y="89"/>
                  </a:cubicBezTo>
                  <a:lnTo>
                    <a:pt x="1" y="226"/>
                  </a:lnTo>
                  <a:cubicBezTo>
                    <a:pt x="1" y="226"/>
                    <a:pt x="65" y="216"/>
                    <a:pt x="174" y="216"/>
                  </a:cubicBezTo>
                  <a:cubicBezTo>
                    <a:pt x="579" y="216"/>
                    <a:pt x="1605" y="357"/>
                    <a:pt x="2306" y="1687"/>
                  </a:cubicBezTo>
                  <a:lnTo>
                    <a:pt x="2420" y="1162"/>
                  </a:lnTo>
                  <a:cubicBezTo>
                    <a:pt x="1807" y="195"/>
                    <a:pt x="1065" y="0"/>
                    <a:pt x="565" y="0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6"/>
            <p:cNvSpPr/>
            <p:nvPr/>
          </p:nvSpPr>
          <p:spPr>
            <a:xfrm>
              <a:off x="3170166" y="3230206"/>
              <a:ext cx="77158" cy="70576"/>
            </a:xfrm>
            <a:custGeom>
              <a:avLst/>
              <a:gdLst/>
              <a:ahLst/>
              <a:cxnLst/>
              <a:rect l="l" t="t" r="r" b="b"/>
              <a:pathLst>
                <a:path w="2192" h="2005" extrusionOk="0">
                  <a:moveTo>
                    <a:pt x="261" y="0"/>
                  </a:moveTo>
                  <a:cubicBezTo>
                    <a:pt x="114" y="0"/>
                    <a:pt x="23" y="18"/>
                    <a:pt x="23" y="18"/>
                  </a:cubicBezTo>
                  <a:lnTo>
                    <a:pt x="0" y="133"/>
                  </a:lnTo>
                  <a:cubicBezTo>
                    <a:pt x="0" y="133"/>
                    <a:pt x="1416" y="155"/>
                    <a:pt x="1986" y="2004"/>
                  </a:cubicBezTo>
                  <a:lnTo>
                    <a:pt x="2192" y="1525"/>
                  </a:lnTo>
                  <a:cubicBezTo>
                    <a:pt x="1676" y="168"/>
                    <a:pt x="709" y="0"/>
                    <a:pt x="261" y="0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46"/>
            <p:cNvSpPr/>
            <p:nvPr/>
          </p:nvSpPr>
          <p:spPr>
            <a:xfrm>
              <a:off x="3239264" y="3256536"/>
              <a:ext cx="103664" cy="192086"/>
            </a:xfrm>
            <a:custGeom>
              <a:avLst/>
              <a:gdLst/>
              <a:ahLst/>
              <a:cxnLst/>
              <a:rect l="l" t="t" r="r" b="b"/>
              <a:pathLst>
                <a:path w="2945" h="5457" extrusionOk="0">
                  <a:moveTo>
                    <a:pt x="2123" y="1"/>
                  </a:moveTo>
                  <a:lnTo>
                    <a:pt x="251" y="206"/>
                  </a:lnTo>
                  <a:lnTo>
                    <a:pt x="0" y="5456"/>
                  </a:lnTo>
                  <a:lnTo>
                    <a:pt x="2945" y="5456"/>
                  </a:lnTo>
                  <a:lnTo>
                    <a:pt x="21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46"/>
            <p:cNvSpPr/>
            <p:nvPr/>
          </p:nvSpPr>
          <p:spPr>
            <a:xfrm>
              <a:off x="3267389" y="3222462"/>
              <a:ext cx="308563" cy="223626"/>
            </a:xfrm>
            <a:custGeom>
              <a:avLst/>
              <a:gdLst/>
              <a:ahLst/>
              <a:cxnLst/>
              <a:rect l="l" t="t" r="r" b="b"/>
              <a:pathLst>
                <a:path w="8766" h="6353" extrusionOk="0">
                  <a:moveTo>
                    <a:pt x="3618" y="1"/>
                  </a:moveTo>
                  <a:cubicBezTo>
                    <a:pt x="1974" y="1"/>
                    <a:pt x="0" y="261"/>
                    <a:pt x="0" y="261"/>
                  </a:cubicBezTo>
                  <a:lnTo>
                    <a:pt x="137" y="6082"/>
                  </a:lnTo>
                  <a:cubicBezTo>
                    <a:pt x="163" y="6082"/>
                    <a:pt x="2319" y="6353"/>
                    <a:pt x="4285" y="6353"/>
                  </a:cubicBezTo>
                  <a:cubicBezTo>
                    <a:pt x="5837" y="6353"/>
                    <a:pt x="7270" y="6184"/>
                    <a:pt x="7441" y="5580"/>
                  </a:cubicBezTo>
                  <a:cubicBezTo>
                    <a:pt x="8765" y="1083"/>
                    <a:pt x="4748" y="33"/>
                    <a:pt x="4132" y="10"/>
                  </a:cubicBezTo>
                  <a:cubicBezTo>
                    <a:pt x="3966" y="4"/>
                    <a:pt x="3794" y="1"/>
                    <a:pt x="3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46"/>
            <p:cNvSpPr/>
            <p:nvPr/>
          </p:nvSpPr>
          <p:spPr>
            <a:xfrm>
              <a:off x="3270592" y="3335278"/>
              <a:ext cx="269984" cy="111619"/>
            </a:xfrm>
            <a:custGeom>
              <a:avLst/>
              <a:gdLst/>
              <a:ahLst/>
              <a:cxnLst/>
              <a:rect l="l" t="t" r="r" b="b"/>
              <a:pathLst>
                <a:path w="7670" h="3171" extrusionOk="0">
                  <a:moveTo>
                    <a:pt x="7556" y="1"/>
                  </a:moveTo>
                  <a:lnTo>
                    <a:pt x="7556" y="1"/>
                  </a:lnTo>
                  <a:cubicBezTo>
                    <a:pt x="6808" y="463"/>
                    <a:pt x="5492" y="759"/>
                    <a:pt x="3932" y="759"/>
                  </a:cubicBezTo>
                  <a:cubicBezTo>
                    <a:pt x="3491" y="759"/>
                    <a:pt x="3030" y="736"/>
                    <a:pt x="2557" y="685"/>
                  </a:cubicBezTo>
                  <a:cubicBezTo>
                    <a:pt x="1621" y="571"/>
                    <a:pt x="731" y="389"/>
                    <a:pt x="1" y="138"/>
                  </a:cubicBezTo>
                  <a:lnTo>
                    <a:pt x="1" y="138"/>
                  </a:lnTo>
                  <a:lnTo>
                    <a:pt x="46" y="2900"/>
                  </a:lnTo>
                  <a:cubicBezTo>
                    <a:pt x="46" y="2900"/>
                    <a:pt x="2206" y="3170"/>
                    <a:pt x="4179" y="3170"/>
                  </a:cubicBezTo>
                  <a:cubicBezTo>
                    <a:pt x="5737" y="3170"/>
                    <a:pt x="7179" y="3002"/>
                    <a:pt x="7350" y="2397"/>
                  </a:cubicBezTo>
                  <a:cubicBezTo>
                    <a:pt x="7647" y="1462"/>
                    <a:pt x="7670" y="663"/>
                    <a:pt x="7556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6"/>
            <p:cNvSpPr/>
            <p:nvPr/>
          </p:nvSpPr>
          <p:spPr>
            <a:xfrm>
              <a:off x="2942774" y="3254142"/>
              <a:ext cx="107712" cy="191242"/>
            </a:xfrm>
            <a:custGeom>
              <a:avLst/>
              <a:gdLst/>
              <a:ahLst/>
              <a:cxnLst/>
              <a:rect l="l" t="t" r="r" b="b"/>
              <a:pathLst>
                <a:path w="3060" h="5433" extrusionOk="0">
                  <a:moveTo>
                    <a:pt x="868" y="0"/>
                  </a:moveTo>
                  <a:lnTo>
                    <a:pt x="1" y="5433"/>
                  </a:lnTo>
                  <a:lnTo>
                    <a:pt x="3059" y="5433"/>
                  </a:lnTo>
                  <a:lnTo>
                    <a:pt x="2808" y="183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46"/>
            <p:cNvSpPr/>
            <p:nvPr/>
          </p:nvSpPr>
          <p:spPr>
            <a:xfrm>
              <a:off x="2771667" y="3055685"/>
              <a:ext cx="129360" cy="213629"/>
            </a:xfrm>
            <a:custGeom>
              <a:avLst/>
              <a:gdLst/>
              <a:ahLst/>
              <a:cxnLst/>
              <a:rect l="l" t="t" r="r" b="b"/>
              <a:pathLst>
                <a:path w="3675" h="6069" extrusionOk="0">
                  <a:moveTo>
                    <a:pt x="1278" y="1"/>
                  </a:moveTo>
                  <a:cubicBezTo>
                    <a:pt x="1278" y="1"/>
                    <a:pt x="0" y="2968"/>
                    <a:pt x="616" y="4999"/>
                  </a:cubicBezTo>
                  <a:cubicBezTo>
                    <a:pt x="879" y="5825"/>
                    <a:pt x="1443" y="6068"/>
                    <a:pt x="2016" y="6068"/>
                  </a:cubicBezTo>
                  <a:cubicBezTo>
                    <a:pt x="2836" y="6068"/>
                    <a:pt x="3675" y="5570"/>
                    <a:pt x="3675" y="5570"/>
                  </a:cubicBezTo>
                  <a:cubicBezTo>
                    <a:pt x="731" y="4680"/>
                    <a:pt x="1278" y="1"/>
                    <a:pt x="1278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46"/>
            <p:cNvSpPr/>
            <p:nvPr/>
          </p:nvSpPr>
          <p:spPr>
            <a:xfrm>
              <a:off x="2567578" y="2804216"/>
              <a:ext cx="450771" cy="633846"/>
            </a:xfrm>
            <a:custGeom>
              <a:avLst/>
              <a:gdLst/>
              <a:ahLst/>
              <a:cxnLst/>
              <a:rect l="l" t="t" r="r" b="b"/>
              <a:pathLst>
                <a:path w="12806" h="18007" extrusionOk="0">
                  <a:moveTo>
                    <a:pt x="4246" y="0"/>
                  </a:moveTo>
                  <a:cubicBezTo>
                    <a:pt x="3698" y="251"/>
                    <a:pt x="2397" y="2557"/>
                    <a:pt x="1621" y="5661"/>
                  </a:cubicBezTo>
                  <a:cubicBezTo>
                    <a:pt x="1621" y="9062"/>
                    <a:pt x="0" y="14243"/>
                    <a:pt x="1256" y="17005"/>
                  </a:cubicBezTo>
                  <a:cubicBezTo>
                    <a:pt x="1661" y="17844"/>
                    <a:pt x="5805" y="18006"/>
                    <a:pt x="8948" y="18006"/>
                  </a:cubicBezTo>
                  <a:cubicBezTo>
                    <a:pt x="10938" y="18006"/>
                    <a:pt x="12526" y="17941"/>
                    <a:pt x="12509" y="17941"/>
                  </a:cubicBezTo>
                  <a:lnTo>
                    <a:pt x="12805" y="12235"/>
                  </a:lnTo>
                  <a:lnTo>
                    <a:pt x="6894" y="11664"/>
                  </a:lnTo>
                  <a:cubicBezTo>
                    <a:pt x="6323" y="9244"/>
                    <a:pt x="7510" y="7898"/>
                    <a:pt x="7282" y="5433"/>
                  </a:cubicBezTo>
                  <a:cubicBezTo>
                    <a:pt x="7099" y="2557"/>
                    <a:pt x="4794" y="2671"/>
                    <a:pt x="42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46"/>
            <p:cNvSpPr/>
            <p:nvPr/>
          </p:nvSpPr>
          <p:spPr>
            <a:xfrm>
              <a:off x="2568387" y="2970536"/>
              <a:ext cx="445139" cy="469110"/>
            </a:xfrm>
            <a:custGeom>
              <a:avLst/>
              <a:gdLst/>
              <a:ahLst/>
              <a:cxnLst/>
              <a:rect l="l" t="t" r="r" b="b"/>
              <a:pathLst>
                <a:path w="12646" h="13327" extrusionOk="0">
                  <a:moveTo>
                    <a:pt x="7190" y="0"/>
                  </a:moveTo>
                  <a:cubicBezTo>
                    <a:pt x="6596" y="2795"/>
                    <a:pt x="5301" y="4848"/>
                    <a:pt x="4023" y="4848"/>
                  </a:cubicBezTo>
                  <a:cubicBezTo>
                    <a:pt x="3975" y="4848"/>
                    <a:pt x="3928" y="4845"/>
                    <a:pt x="3881" y="4839"/>
                  </a:cubicBezTo>
                  <a:cubicBezTo>
                    <a:pt x="2716" y="4702"/>
                    <a:pt x="1918" y="2853"/>
                    <a:pt x="1803" y="342"/>
                  </a:cubicBezTo>
                  <a:cubicBezTo>
                    <a:pt x="1735" y="548"/>
                    <a:pt x="1689" y="776"/>
                    <a:pt x="1621" y="1004"/>
                  </a:cubicBezTo>
                  <a:cubicBezTo>
                    <a:pt x="1666" y="4383"/>
                    <a:pt x="0" y="9587"/>
                    <a:pt x="1256" y="12326"/>
                  </a:cubicBezTo>
                  <a:cubicBezTo>
                    <a:pt x="1647" y="13164"/>
                    <a:pt x="5786" y="13327"/>
                    <a:pt x="8937" y="13327"/>
                  </a:cubicBezTo>
                  <a:cubicBezTo>
                    <a:pt x="10932" y="13327"/>
                    <a:pt x="12531" y="13262"/>
                    <a:pt x="12531" y="13262"/>
                  </a:cubicBezTo>
                  <a:lnTo>
                    <a:pt x="12645" y="11070"/>
                  </a:lnTo>
                  <a:lnTo>
                    <a:pt x="12645" y="11070"/>
                  </a:lnTo>
                  <a:cubicBezTo>
                    <a:pt x="11732" y="11207"/>
                    <a:pt x="10705" y="11321"/>
                    <a:pt x="9587" y="11321"/>
                  </a:cubicBezTo>
                  <a:cubicBezTo>
                    <a:pt x="6368" y="11321"/>
                    <a:pt x="3744" y="10294"/>
                    <a:pt x="3744" y="9039"/>
                  </a:cubicBezTo>
                  <a:cubicBezTo>
                    <a:pt x="3744" y="8103"/>
                    <a:pt x="5227" y="7304"/>
                    <a:pt x="7304" y="6962"/>
                  </a:cubicBezTo>
                  <a:lnTo>
                    <a:pt x="6916" y="6939"/>
                  </a:lnTo>
                  <a:cubicBezTo>
                    <a:pt x="6871" y="6825"/>
                    <a:pt x="6848" y="6734"/>
                    <a:pt x="6848" y="6619"/>
                  </a:cubicBezTo>
                  <a:cubicBezTo>
                    <a:pt x="6620" y="6734"/>
                    <a:pt x="6391" y="6848"/>
                    <a:pt x="6163" y="6939"/>
                  </a:cubicBezTo>
                  <a:cubicBezTo>
                    <a:pt x="5154" y="7359"/>
                    <a:pt x="4285" y="7571"/>
                    <a:pt x="3700" y="7571"/>
                  </a:cubicBezTo>
                  <a:cubicBezTo>
                    <a:pt x="3174" y="7571"/>
                    <a:pt x="2879" y="7399"/>
                    <a:pt x="2922" y="7053"/>
                  </a:cubicBezTo>
                  <a:cubicBezTo>
                    <a:pt x="3173" y="4816"/>
                    <a:pt x="6802" y="4131"/>
                    <a:pt x="6916" y="4109"/>
                  </a:cubicBezTo>
                  <a:cubicBezTo>
                    <a:pt x="7099" y="3081"/>
                    <a:pt x="7396" y="2054"/>
                    <a:pt x="7281" y="730"/>
                  </a:cubicBezTo>
                  <a:cubicBezTo>
                    <a:pt x="7259" y="479"/>
                    <a:pt x="7213" y="251"/>
                    <a:pt x="7190" y="0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6"/>
            <p:cNvSpPr/>
            <p:nvPr/>
          </p:nvSpPr>
          <p:spPr>
            <a:xfrm>
              <a:off x="2884131" y="2518110"/>
              <a:ext cx="342320" cy="256397"/>
            </a:xfrm>
            <a:custGeom>
              <a:avLst/>
              <a:gdLst/>
              <a:ahLst/>
              <a:cxnLst/>
              <a:rect l="l" t="t" r="r" b="b"/>
              <a:pathLst>
                <a:path w="9725" h="7284" extrusionOk="0">
                  <a:moveTo>
                    <a:pt x="2978" y="0"/>
                  </a:moveTo>
                  <a:cubicBezTo>
                    <a:pt x="2736" y="0"/>
                    <a:pt x="2479" y="38"/>
                    <a:pt x="2283" y="162"/>
                  </a:cubicBezTo>
                  <a:cubicBezTo>
                    <a:pt x="1827" y="482"/>
                    <a:pt x="1918" y="1075"/>
                    <a:pt x="1918" y="1075"/>
                  </a:cubicBezTo>
                  <a:cubicBezTo>
                    <a:pt x="1918" y="1075"/>
                    <a:pt x="914" y="1098"/>
                    <a:pt x="457" y="1737"/>
                  </a:cubicBezTo>
                  <a:cubicBezTo>
                    <a:pt x="1" y="2353"/>
                    <a:pt x="1005" y="3403"/>
                    <a:pt x="1005" y="3403"/>
                  </a:cubicBezTo>
                  <a:cubicBezTo>
                    <a:pt x="184" y="4043"/>
                    <a:pt x="47" y="5754"/>
                    <a:pt x="1827" y="7284"/>
                  </a:cubicBezTo>
                  <a:cubicBezTo>
                    <a:pt x="1827" y="7284"/>
                    <a:pt x="9222" y="4819"/>
                    <a:pt x="9610" y="4157"/>
                  </a:cubicBezTo>
                  <a:cubicBezTo>
                    <a:pt x="9702" y="4020"/>
                    <a:pt x="9724" y="3860"/>
                    <a:pt x="9724" y="3723"/>
                  </a:cubicBezTo>
                  <a:lnTo>
                    <a:pt x="9724" y="3723"/>
                  </a:lnTo>
                  <a:cubicBezTo>
                    <a:pt x="9592" y="4055"/>
                    <a:pt x="9351" y="4409"/>
                    <a:pt x="8983" y="4409"/>
                  </a:cubicBezTo>
                  <a:cubicBezTo>
                    <a:pt x="8972" y="4409"/>
                    <a:pt x="8960" y="4408"/>
                    <a:pt x="8948" y="4408"/>
                  </a:cubicBezTo>
                  <a:cubicBezTo>
                    <a:pt x="8172" y="4385"/>
                    <a:pt x="7556" y="3586"/>
                    <a:pt x="7556" y="3586"/>
                  </a:cubicBezTo>
                  <a:cubicBezTo>
                    <a:pt x="7556" y="3586"/>
                    <a:pt x="7258" y="3870"/>
                    <a:pt x="6878" y="3870"/>
                  </a:cubicBezTo>
                  <a:cubicBezTo>
                    <a:pt x="6788" y="3870"/>
                    <a:pt x="6694" y="3854"/>
                    <a:pt x="6597" y="3814"/>
                  </a:cubicBezTo>
                  <a:cubicBezTo>
                    <a:pt x="6095" y="3609"/>
                    <a:pt x="5776" y="2696"/>
                    <a:pt x="5776" y="2696"/>
                  </a:cubicBezTo>
                  <a:cubicBezTo>
                    <a:pt x="5776" y="2696"/>
                    <a:pt x="3836" y="2011"/>
                    <a:pt x="3516" y="1235"/>
                  </a:cubicBezTo>
                  <a:cubicBezTo>
                    <a:pt x="3288" y="664"/>
                    <a:pt x="3539" y="276"/>
                    <a:pt x="3721" y="94"/>
                  </a:cubicBezTo>
                  <a:lnTo>
                    <a:pt x="3699" y="94"/>
                  </a:lnTo>
                  <a:cubicBezTo>
                    <a:pt x="3699" y="94"/>
                    <a:pt x="3358" y="0"/>
                    <a:pt x="29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46"/>
            <p:cNvSpPr/>
            <p:nvPr/>
          </p:nvSpPr>
          <p:spPr>
            <a:xfrm>
              <a:off x="2935277" y="2567813"/>
              <a:ext cx="288746" cy="347741"/>
            </a:xfrm>
            <a:custGeom>
              <a:avLst/>
              <a:gdLst/>
              <a:ahLst/>
              <a:cxnLst/>
              <a:rect l="l" t="t" r="r" b="b"/>
              <a:pathLst>
                <a:path w="8203" h="9879" extrusionOk="0">
                  <a:moveTo>
                    <a:pt x="3334" y="0"/>
                  </a:moveTo>
                  <a:cubicBezTo>
                    <a:pt x="0" y="0"/>
                    <a:pt x="349" y="4243"/>
                    <a:pt x="282" y="6054"/>
                  </a:cubicBezTo>
                  <a:cubicBezTo>
                    <a:pt x="191" y="7903"/>
                    <a:pt x="1606" y="8679"/>
                    <a:pt x="1606" y="8679"/>
                  </a:cubicBezTo>
                  <a:cubicBezTo>
                    <a:pt x="1606" y="8679"/>
                    <a:pt x="1583" y="9615"/>
                    <a:pt x="2359" y="9798"/>
                  </a:cubicBezTo>
                  <a:cubicBezTo>
                    <a:pt x="2656" y="9859"/>
                    <a:pt x="2927" y="9879"/>
                    <a:pt x="3219" y="9879"/>
                  </a:cubicBezTo>
                  <a:cubicBezTo>
                    <a:pt x="3802" y="9879"/>
                    <a:pt x="4467" y="9798"/>
                    <a:pt x="5578" y="9798"/>
                  </a:cubicBezTo>
                  <a:cubicBezTo>
                    <a:pt x="5889" y="9798"/>
                    <a:pt x="6164" y="9803"/>
                    <a:pt x="6407" y="9803"/>
                  </a:cubicBezTo>
                  <a:cubicBezTo>
                    <a:pt x="7467" y="9803"/>
                    <a:pt x="7917" y="9698"/>
                    <a:pt x="8066" y="8565"/>
                  </a:cubicBezTo>
                  <a:cubicBezTo>
                    <a:pt x="8203" y="7469"/>
                    <a:pt x="7815" y="7469"/>
                    <a:pt x="7815" y="7469"/>
                  </a:cubicBezTo>
                  <a:cubicBezTo>
                    <a:pt x="7815" y="7469"/>
                    <a:pt x="7929" y="4205"/>
                    <a:pt x="7769" y="3064"/>
                  </a:cubicBezTo>
                  <a:cubicBezTo>
                    <a:pt x="7632" y="1946"/>
                    <a:pt x="7130" y="165"/>
                    <a:pt x="3546" y="6"/>
                  </a:cubicBezTo>
                  <a:cubicBezTo>
                    <a:pt x="3474" y="2"/>
                    <a:pt x="3403" y="0"/>
                    <a:pt x="3334" y="0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6"/>
            <p:cNvSpPr/>
            <p:nvPr/>
          </p:nvSpPr>
          <p:spPr>
            <a:xfrm>
              <a:off x="2935242" y="2567813"/>
              <a:ext cx="256643" cy="347987"/>
            </a:xfrm>
            <a:custGeom>
              <a:avLst/>
              <a:gdLst/>
              <a:ahLst/>
              <a:cxnLst/>
              <a:rect l="l" t="t" r="r" b="b"/>
              <a:pathLst>
                <a:path w="7291" h="9886" extrusionOk="0">
                  <a:moveTo>
                    <a:pt x="3335" y="0"/>
                  </a:moveTo>
                  <a:cubicBezTo>
                    <a:pt x="0" y="0"/>
                    <a:pt x="328" y="4243"/>
                    <a:pt x="283" y="6054"/>
                  </a:cubicBezTo>
                  <a:cubicBezTo>
                    <a:pt x="192" y="7903"/>
                    <a:pt x="1607" y="8679"/>
                    <a:pt x="1607" y="8679"/>
                  </a:cubicBezTo>
                  <a:cubicBezTo>
                    <a:pt x="1607" y="8679"/>
                    <a:pt x="1584" y="9615"/>
                    <a:pt x="2360" y="9798"/>
                  </a:cubicBezTo>
                  <a:cubicBezTo>
                    <a:pt x="2692" y="9864"/>
                    <a:pt x="2985" y="9885"/>
                    <a:pt x="3305" y="9885"/>
                  </a:cubicBezTo>
                  <a:cubicBezTo>
                    <a:pt x="3863" y="9885"/>
                    <a:pt x="4504" y="9820"/>
                    <a:pt x="5579" y="9820"/>
                  </a:cubicBezTo>
                  <a:cubicBezTo>
                    <a:pt x="5830" y="9820"/>
                    <a:pt x="6061" y="9823"/>
                    <a:pt x="6271" y="9823"/>
                  </a:cubicBezTo>
                  <a:cubicBezTo>
                    <a:pt x="6692" y="9823"/>
                    <a:pt x="7032" y="9813"/>
                    <a:pt x="7291" y="9752"/>
                  </a:cubicBezTo>
                  <a:lnTo>
                    <a:pt x="6149" y="9752"/>
                  </a:lnTo>
                  <a:cubicBezTo>
                    <a:pt x="5214" y="9752"/>
                    <a:pt x="4644" y="9827"/>
                    <a:pt x="4157" y="9827"/>
                  </a:cubicBezTo>
                  <a:cubicBezTo>
                    <a:pt x="3883" y="9827"/>
                    <a:pt x="3636" y="9803"/>
                    <a:pt x="3365" y="9729"/>
                  </a:cubicBezTo>
                  <a:cubicBezTo>
                    <a:pt x="2680" y="9547"/>
                    <a:pt x="2703" y="8611"/>
                    <a:pt x="2703" y="8611"/>
                  </a:cubicBezTo>
                  <a:cubicBezTo>
                    <a:pt x="2703" y="8611"/>
                    <a:pt x="1470" y="7858"/>
                    <a:pt x="1539" y="5986"/>
                  </a:cubicBezTo>
                  <a:cubicBezTo>
                    <a:pt x="1584" y="4320"/>
                    <a:pt x="1333" y="553"/>
                    <a:pt x="3639" y="6"/>
                  </a:cubicBezTo>
                  <a:lnTo>
                    <a:pt x="3547" y="6"/>
                  </a:lnTo>
                  <a:cubicBezTo>
                    <a:pt x="3475" y="2"/>
                    <a:pt x="3404" y="0"/>
                    <a:pt x="3335" y="0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46"/>
            <p:cNvSpPr/>
            <p:nvPr/>
          </p:nvSpPr>
          <p:spPr>
            <a:xfrm>
              <a:off x="2916269" y="2579992"/>
              <a:ext cx="112429" cy="188109"/>
            </a:xfrm>
            <a:custGeom>
              <a:avLst/>
              <a:gdLst/>
              <a:ahLst/>
              <a:cxnLst/>
              <a:rect l="l" t="t" r="r" b="b"/>
              <a:pathLst>
                <a:path w="3194" h="5344" extrusionOk="0">
                  <a:moveTo>
                    <a:pt x="2057" y="0"/>
                  </a:moveTo>
                  <a:cubicBezTo>
                    <a:pt x="2034" y="0"/>
                    <a:pt x="2010" y="1"/>
                    <a:pt x="1986" y="2"/>
                  </a:cubicBezTo>
                  <a:cubicBezTo>
                    <a:pt x="731" y="25"/>
                    <a:pt x="1" y="2307"/>
                    <a:pt x="274" y="3449"/>
                  </a:cubicBezTo>
                  <a:cubicBezTo>
                    <a:pt x="526" y="4590"/>
                    <a:pt x="1324" y="5343"/>
                    <a:pt x="1324" y="5343"/>
                  </a:cubicBezTo>
                  <a:cubicBezTo>
                    <a:pt x="2101" y="4590"/>
                    <a:pt x="1667" y="3563"/>
                    <a:pt x="1667" y="3563"/>
                  </a:cubicBezTo>
                  <a:cubicBezTo>
                    <a:pt x="1667" y="3563"/>
                    <a:pt x="1142" y="2650"/>
                    <a:pt x="1849" y="2170"/>
                  </a:cubicBezTo>
                  <a:cubicBezTo>
                    <a:pt x="2543" y="1656"/>
                    <a:pt x="3193" y="0"/>
                    <a:pt x="20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46"/>
            <p:cNvSpPr/>
            <p:nvPr/>
          </p:nvSpPr>
          <p:spPr>
            <a:xfrm>
              <a:off x="3022326" y="2681297"/>
              <a:ext cx="112534" cy="84374"/>
            </a:xfrm>
            <a:custGeom>
              <a:avLst/>
              <a:gdLst/>
              <a:ahLst/>
              <a:cxnLst/>
              <a:rect l="l" t="t" r="r" b="b"/>
              <a:pathLst>
                <a:path w="3197" h="2397" extrusionOk="0">
                  <a:moveTo>
                    <a:pt x="320" y="0"/>
                  </a:moveTo>
                  <a:cubicBezTo>
                    <a:pt x="137" y="0"/>
                    <a:pt x="1" y="137"/>
                    <a:pt x="1" y="342"/>
                  </a:cubicBezTo>
                  <a:lnTo>
                    <a:pt x="1" y="2054"/>
                  </a:lnTo>
                  <a:cubicBezTo>
                    <a:pt x="1" y="2260"/>
                    <a:pt x="137" y="2397"/>
                    <a:pt x="320" y="2397"/>
                  </a:cubicBezTo>
                  <a:lnTo>
                    <a:pt x="2877" y="2397"/>
                  </a:lnTo>
                  <a:cubicBezTo>
                    <a:pt x="3059" y="2397"/>
                    <a:pt x="3196" y="2260"/>
                    <a:pt x="3196" y="2054"/>
                  </a:cubicBezTo>
                  <a:lnTo>
                    <a:pt x="3196" y="342"/>
                  </a:lnTo>
                  <a:cubicBezTo>
                    <a:pt x="3196" y="183"/>
                    <a:pt x="3059" y="0"/>
                    <a:pt x="2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6"/>
            <p:cNvSpPr/>
            <p:nvPr/>
          </p:nvSpPr>
          <p:spPr>
            <a:xfrm>
              <a:off x="2914650" y="2681297"/>
              <a:ext cx="334294" cy="42592"/>
            </a:xfrm>
            <a:custGeom>
              <a:avLst/>
              <a:gdLst/>
              <a:ahLst/>
              <a:cxnLst/>
              <a:rect l="l" t="t" r="r" b="b"/>
              <a:pathLst>
                <a:path w="9497" h="1210" extrusionOk="0">
                  <a:moveTo>
                    <a:pt x="640" y="0"/>
                  </a:moveTo>
                  <a:lnTo>
                    <a:pt x="1" y="662"/>
                  </a:lnTo>
                  <a:lnTo>
                    <a:pt x="640" y="1210"/>
                  </a:lnTo>
                  <a:lnTo>
                    <a:pt x="914" y="548"/>
                  </a:lnTo>
                  <a:lnTo>
                    <a:pt x="9245" y="548"/>
                  </a:lnTo>
                  <a:cubicBezTo>
                    <a:pt x="9405" y="548"/>
                    <a:pt x="9496" y="434"/>
                    <a:pt x="9496" y="297"/>
                  </a:cubicBezTo>
                  <a:cubicBezTo>
                    <a:pt x="9496" y="137"/>
                    <a:pt x="9405" y="0"/>
                    <a:pt x="9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6"/>
            <p:cNvSpPr/>
            <p:nvPr/>
          </p:nvSpPr>
          <p:spPr>
            <a:xfrm>
              <a:off x="2906624" y="2690485"/>
              <a:ext cx="67514" cy="82438"/>
            </a:xfrm>
            <a:custGeom>
              <a:avLst/>
              <a:gdLst/>
              <a:ahLst/>
              <a:cxnLst/>
              <a:rect l="l" t="t" r="r" b="b"/>
              <a:pathLst>
                <a:path w="1918" h="2342" extrusionOk="0">
                  <a:moveTo>
                    <a:pt x="747" y="1"/>
                  </a:moveTo>
                  <a:cubicBezTo>
                    <a:pt x="385" y="1"/>
                    <a:pt x="49" y="251"/>
                    <a:pt x="24" y="675"/>
                  </a:cubicBezTo>
                  <a:cubicBezTo>
                    <a:pt x="1" y="1451"/>
                    <a:pt x="503" y="2044"/>
                    <a:pt x="1735" y="2341"/>
                  </a:cubicBezTo>
                  <a:cubicBezTo>
                    <a:pt x="1735" y="2341"/>
                    <a:pt x="1918" y="1223"/>
                    <a:pt x="1507" y="492"/>
                  </a:cubicBezTo>
                  <a:cubicBezTo>
                    <a:pt x="1327" y="153"/>
                    <a:pt x="1029" y="1"/>
                    <a:pt x="747" y="1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6"/>
            <p:cNvSpPr/>
            <p:nvPr/>
          </p:nvSpPr>
          <p:spPr>
            <a:xfrm>
              <a:off x="3247290" y="3038824"/>
              <a:ext cx="28160" cy="72336"/>
            </a:xfrm>
            <a:custGeom>
              <a:avLst/>
              <a:gdLst/>
              <a:ahLst/>
              <a:cxnLst/>
              <a:rect l="l" t="t" r="r" b="b"/>
              <a:pathLst>
                <a:path w="800" h="2055" extrusionOk="0">
                  <a:moveTo>
                    <a:pt x="434" y="0"/>
                  </a:moveTo>
                  <a:cubicBezTo>
                    <a:pt x="1" y="0"/>
                    <a:pt x="46" y="2009"/>
                    <a:pt x="46" y="2009"/>
                  </a:cubicBezTo>
                  <a:lnTo>
                    <a:pt x="594" y="2054"/>
                  </a:lnTo>
                  <a:cubicBezTo>
                    <a:pt x="799" y="525"/>
                    <a:pt x="754" y="0"/>
                    <a:pt x="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6"/>
            <p:cNvSpPr/>
            <p:nvPr/>
          </p:nvSpPr>
          <p:spPr>
            <a:xfrm>
              <a:off x="3175798" y="3099861"/>
              <a:ext cx="131789" cy="16614"/>
            </a:xfrm>
            <a:custGeom>
              <a:avLst/>
              <a:gdLst/>
              <a:ahLst/>
              <a:cxnLst/>
              <a:rect l="l" t="t" r="r" b="b"/>
              <a:pathLst>
                <a:path w="3744" h="472" extrusionOk="0">
                  <a:moveTo>
                    <a:pt x="0" y="1"/>
                  </a:moveTo>
                  <a:cubicBezTo>
                    <a:pt x="0" y="1"/>
                    <a:pt x="799" y="412"/>
                    <a:pt x="1689" y="457"/>
                  </a:cubicBezTo>
                  <a:cubicBezTo>
                    <a:pt x="1816" y="467"/>
                    <a:pt x="1949" y="471"/>
                    <a:pt x="2083" y="471"/>
                  </a:cubicBezTo>
                  <a:cubicBezTo>
                    <a:pt x="2888" y="471"/>
                    <a:pt x="3744" y="320"/>
                    <a:pt x="3744" y="320"/>
                  </a:cubicBezTo>
                  <a:cubicBezTo>
                    <a:pt x="3744" y="320"/>
                    <a:pt x="959" y="161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6"/>
            <p:cNvSpPr/>
            <p:nvPr/>
          </p:nvSpPr>
          <p:spPr>
            <a:xfrm>
              <a:off x="3260278" y="3065998"/>
              <a:ext cx="6195" cy="68570"/>
            </a:xfrm>
            <a:custGeom>
              <a:avLst/>
              <a:gdLst/>
              <a:ahLst/>
              <a:cxnLst/>
              <a:rect l="l" t="t" r="r" b="b"/>
              <a:pathLst>
                <a:path w="176" h="1948" extrusionOk="0">
                  <a:moveTo>
                    <a:pt x="91" y="1"/>
                  </a:moveTo>
                  <a:cubicBezTo>
                    <a:pt x="64" y="1"/>
                    <a:pt x="57" y="78"/>
                    <a:pt x="20" y="963"/>
                  </a:cubicBezTo>
                  <a:cubicBezTo>
                    <a:pt x="1" y="1870"/>
                    <a:pt x="13" y="1948"/>
                    <a:pt x="44" y="1948"/>
                  </a:cubicBezTo>
                  <a:cubicBezTo>
                    <a:pt x="50" y="1948"/>
                    <a:pt x="57" y="1944"/>
                    <a:pt x="65" y="1944"/>
                  </a:cubicBezTo>
                  <a:cubicBezTo>
                    <a:pt x="73" y="1944"/>
                    <a:pt x="80" y="1948"/>
                    <a:pt x="85" y="1948"/>
                  </a:cubicBezTo>
                  <a:cubicBezTo>
                    <a:pt x="112" y="1948"/>
                    <a:pt x="119" y="1870"/>
                    <a:pt x="157" y="963"/>
                  </a:cubicBezTo>
                  <a:cubicBezTo>
                    <a:pt x="175" y="78"/>
                    <a:pt x="163" y="1"/>
                    <a:pt x="133" y="1"/>
                  </a:cubicBezTo>
                  <a:cubicBezTo>
                    <a:pt x="126" y="1"/>
                    <a:pt x="119" y="4"/>
                    <a:pt x="111" y="4"/>
                  </a:cubicBezTo>
                  <a:cubicBezTo>
                    <a:pt x="103" y="4"/>
                    <a:pt x="96" y="1"/>
                    <a:pt x="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6"/>
            <p:cNvSpPr/>
            <p:nvPr/>
          </p:nvSpPr>
          <p:spPr>
            <a:xfrm>
              <a:off x="2917888" y="2703051"/>
              <a:ext cx="41008" cy="49773"/>
            </a:xfrm>
            <a:custGeom>
              <a:avLst/>
              <a:gdLst/>
              <a:ahLst/>
              <a:cxnLst/>
              <a:rect l="l" t="t" r="r" b="b"/>
              <a:pathLst>
                <a:path w="1165" h="1414" extrusionOk="0">
                  <a:moveTo>
                    <a:pt x="446" y="0"/>
                  </a:moveTo>
                  <a:cubicBezTo>
                    <a:pt x="215" y="0"/>
                    <a:pt x="0" y="149"/>
                    <a:pt x="0" y="409"/>
                  </a:cubicBezTo>
                  <a:cubicBezTo>
                    <a:pt x="0" y="866"/>
                    <a:pt x="297" y="1231"/>
                    <a:pt x="1050" y="1413"/>
                  </a:cubicBezTo>
                  <a:cubicBezTo>
                    <a:pt x="1050" y="1413"/>
                    <a:pt x="1164" y="729"/>
                    <a:pt x="913" y="272"/>
                  </a:cubicBezTo>
                  <a:cubicBezTo>
                    <a:pt x="805" y="85"/>
                    <a:pt x="621" y="0"/>
                    <a:pt x="446" y="0"/>
                  </a:cubicBezTo>
                  <a:close/>
                </a:path>
              </a:pathLst>
            </a:custGeom>
            <a:solidFill>
              <a:srgbClr val="6037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6"/>
            <p:cNvSpPr/>
            <p:nvPr/>
          </p:nvSpPr>
          <p:spPr>
            <a:xfrm>
              <a:off x="2936368" y="2714667"/>
              <a:ext cx="28934" cy="35728"/>
            </a:xfrm>
            <a:custGeom>
              <a:avLst/>
              <a:gdLst/>
              <a:ahLst/>
              <a:cxnLst/>
              <a:rect l="l" t="t" r="r" b="b"/>
              <a:pathLst>
                <a:path w="822" h="1015" extrusionOk="0">
                  <a:moveTo>
                    <a:pt x="306" y="0"/>
                  </a:moveTo>
                  <a:cubicBezTo>
                    <a:pt x="146" y="0"/>
                    <a:pt x="0" y="114"/>
                    <a:pt x="0" y="307"/>
                  </a:cubicBezTo>
                  <a:cubicBezTo>
                    <a:pt x="0" y="650"/>
                    <a:pt x="183" y="901"/>
                    <a:pt x="731" y="1015"/>
                  </a:cubicBezTo>
                  <a:cubicBezTo>
                    <a:pt x="731" y="1015"/>
                    <a:pt x="822" y="536"/>
                    <a:pt x="639" y="216"/>
                  </a:cubicBezTo>
                  <a:cubicBezTo>
                    <a:pt x="560" y="67"/>
                    <a:pt x="429" y="0"/>
                    <a:pt x="306" y="0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6"/>
            <p:cNvSpPr/>
            <p:nvPr/>
          </p:nvSpPr>
          <p:spPr>
            <a:xfrm>
              <a:off x="3033590" y="2692526"/>
              <a:ext cx="90006" cy="65120"/>
            </a:xfrm>
            <a:custGeom>
              <a:avLst/>
              <a:gdLst/>
              <a:ahLst/>
              <a:cxnLst/>
              <a:rect l="l" t="t" r="r" b="b"/>
              <a:pathLst>
                <a:path w="2557" h="1850" extrusionOk="0">
                  <a:moveTo>
                    <a:pt x="251" y="1"/>
                  </a:moveTo>
                  <a:cubicBezTo>
                    <a:pt x="114" y="1"/>
                    <a:pt x="0" y="115"/>
                    <a:pt x="0" y="252"/>
                  </a:cubicBezTo>
                  <a:lnTo>
                    <a:pt x="0" y="1598"/>
                  </a:lnTo>
                  <a:cubicBezTo>
                    <a:pt x="0" y="1735"/>
                    <a:pt x="114" y="1849"/>
                    <a:pt x="251" y="1849"/>
                  </a:cubicBezTo>
                  <a:lnTo>
                    <a:pt x="2305" y="1849"/>
                  </a:lnTo>
                  <a:cubicBezTo>
                    <a:pt x="2442" y="1849"/>
                    <a:pt x="2557" y="1735"/>
                    <a:pt x="2557" y="1598"/>
                  </a:cubicBezTo>
                  <a:lnTo>
                    <a:pt x="2557" y="252"/>
                  </a:lnTo>
                  <a:cubicBezTo>
                    <a:pt x="2534" y="115"/>
                    <a:pt x="2420" y="1"/>
                    <a:pt x="2305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6"/>
            <p:cNvSpPr/>
            <p:nvPr/>
          </p:nvSpPr>
          <p:spPr>
            <a:xfrm>
              <a:off x="3150877" y="2682072"/>
              <a:ext cx="98067" cy="83600"/>
            </a:xfrm>
            <a:custGeom>
              <a:avLst/>
              <a:gdLst/>
              <a:ahLst/>
              <a:cxnLst/>
              <a:rect l="l" t="t" r="r" b="b"/>
              <a:pathLst>
                <a:path w="2786" h="2375" extrusionOk="0">
                  <a:moveTo>
                    <a:pt x="252" y="1"/>
                  </a:moveTo>
                  <a:cubicBezTo>
                    <a:pt x="115" y="1"/>
                    <a:pt x="1" y="161"/>
                    <a:pt x="1" y="343"/>
                  </a:cubicBezTo>
                  <a:lnTo>
                    <a:pt x="1" y="2032"/>
                  </a:lnTo>
                  <a:cubicBezTo>
                    <a:pt x="1" y="2238"/>
                    <a:pt x="115" y="2375"/>
                    <a:pt x="252" y="2375"/>
                  </a:cubicBezTo>
                  <a:lnTo>
                    <a:pt x="2511" y="2375"/>
                  </a:lnTo>
                  <a:cubicBezTo>
                    <a:pt x="2648" y="2375"/>
                    <a:pt x="2762" y="2238"/>
                    <a:pt x="2762" y="2032"/>
                  </a:cubicBezTo>
                  <a:lnTo>
                    <a:pt x="2762" y="343"/>
                  </a:lnTo>
                  <a:cubicBezTo>
                    <a:pt x="2785" y="161"/>
                    <a:pt x="2648" y="1"/>
                    <a:pt x="2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6"/>
            <p:cNvSpPr/>
            <p:nvPr/>
          </p:nvSpPr>
          <p:spPr>
            <a:xfrm>
              <a:off x="3158902" y="2692526"/>
              <a:ext cx="81206" cy="65120"/>
            </a:xfrm>
            <a:custGeom>
              <a:avLst/>
              <a:gdLst/>
              <a:ahLst/>
              <a:cxnLst/>
              <a:rect l="l" t="t" r="r" b="b"/>
              <a:pathLst>
                <a:path w="2307" h="1850" extrusionOk="0">
                  <a:moveTo>
                    <a:pt x="229" y="1"/>
                  </a:moveTo>
                  <a:cubicBezTo>
                    <a:pt x="115" y="1"/>
                    <a:pt x="1" y="115"/>
                    <a:pt x="1" y="252"/>
                  </a:cubicBezTo>
                  <a:lnTo>
                    <a:pt x="1" y="1598"/>
                  </a:lnTo>
                  <a:cubicBezTo>
                    <a:pt x="1" y="1735"/>
                    <a:pt x="92" y="1849"/>
                    <a:pt x="229" y="1849"/>
                  </a:cubicBezTo>
                  <a:lnTo>
                    <a:pt x="2078" y="1849"/>
                  </a:lnTo>
                  <a:cubicBezTo>
                    <a:pt x="2192" y="1849"/>
                    <a:pt x="2306" y="1735"/>
                    <a:pt x="2306" y="1598"/>
                  </a:cubicBezTo>
                  <a:lnTo>
                    <a:pt x="2306" y="252"/>
                  </a:lnTo>
                  <a:cubicBezTo>
                    <a:pt x="2306" y="115"/>
                    <a:pt x="2192" y="1"/>
                    <a:pt x="2078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6"/>
            <p:cNvSpPr/>
            <p:nvPr/>
          </p:nvSpPr>
          <p:spPr>
            <a:xfrm>
              <a:off x="3138029" y="2700552"/>
              <a:ext cx="48224" cy="80784"/>
            </a:xfrm>
            <a:custGeom>
              <a:avLst/>
              <a:gdLst/>
              <a:ahLst/>
              <a:cxnLst/>
              <a:rect l="l" t="t" r="r" b="b"/>
              <a:pathLst>
                <a:path w="1370" h="2295" extrusionOk="0">
                  <a:moveTo>
                    <a:pt x="297" y="1"/>
                  </a:moveTo>
                  <a:lnTo>
                    <a:pt x="0" y="526"/>
                  </a:lnTo>
                  <a:lnTo>
                    <a:pt x="46" y="2283"/>
                  </a:lnTo>
                  <a:cubicBezTo>
                    <a:pt x="46" y="2283"/>
                    <a:pt x="179" y="2294"/>
                    <a:pt x="356" y="2294"/>
                  </a:cubicBezTo>
                  <a:cubicBezTo>
                    <a:pt x="689" y="2294"/>
                    <a:pt x="1181" y="2256"/>
                    <a:pt x="1256" y="2032"/>
                  </a:cubicBezTo>
                  <a:cubicBezTo>
                    <a:pt x="1370" y="1667"/>
                    <a:pt x="868" y="617"/>
                    <a:pt x="297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46"/>
            <p:cNvSpPr/>
            <p:nvPr/>
          </p:nvSpPr>
          <p:spPr>
            <a:xfrm>
              <a:off x="3139648" y="2700552"/>
              <a:ext cx="46605" cy="79165"/>
            </a:xfrm>
            <a:custGeom>
              <a:avLst/>
              <a:gdLst/>
              <a:ahLst/>
              <a:cxnLst/>
              <a:rect l="l" t="t" r="r" b="b"/>
              <a:pathLst>
                <a:path w="1324" h="2249" extrusionOk="0">
                  <a:moveTo>
                    <a:pt x="251" y="1"/>
                  </a:moveTo>
                  <a:lnTo>
                    <a:pt x="160" y="161"/>
                  </a:lnTo>
                  <a:cubicBezTo>
                    <a:pt x="639" y="800"/>
                    <a:pt x="1004" y="1644"/>
                    <a:pt x="890" y="1941"/>
                  </a:cubicBezTo>
                  <a:cubicBezTo>
                    <a:pt x="799" y="2169"/>
                    <a:pt x="320" y="2192"/>
                    <a:pt x="0" y="2192"/>
                  </a:cubicBezTo>
                  <a:lnTo>
                    <a:pt x="0" y="2238"/>
                  </a:lnTo>
                  <a:cubicBezTo>
                    <a:pt x="0" y="2238"/>
                    <a:pt x="133" y="2249"/>
                    <a:pt x="310" y="2249"/>
                  </a:cubicBezTo>
                  <a:cubicBezTo>
                    <a:pt x="643" y="2249"/>
                    <a:pt x="1135" y="2210"/>
                    <a:pt x="1210" y="1987"/>
                  </a:cubicBezTo>
                  <a:cubicBezTo>
                    <a:pt x="1324" y="1667"/>
                    <a:pt x="822" y="617"/>
                    <a:pt x="251" y="1"/>
                  </a:cubicBez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46"/>
            <p:cNvSpPr/>
            <p:nvPr/>
          </p:nvSpPr>
          <p:spPr>
            <a:xfrm>
              <a:off x="3065728" y="2697349"/>
              <a:ext cx="24112" cy="33827"/>
            </a:xfrm>
            <a:custGeom>
              <a:avLst/>
              <a:gdLst/>
              <a:ahLst/>
              <a:cxnLst/>
              <a:rect l="l" t="t" r="r" b="b"/>
              <a:pathLst>
                <a:path w="685" h="961" extrusionOk="0">
                  <a:moveTo>
                    <a:pt x="342" y="1"/>
                  </a:moveTo>
                  <a:cubicBezTo>
                    <a:pt x="137" y="1"/>
                    <a:pt x="0" y="229"/>
                    <a:pt x="0" y="480"/>
                  </a:cubicBezTo>
                  <a:cubicBezTo>
                    <a:pt x="0" y="731"/>
                    <a:pt x="137" y="959"/>
                    <a:pt x="342" y="959"/>
                  </a:cubicBezTo>
                  <a:cubicBezTo>
                    <a:pt x="350" y="960"/>
                    <a:pt x="357" y="961"/>
                    <a:pt x="365" y="961"/>
                  </a:cubicBezTo>
                  <a:cubicBezTo>
                    <a:pt x="519" y="961"/>
                    <a:pt x="685" y="741"/>
                    <a:pt x="685" y="480"/>
                  </a:cubicBezTo>
                  <a:cubicBezTo>
                    <a:pt x="685" y="229"/>
                    <a:pt x="548" y="1"/>
                    <a:pt x="3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46"/>
            <p:cNvSpPr/>
            <p:nvPr/>
          </p:nvSpPr>
          <p:spPr>
            <a:xfrm>
              <a:off x="3055274" y="2694145"/>
              <a:ext cx="42627" cy="12883"/>
            </a:xfrm>
            <a:custGeom>
              <a:avLst/>
              <a:gdLst/>
              <a:ahLst/>
              <a:cxnLst/>
              <a:rect l="l" t="t" r="r" b="b"/>
              <a:pathLst>
                <a:path w="1211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210" y="365"/>
                  </a:lnTo>
                  <a:lnTo>
                    <a:pt x="1210" y="0"/>
                  </a:ln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46"/>
            <p:cNvSpPr/>
            <p:nvPr/>
          </p:nvSpPr>
          <p:spPr>
            <a:xfrm>
              <a:off x="3054464" y="2720651"/>
              <a:ext cx="41818" cy="12883"/>
            </a:xfrm>
            <a:custGeom>
              <a:avLst/>
              <a:gdLst/>
              <a:ahLst/>
              <a:cxnLst/>
              <a:rect l="l" t="t" r="r" b="b"/>
              <a:pathLst>
                <a:path w="1188" h="366" extrusionOk="0">
                  <a:moveTo>
                    <a:pt x="1" y="0"/>
                  </a:moveTo>
                  <a:lnTo>
                    <a:pt x="1" y="366"/>
                  </a:lnTo>
                  <a:lnTo>
                    <a:pt x="1187" y="366"/>
                  </a:lnTo>
                  <a:lnTo>
                    <a:pt x="1187" y="0"/>
                  </a:ln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46"/>
            <p:cNvSpPr/>
            <p:nvPr/>
          </p:nvSpPr>
          <p:spPr>
            <a:xfrm>
              <a:off x="3189456" y="2697349"/>
              <a:ext cx="24112" cy="33792"/>
            </a:xfrm>
            <a:custGeom>
              <a:avLst/>
              <a:gdLst/>
              <a:ahLst/>
              <a:cxnLst/>
              <a:rect l="l" t="t" r="r" b="b"/>
              <a:pathLst>
                <a:path w="685" h="960" extrusionOk="0">
                  <a:moveTo>
                    <a:pt x="343" y="1"/>
                  </a:moveTo>
                  <a:cubicBezTo>
                    <a:pt x="137" y="1"/>
                    <a:pt x="0" y="229"/>
                    <a:pt x="0" y="480"/>
                  </a:cubicBezTo>
                  <a:cubicBezTo>
                    <a:pt x="0" y="731"/>
                    <a:pt x="137" y="959"/>
                    <a:pt x="343" y="959"/>
                  </a:cubicBezTo>
                  <a:cubicBezTo>
                    <a:pt x="525" y="959"/>
                    <a:pt x="685" y="754"/>
                    <a:pt x="685" y="480"/>
                  </a:cubicBezTo>
                  <a:cubicBezTo>
                    <a:pt x="685" y="229"/>
                    <a:pt x="525" y="1"/>
                    <a:pt x="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46"/>
            <p:cNvSpPr/>
            <p:nvPr/>
          </p:nvSpPr>
          <p:spPr>
            <a:xfrm>
              <a:off x="3179002" y="2694145"/>
              <a:ext cx="41818" cy="12883"/>
            </a:xfrm>
            <a:custGeom>
              <a:avLst/>
              <a:gdLst/>
              <a:ahLst/>
              <a:cxnLst/>
              <a:rect l="l" t="t" r="r" b="b"/>
              <a:pathLst>
                <a:path w="1188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187" y="365"/>
                  </a:lnTo>
                  <a:lnTo>
                    <a:pt x="1187" y="0"/>
                  </a:ln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46"/>
            <p:cNvSpPr/>
            <p:nvPr/>
          </p:nvSpPr>
          <p:spPr>
            <a:xfrm>
              <a:off x="3179002" y="2720651"/>
              <a:ext cx="41818" cy="12883"/>
            </a:xfrm>
            <a:custGeom>
              <a:avLst/>
              <a:gdLst/>
              <a:ahLst/>
              <a:cxnLst/>
              <a:rect l="l" t="t" r="r" b="b"/>
              <a:pathLst>
                <a:path w="1188" h="366" extrusionOk="0">
                  <a:moveTo>
                    <a:pt x="0" y="0"/>
                  </a:moveTo>
                  <a:lnTo>
                    <a:pt x="0" y="366"/>
                  </a:lnTo>
                  <a:lnTo>
                    <a:pt x="1187" y="366"/>
                  </a:lnTo>
                  <a:lnTo>
                    <a:pt x="1187" y="0"/>
                  </a:ln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46"/>
            <p:cNvSpPr/>
            <p:nvPr/>
          </p:nvSpPr>
          <p:spPr>
            <a:xfrm>
              <a:off x="3055274" y="2726283"/>
              <a:ext cx="46640" cy="6019"/>
            </a:xfrm>
            <a:custGeom>
              <a:avLst/>
              <a:gdLst/>
              <a:ahLst/>
              <a:cxnLst/>
              <a:rect l="l" t="t" r="r" b="b"/>
              <a:pathLst>
                <a:path w="1325" h="171" extrusionOk="0">
                  <a:moveTo>
                    <a:pt x="662" y="0"/>
                  </a:moveTo>
                  <a:cubicBezTo>
                    <a:pt x="297" y="0"/>
                    <a:pt x="0" y="92"/>
                    <a:pt x="0" y="160"/>
                  </a:cubicBezTo>
                  <a:cubicBezTo>
                    <a:pt x="0" y="168"/>
                    <a:pt x="33" y="170"/>
                    <a:pt x="91" y="170"/>
                  </a:cubicBezTo>
                  <a:cubicBezTo>
                    <a:pt x="206" y="170"/>
                    <a:pt x="419" y="160"/>
                    <a:pt x="662" y="160"/>
                  </a:cubicBezTo>
                  <a:cubicBezTo>
                    <a:pt x="758" y="148"/>
                    <a:pt x="849" y="144"/>
                    <a:pt x="931" y="144"/>
                  </a:cubicBezTo>
                  <a:cubicBezTo>
                    <a:pt x="1115" y="144"/>
                    <a:pt x="1255" y="165"/>
                    <a:pt x="1305" y="165"/>
                  </a:cubicBezTo>
                  <a:cubicBezTo>
                    <a:pt x="1318" y="165"/>
                    <a:pt x="1324" y="163"/>
                    <a:pt x="1324" y="160"/>
                  </a:cubicBezTo>
                  <a:cubicBezTo>
                    <a:pt x="1324" y="114"/>
                    <a:pt x="1027" y="0"/>
                    <a:pt x="662" y="0"/>
                  </a:cubicBez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46"/>
            <p:cNvSpPr/>
            <p:nvPr/>
          </p:nvSpPr>
          <p:spPr>
            <a:xfrm>
              <a:off x="3066502" y="2734309"/>
              <a:ext cx="26576" cy="3590"/>
            </a:xfrm>
            <a:custGeom>
              <a:avLst/>
              <a:gdLst/>
              <a:ahLst/>
              <a:cxnLst/>
              <a:rect l="l" t="t" r="r" b="b"/>
              <a:pathLst>
                <a:path w="755" h="102" extrusionOk="0">
                  <a:moveTo>
                    <a:pt x="366" y="0"/>
                  </a:moveTo>
                  <a:cubicBezTo>
                    <a:pt x="184" y="0"/>
                    <a:pt x="1" y="69"/>
                    <a:pt x="1" y="92"/>
                  </a:cubicBezTo>
                  <a:cubicBezTo>
                    <a:pt x="1" y="99"/>
                    <a:pt x="21" y="102"/>
                    <a:pt x="55" y="102"/>
                  </a:cubicBezTo>
                  <a:cubicBezTo>
                    <a:pt x="123" y="102"/>
                    <a:pt x="244" y="92"/>
                    <a:pt x="366" y="92"/>
                  </a:cubicBezTo>
                  <a:cubicBezTo>
                    <a:pt x="503" y="92"/>
                    <a:pt x="630" y="102"/>
                    <a:pt x="699" y="102"/>
                  </a:cubicBezTo>
                  <a:cubicBezTo>
                    <a:pt x="734" y="102"/>
                    <a:pt x="754" y="99"/>
                    <a:pt x="754" y="92"/>
                  </a:cubicBezTo>
                  <a:cubicBezTo>
                    <a:pt x="754" y="69"/>
                    <a:pt x="572" y="0"/>
                    <a:pt x="366" y="0"/>
                  </a:cubicBez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46"/>
            <p:cNvSpPr/>
            <p:nvPr/>
          </p:nvSpPr>
          <p:spPr>
            <a:xfrm>
              <a:off x="3178192" y="2726283"/>
              <a:ext cx="45830" cy="6019"/>
            </a:xfrm>
            <a:custGeom>
              <a:avLst/>
              <a:gdLst/>
              <a:ahLst/>
              <a:cxnLst/>
              <a:rect l="l" t="t" r="r" b="b"/>
              <a:pathLst>
                <a:path w="1302" h="171" extrusionOk="0">
                  <a:moveTo>
                    <a:pt x="640" y="0"/>
                  </a:moveTo>
                  <a:cubicBezTo>
                    <a:pt x="275" y="0"/>
                    <a:pt x="1" y="92"/>
                    <a:pt x="1" y="160"/>
                  </a:cubicBezTo>
                  <a:cubicBezTo>
                    <a:pt x="1" y="168"/>
                    <a:pt x="31" y="170"/>
                    <a:pt x="85" y="170"/>
                  </a:cubicBezTo>
                  <a:cubicBezTo>
                    <a:pt x="193" y="170"/>
                    <a:pt x="396" y="160"/>
                    <a:pt x="640" y="160"/>
                  </a:cubicBezTo>
                  <a:cubicBezTo>
                    <a:pt x="741" y="148"/>
                    <a:pt x="835" y="144"/>
                    <a:pt x="918" y="144"/>
                  </a:cubicBezTo>
                  <a:cubicBezTo>
                    <a:pt x="1105" y="144"/>
                    <a:pt x="1237" y="165"/>
                    <a:pt x="1284" y="165"/>
                  </a:cubicBezTo>
                  <a:cubicBezTo>
                    <a:pt x="1295" y="165"/>
                    <a:pt x="1302" y="163"/>
                    <a:pt x="1302" y="160"/>
                  </a:cubicBezTo>
                  <a:cubicBezTo>
                    <a:pt x="1302" y="114"/>
                    <a:pt x="1028" y="0"/>
                    <a:pt x="640" y="0"/>
                  </a:cubicBez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46"/>
            <p:cNvSpPr/>
            <p:nvPr/>
          </p:nvSpPr>
          <p:spPr>
            <a:xfrm>
              <a:off x="3188646" y="2734309"/>
              <a:ext cx="26541" cy="3590"/>
            </a:xfrm>
            <a:custGeom>
              <a:avLst/>
              <a:gdLst/>
              <a:ahLst/>
              <a:cxnLst/>
              <a:rect l="l" t="t" r="r" b="b"/>
              <a:pathLst>
                <a:path w="754" h="102" extrusionOk="0">
                  <a:moveTo>
                    <a:pt x="388" y="0"/>
                  </a:moveTo>
                  <a:cubicBezTo>
                    <a:pt x="183" y="0"/>
                    <a:pt x="0" y="69"/>
                    <a:pt x="0" y="92"/>
                  </a:cubicBezTo>
                  <a:cubicBezTo>
                    <a:pt x="0" y="99"/>
                    <a:pt x="21" y="102"/>
                    <a:pt x="55" y="102"/>
                  </a:cubicBezTo>
                  <a:cubicBezTo>
                    <a:pt x="125" y="102"/>
                    <a:pt x="251" y="92"/>
                    <a:pt x="388" y="92"/>
                  </a:cubicBezTo>
                  <a:cubicBezTo>
                    <a:pt x="510" y="92"/>
                    <a:pt x="632" y="102"/>
                    <a:pt x="699" y="102"/>
                  </a:cubicBezTo>
                  <a:cubicBezTo>
                    <a:pt x="733" y="102"/>
                    <a:pt x="754" y="99"/>
                    <a:pt x="754" y="92"/>
                  </a:cubicBezTo>
                  <a:cubicBezTo>
                    <a:pt x="754" y="69"/>
                    <a:pt x="571" y="0"/>
                    <a:pt x="388" y="0"/>
                  </a:cubicBez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46"/>
            <p:cNvSpPr/>
            <p:nvPr/>
          </p:nvSpPr>
          <p:spPr>
            <a:xfrm>
              <a:off x="3157318" y="2866872"/>
              <a:ext cx="14502" cy="34602"/>
            </a:xfrm>
            <a:custGeom>
              <a:avLst/>
              <a:gdLst/>
              <a:ahLst/>
              <a:cxnLst/>
              <a:rect l="l" t="t" r="r" b="b"/>
              <a:pathLst>
                <a:path w="412" h="983" extrusionOk="0">
                  <a:moveTo>
                    <a:pt x="183" y="1"/>
                  </a:moveTo>
                  <a:cubicBezTo>
                    <a:pt x="0" y="1"/>
                    <a:pt x="91" y="229"/>
                    <a:pt x="91" y="503"/>
                  </a:cubicBezTo>
                  <a:cubicBezTo>
                    <a:pt x="91" y="754"/>
                    <a:pt x="0" y="982"/>
                    <a:pt x="183" y="982"/>
                  </a:cubicBezTo>
                  <a:cubicBezTo>
                    <a:pt x="411" y="982"/>
                    <a:pt x="274" y="754"/>
                    <a:pt x="274" y="503"/>
                  </a:cubicBezTo>
                  <a:cubicBezTo>
                    <a:pt x="274" y="229"/>
                    <a:pt x="388" y="1"/>
                    <a:pt x="183" y="1"/>
                  </a:cubicBez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46"/>
            <p:cNvSpPr/>
            <p:nvPr/>
          </p:nvSpPr>
          <p:spPr>
            <a:xfrm>
              <a:off x="3023946" y="2627160"/>
              <a:ext cx="107677" cy="47062"/>
            </a:xfrm>
            <a:custGeom>
              <a:avLst/>
              <a:gdLst/>
              <a:ahLst/>
              <a:cxnLst/>
              <a:rect l="l" t="t" r="r" b="b"/>
              <a:pathLst>
                <a:path w="3059" h="1337" extrusionOk="0">
                  <a:moveTo>
                    <a:pt x="2121" y="0"/>
                  </a:moveTo>
                  <a:cubicBezTo>
                    <a:pt x="1374" y="0"/>
                    <a:pt x="307" y="81"/>
                    <a:pt x="183" y="237"/>
                  </a:cubicBezTo>
                  <a:cubicBezTo>
                    <a:pt x="0" y="488"/>
                    <a:pt x="46" y="1150"/>
                    <a:pt x="183" y="1264"/>
                  </a:cubicBezTo>
                  <a:cubicBezTo>
                    <a:pt x="228" y="1309"/>
                    <a:pt x="624" y="1336"/>
                    <a:pt x="1102" y="1336"/>
                  </a:cubicBezTo>
                  <a:cubicBezTo>
                    <a:pt x="1844" y="1336"/>
                    <a:pt x="2783" y="1271"/>
                    <a:pt x="2922" y="1104"/>
                  </a:cubicBezTo>
                  <a:cubicBezTo>
                    <a:pt x="2967" y="1059"/>
                    <a:pt x="3059" y="168"/>
                    <a:pt x="2831" y="54"/>
                  </a:cubicBezTo>
                  <a:cubicBezTo>
                    <a:pt x="2750" y="18"/>
                    <a:pt x="2471" y="0"/>
                    <a:pt x="21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46"/>
            <p:cNvSpPr/>
            <p:nvPr/>
          </p:nvSpPr>
          <p:spPr>
            <a:xfrm>
              <a:off x="3158902" y="2629307"/>
              <a:ext cx="85219" cy="44282"/>
            </a:xfrm>
            <a:custGeom>
              <a:avLst/>
              <a:gdLst/>
              <a:ahLst/>
              <a:cxnLst/>
              <a:rect l="l" t="t" r="r" b="b"/>
              <a:pathLst>
                <a:path w="2421" h="1258" extrusionOk="0">
                  <a:moveTo>
                    <a:pt x="427" y="0"/>
                  </a:moveTo>
                  <a:cubicBezTo>
                    <a:pt x="329" y="0"/>
                    <a:pt x="258" y="5"/>
                    <a:pt x="229" y="16"/>
                  </a:cubicBezTo>
                  <a:cubicBezTo>
                    <a:pt x="1" y="130"/>
                    <a:pt x="1" y="906"/>
                    <a:pt x="69" y="975"/>
                  </a:cubicBezTo>
                  <a:cubicBezTo>
                    <a:pt x="192" y="1150"/>
                    <a:pt x="1344" y="1257"/>
                    <a:pt x="1929" y="1257"/>
                  </a:cubicBezTo>
                  <a:cubicBezTo>
                    <a:pt x="2108" y="1257"/>
                    <a:pt x="2234" y="1247"/>
                    <a:pt x="2261" y="1226"/>
                  </a:cubicBezTo>
                  <a:cubicBezTo>
                    <a:pt x="2375" y="1135"/>
                    <a:pt x="2420" y="541"/>
                    <a:pt x="2306" y="313"/>
                  </a:cubicBezTo>
                  <a:cubicBezTo>
                    <a:pt x="2210" y="140"/>
                    <a:pt x="940" y="0"/>
                    <a:pt x="4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46"/>
            <p:cNvSpPr/>
            <p:nvPr/>
          </p:nvSpPr>
          <p:spPr>
            <a:xfrm>
              <a:off x="3078576" y="2790347"/>
              <a:ext cx="106902" cy="30765"/>
            </a:xfrm>
            <a:custGeom>
              <a:avLst/>
              <a:gdLst/>
              <a:ahLst/>
              <a:cxnLst/>
              <a:rect l="l" t="t" r="r" b="b"/>
              <a:pathLst>
                <a:path w="3037" h="874" extrusionOk="0">
                  <a:moveTo>
                    <a:pt x="1446" y="0"/>
                  </a:moveTo>
                  <a:cubicBezTo>
                    <a:pt x="823" y="0"/>
                    <a:pt x="339" y="227"/>
                    <a:pt x="46" y="645"/>
                  </a:cubicBezTo>
                  <a:cubicBezTo>
                    <a:pt x="0" y="737"/>
                    <a:pt x="23" y="805"/>
                    <a:pt x="92" y="851"/>
                  </a:cubicBezTo>
                  <a:cubicBezTo>
                    <a:pt x="92" y="874"/>
                    <a:pt x="114" y="874"/>
                    <a:pt x="137" y="874"/>
                  </a:cubicBezTo>
                  <a:cubicBezTo>
                    <a:pt x="183" y="874"/>
                    <a:pt x="229" y="851"/>
                    <a:pt x="320" y="805"/>
                  </a:cubicBezTo>
                  <a:cubicBezTo>
                    <a:pt x="612" y="377"/>
                    <a:pt x="1153" y="297"/>
                    <a:pt x="1476" y="297"/>
                  </a:cubicBezTo>
                  <a:cubicBezTo>
                    <a:pt x="1531" y="297"/>
                    <a:pt x="1581" y="300"/>
                    <a:pt x="1621" y="303"/>
                  </a:cubicBezTo>
                  <a:cubicBezTo>
                    <a:pt x="2192" y="326"/>
                    <a:pt x="2648" y="577"/>
                    <a:pt x="2762" y="782"/>
                  </a:cubicBezTo>
                  <a:cubicBezTo>
                    <a:pt x="2796" y="834"/>
                    <a:pt x="2843" y="859"/>
                    <a:pt x="2894" y="859"/>
                  </a:cubicBezTo>
                  <a:cubicBezTo>
                    <a:pt x="2911" y="859"/>
                    <a:pt x="2928" y="856"/>
                    <a:pt x="2945" y="851"/>
                  </a:cubicBezTo>
                  <a:cubicBezTo>
                    <a:pt x="2990" y="805"/>
                    <a:pt x="3036" y="737"/>
                    <a:pt x="2990" y="668"/>
                  </a:cubicBezTo>
                  <a:cubicBezTo>
                    <a:pt x="2831" y="326"/>
                    <a:pt x="2260" y="75"/>
                    <a:pt x="1621" y="6"/>
                  </a:cubicBezTo>
                  <a:cubicBezTo>
                    <a:pt x="1562" y="2"/>
                    <a:pt x="1503" y="0"/>
                    <a:pt x="1446" y="0"/>
                  </a:cubicBez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46"/>
            <p:cNvSpPr/>
            <p:nvPr/>
          </p:nvSpPr>
          <p:spPr>
            <a:xfrm>
              <a:off x="3119549" y="2817064"/>
              <a:ext cx="26541" cy="11686"/>
            </a:xfrm>
            <a:custGeom>
              <a:avLst/>
              <a:gdLst/>
              <a:ahLst/>
              <a:cxnLst/>
              <a:rect l="l" t="t" r="r" b="b"/>
              <a:pathLst>
                <a:path w="754" h="332" extrusionOk="0">
                  <a:moveTo>
                    <a:pt x="411" y="0"/>
                  </a:moveTo>
                  <a:cubicBezTo>
                    <a:pt x="206" y="0"/>
                    <a:pt x="0" y="206"/>
                    <a:pt x="0" y="274"/>
                  </a:cubicBezTo>
                  <a:cubicBezTo>
                    <a:pt x="0" y="320"/>
                    <a:pt x="52" y="331"/>
                    <a:pt x="129" y="331"/>
                  </a:cubicBezTo>
                  <a:cubicBezTo>
                    <a:pt x="206" y="331"/>
                    <a:pt x="309" y="320"/>
                    <a:pt x="411" y="320"/>
                  </a:cubicBezTo>
                  <a:cubicBezTo>
                    <a:pt x="480" y="305"/>
                    <a:pt x="541" y="302"/>
                    <a:pt x="591" y="302"/>
                  </a:cubicBezTo>
                  <a:cubicBezTo>
                    <a:pt x="617" y="302"/>
                    <a:pt x="639" y="303"/>
                    <a:pt x="659" y="303"/>
                  </a:cubicBezTo>
                  <a:cubicBezTo>
                    <a:pt x="719" y="303"/>
                    <a:pt x="754" y="297"/>
                    <a:pt x="754" y="252"/>
                  </a:cubicBezTo>
                  <a:cubicBezTo>
                    <a:pt x="754" y="160"/>
                    <a:pt x="617" y="0"/>
                    <a:pt x="411" y="0"/>
                  </a:cubicBez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46"/>
            <p:cNvSpPr/>
            <p:nvPr/>
          </p:nvSpPr>
          <p:spPr>
            <a:xfrm>
              <a:off x="3058477" y="2805765"/>
              <a:ext cx="16122" cy="34672"/>
            </a:xfrm>
            <a:custGeom>
              <a:avLst/>
              <a:gdLst/>
              <a:ahLst/>
              <a:cxnLst/>
              <a:rect l="l" t="t" r="r" b="b"/>
              <a:pathLst>
                <a:path w="458" h="985" extrusionOk="0">
                  <a:moveTo>
                    <a:pt x="214" y="0"/>
                  </a:moveTo>
                  <a:cubicBezTo>
                    <a:pt x="212" y="0"/>
                    <a:pt x="209" y="1"/>
                    <a:pt x="206" y="2"/>
                  </a:cubicBezTo>
                  <a:cubicBezTo>
                    <a:pt x="115" y="25"/>
                    <a:pt x="1" y="230"/>
                    <a:pt x="69" y="527"/>
                  </a:cubicBezTo>
                  <a:cubicBezTo>
                    <a:pt x="113" y="766"/>
                    <a:pt x="301" y="985"/>
                    <a:pt x="359" y="985"/>
                  </a:cubicBezTo>
                  <a:cubicBezTo>
                    <a:pt x="361" y="985"/>
                    <a:pt x="364" y="984"/>
                    <a:pt x="366" y="983"/>
                  </a:cubicBezTo>
                  <a:cubicBezTo>
                    <a:pt x="457" y="938"/>
                    <a:pt x="297" y="778"/>
                    <a:pt x="229" y="527"/>
                  </a:cubicBezTo>
                  <a:cubicBezTo>
                    <a:pt x="207" y="243"/>
                    <a:pt x="269" y="0"/>
                    <a:pt x="214" y="0"/>
                  </a:cubicBez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46"/>
            <p:cNvSpPr/>
            <p:nvPr/>
          </p:nvSpPr>
          <p:spPr>
            <a:xfrm>
              <a:off x="3183014" y="2801752"/>
              <a:ext cx="15312" cy="34707"/>
            </a:xfrm>
            <a:custGeom>
              <a:avLst/>
              <a:gdLst/>
              <a:ahLst/>
              <a:cxnLst/>
              <a:rect l="l" t="t" r="r" b="b"/>
              <a:pathLst>
                <a:path w="435" h="986" extrusionOk="0">
                  <a:moveTo>
                    <a:pt x="243" y="0"/>
                  </a:moveTo>
                  <a:cubicBezTo>
                    <a:pt x="189" y="0"/>
                    <a:pt x="250" y="220"/>
                    <a:pt x="206" y="481"/>
                  </a:cubicBezTo>
                  <a:cubicBezTo>
                    <a:pt x="138" y="755"/>
                    <a:pt x="1" y="983"/>
                    <a:pt x="69" y="983"/>
                  </a:cubicBezTo>
                  <a:cubicBezTo>
                    <a:pt x="73" y="985"/>
                    <a:pt x="77" y="985"/>
                    <a:pt x="82" y="985"/>
                  </a:cubicBezTo>
                  <a:cubicBezTo>
                    <a:pt x="158" y="985"/>
                    <a:pt x="323" y="809"/>
                    <a:pt x="366" y="572"/>
                  </a:cubicBezTo>
                  <a:cubicBezTo>
                    <a:pt x="434" y="321"/>
                    <a:pt x="343" y="25"/>
                    <a:pt x="252" y="2"/>
                  </a:cubicBezTo>
                  <a:cubicBezTo>
                    <a:pt x="248" y="1"/>
                    <a:pt x="246" y="0"/>
                    <a:pt x="243" y="0"/>
                  </a:cubicBez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46"/>
            <p:cNvSpPr/>
            <p:nvPr/>
          </p:nvSpPr>
          <p:spPr>
            <a:xfrm>
              <a:off x="2957242" y="2579745"/>
              <a:ext cx="57094" cy="69731"/>
            </a:xfrm>
            <a:custGeom>
              <a:avLst/>
              <a:gdLst/>
              <a:ahLst/>
              <a:cxnLst/>
              <a:rect l="l" t="t" r="r" b="b"/>
              <a:pathLst>
                <a:path w="1622" h="1981" extrusionOk="0">
                  <a:moveTo>
                    <a:pt x="1096" y="0"/>
                  </a:moveTo>
                  <a:cubicBezTo>
                    <a:pt x="798" y="0"/>
                    <a:pt x="440" y="294"/>
                    <a:pt x="229" y="717"/>
                  </a:cubicBezTo>
                  <a:cubicBezTo>
                    <a:pt x="1" y="1219"/>
                    <a:pt x="46" y="1789"/>
                    <a:pt x="366" y="1949"/>
                  </a:cubicBezTo>
                  <a:cubicBezTo>
                    <a:pt x="416" y="1971"/>
                    <a:pt x="470" y="1981"/>
                    <a:pt x="526" y="1981"/>
                  </a:cubicBezTo>
                  <a:cubicBezTo>
                    <a:pt x="824" y="1981"/>
                    <a:pt x="1181" y="1688"/>
                    <a:pt x="1393" y="1264"/>
                  </a:cubicBezTo>
                  <a:cubicBezTo>
                    <a:pt x="1621" y="739"/>
                    <a:pt x="1576" y="169"/>
                    <a:pt x="1256" y="32"/>
                  </a:cubicBezTo>
                  <a:cubicBezTo>
                    <a:pt x="1206" y="10"/>
                    <a:pt x="1152" y="0"/>
                    <a:pt x="10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46"/>
            <p:cNvSpPr/>
            <p:nvPr/>
          </p:nvSpPr>
          <p:spPr>
            <a:xfrm>
              <a:off x="2953264" y="2519307"/>
              <a:ext cx="44880" cy="36749"/>
            </a:xfrm>
            <a:custGeom>
              <a:avLst/>
              <a:gdLst/>
              <a:ahLst/>
              <a:cxnLst/>
              <a:rect l="l" t="t" r="r" b="b"/>
              <a:pathLst>
                <a:path w="1275" h="1044" extrusionOk="0">
                  <a:moveTo>
                    <a:pt x="813" y="1"/>
                  </a:moveTo>
                  <a:cubicBezTo>
                    <a:pt x="772" y="1"/>
                    <a:pt x="729" y="5"/>
                    <a:pt x="684" y="14"/>
                  </a:cubicBezTo>
                  <a:cubicBezTo>
                    <a:pt x="342" y="37"/>
                    <a:pt x="45" y="334"/>
                    <a:pt x="22" y="608"/>
                  </a:cubicBezTo>
                  <a:cubicBezTo>
                    <a:pt x="1" y="886"/>
                    <a:pt x="220" y="1043"/>
                    <a:pt x="529" y="1043"/>
                  </a:cubicBezTo>
                  <a:cubicBezTo>
                    <a:pt x="550" y="1043"/>
                    <a:pt x="571" y="1043"/>
                    <a:pt x="593" y="1041"/>
                  </a:cubicBezTo>
                  <a:cubicBezTo>
                    <a:pt x="935" y="1018"/>
                    <a:pt x="1232" y="722"/>
                    <a:pt x="1255" y="448"/>
                  </a:cubicBezTo>
                  <a:cubicBezTo>
                    <a:pt x="1275" y="190"/>
                    <a:pt x="1088" y="1"/>
                    <a:pt x="8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46"/>
            <p:cNvSpPr/>
            <p:nvPr/>
          </p:nvSpPr>
          <p:spPr>
            <a:xfrm>
              <a:off x="3023946" y="2627160"/>
              <a:ext cx="107677" cy="47062"/>
            </a:xfrm>
            <a:custGeom>
              <a:avLst/>
              <a:gdLst/>
              <a:ahLst/>
              <a:cxnLst/>
              <a:rect l="l" t="t" r="r" b="b"/>
              <a:pathLst>
                <a:path w="3059" h="1337" extrusionOk="0">
                  <a:moveTo>
                    <a:pt x="2121" y="0"/>
                  </a:moveTo>
                  <a:cubicBezTo>
                    <a:pt x="1374" y="0"/>
                    <a:pt x="307" y="81"/>
                    <a:pt x="183" y="237"/>
                  </a:cubicBezTo>
                  <a:cubicBezTo>
                    <a:pt x="0" y="488"/>
                    <a:pt x="46" y="1150"/>
                    <a:pt x="183" y="1264"/>
                  </a:cubicBezTo>
                  <a:cubicBezTo>
                    <a:pt x="228" y="1309"/>
                    <a:pt x="624" y="1336"/>
                    <a:pt x="1102" y="1336"/>
                  </a:cubicBezTo>
                  <a:cubicBezTo>
                    <a:pt x="1844" y="1336"/>
                    <a:pt x="2783" y="1271"/>
                    <a:pt x="2922" y="1104"/>
                  </a:cubicBezTo>
                  <a:cubicBezTo>
                    <a:pt x="2967" y="1059"/>
                    <a:pt x="3059" y="168"/>
                    <a:pt x="2831" y="54"/>
                  </a:cubicBezTo>
                  <a:cubicBezTo>
                    <a:pt x="2750" y="18"/>
                    <a:pt x="2471" y="0"/>
                    <a:pt x="2121" y="0"/>
                  </a:cubicBezTo>
                  <a:close/>
                </a:path>
              </a:pathLst>
            </a:custGeom>
            <a:solidFill>
              <a:srgbClr val="FFFFFF">
                <a:alpha val="4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46"/>
            <p:cNvSpPr/>
            <p:nvPr/>
          </p:nvSpPr>
          <p:spPr>
            <a:xfrm>
              <a:off x="3158902" y="2629307"/>
              <a:ext cx="85219" cy="44282"/>
            </a:xfrm>
            <a:custGeom>
              <a:avLst/>
              <a:gdLst/>
              <a:ahLst/>
              <a:cxnLst/>
              <a:rect l="l" t="t" r="r" b="b"/>
              <a:pathLst>
                <a:path w="2421" h="1258" extrusionOk="0">
                  <a:moveTo>
                    <a:pt x="427" y="0"/>
                  </a:moveTo>
                  <a:cubicBezTo>
                    <a:pt x="329" y="0"/>
                    <a:pt x="258" y="5"/>
                    <a:pt x="229" y="16"/>
                  </a:cubicBezTo>
                  <a:cubicBezTo>
                    <a:pt x="1" y="130"/>
                    <a:pt x="1" y="906"/>
                    <a:pt x="69" y="975"/>
                  </a:cubicBezTo>
                  <a:cubicBezTo>
                    <a:pt x="192" y="1150"/>
                    <a:pt x="1344" y="1257"/>
                    <a:pt x="1929" y="1257"/>
                  </a:cubicBezTo>
                  <a:cubicBezTo>
                    <a:pt x="2108" y="1257"/>
                    <a:pt x="2234" y="1247"/>
                    <a:pt x="2261" y="1226"/>
                  </a:cubicBezTo>
                  <a:cubicBezTo>
                    <a:pt x="2375" y="1135"/>
                    <a:pt x="2420" y="541"/>
                    <a:pt x="2306" y="313"/>
                  </a:cubicBezTo>
                  <a:cubicBezTo>
                    <a:pt x="2210" y="140"/>
                    <a:pt x="940" y="0"/>
                    <a:pt x="427" y="0"/>
                  </a:cubicBezTo>
                  <a:close/>
                </a:path>
              </a:pathLst>
            </a:custGeom>
            <a:solidFill>
              <a:srgbClr val="FFFFFF">
                <a:alpha val="4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6"/>
            <p:cNvSpPr/>
            <p:nvPr/>
          </p:nvSpPr>
          <p:spPr>
            <a:xfrm>
              <a:off x="2957242" y="2579745"/>
              <a:ext cx="57094" cy="69731"/>
            </a:xfrm>
            <a:custGeom>
              <a:avLst/>
              <a:gdLst/>
              <a:ahLst/>
              <a:cxnLst/>
              <a:rect l="l" t="t" r="r" b="b"/>
              <a:pathLst>
                <a:path w="1622" h="1981" extrusionOk="0">
                  <a:moveTo>
                    <a:pt x="1096" y="0"/>
                  </a:moveTo>
                  <a:cubicBezTo>
                    <a:pt x="798" y="0"/>
                    <a:pt x="440" y="294"/>
                    <a:pt x="229" y="717"/>
                  </a:cubicBezTo>
                  <a:cubicBezTo>
                    <a:pt x="1" y="1219"/>
                    <a:pt x="46" y="1789"/>
                    <a:pt x="366" y="1949"/>
                  </a:cubicBezTo>
                  <a:cubicBezTo>
                    <a:pt x="416" y="1971"/>
                    <a:pt x="470" y="1981"/>
                    <a:pt x="526" y="1981"/>
                  </a:cubicBezTo>
                  <a:cubicBezTo>
                    <a:pt x="824" y="1981"/>
                    <a:pt x="1181" y="1688"/>
                    <a:pt x="1393" y="1264"/>
                  </a:cubicBezTo>
                  <a:cubicBezTo>
                    <a:pt x="1621" y="739"/>
                    <a:pt x="1576" y="169"/>
                    <a:pt x="1256" y="32"/>
                  </a:cubicBezTo>
                  <a:cubicBezTo>
                    <a:pt x="1206" y="10"/>
                    <a:pt x="1152" y="0"/>
                    <a:pt x="1096" y="0"/>
                  </a:cubicBezTo>
                  <a:close/>
                </a:path>
              </a:pathLst>
            </a:custGeom>
            <a:solidFill>
              <a:srgbClr val="FFFFFF">
                <a:alpha val="4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6"/>
            <p:cNvSpPr/>
            <p:nvPr/>
          </p:nvSpPr>
          <p:spPr>
            <a:xfrm>
              <a:off x="2953264" y="2519307"/>
              <a:ext cx="44880" cy="36749"/>
            </a:xfrm>
            <a:custGeom>
              <a:avLst/>
              <a:gdLst/>
              <a:ahLst/>
              <a:cxnLst/>
              <a:rect l="l" t="t" r="r" b="b"/>
              <a:pathLst>
                <a:path w="1275" h="1044" extrusionOk="0">
                  <a:moveTo>
                    <a:pt x="813" y="1"/>
                  </a:moveTo>
                  <a:cubicBezTo>
                    <a:pt x="772" y="1"/>
                    <a:pt x="729" y="5"/>
                    <a:pt x="684" y="14"/>
                  </a:cubicBezTo>
                  <a:cubicBezTo>
                    <a:pt x="342" y="37"/>
                    <a:pt x="45" y="334"/>
                    <a:pt x="22" y="608"/>
                  </a:cubicBezTo>
                  <a:cubicBezTo>
                    <a:pt x="1" y="886"/>
                    <a:pt x="220" y="1043"/>
                    <a:pt x="529" y="1043"/>
                  </a:cubicBezTo>
                  <a:cubicBezTo>
                    <a:pt x="550" y="1043"/>
                    <a:pt x="571" y="1043"/>
                    <a:pt x="593" y="1041"/>
                  </a:cubicBezTo>
                  <a:cubicBezTo>
                    <a:pt x="935" y="1018"/>
                    <a:pt x="1232" y="722"/>
                    <a:pt x="1255" y="448"/>
                  </a:cubicBezTo>
                  <a:cubicBezTo>
                    <a:pt x="1275" y="190"/>
                    <a:pt x="1088" y="1"/>
                    <a:pt x="813" y="1"/>
                  </a:cubicBezTo>
                  <a:close/>
                </a:path>
              </a:pathLst>
            </a:custGeom>
            <a:solidFill>
              <a:srgbClr val="FFFFFF">
                <a:alpha val="4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2" name="Google Shape;2212;p46"/>
          <p:cNvGrpSpPr/>
          <p:nvPr/>
        </p:nvGrpSpPr>
        <p:grpSpPr>
          <a:xfrm>
            <a:off x="1264477" y="2396846"/>
            <a:ext cx="760883" cy="1061702"/>
            <a:chOff x="1504350" y="2777875"/>
            <a:chExt cx="540400" cy="754050"/>
          </a:xfrm>
        </p:grpSpPr>
        <p:sp>
          <p:nvSpPr>
            <p:cNvPr id="2213" name="Google Shape;2213;p46"/>
            <p:cNvSpPr/>
            <p:nvPr/>
          </p:nvSpPr>
          <p:spPr>
            <a:xfrm>
              <a:off x="1522025" y="2777875"/>
              <a:ext cx="204325" cy="227725"/>
            </a:xfrm>
            <a:custGeom>
              <a:avLst/>
              <a:gdLst/>
              <a:ahLst/>
              <a:cxnLst/>
              <a:rect l="l" t="t" r="r" b="b"/>
              <a:pathLst>
                <a:path w="8173" h="9109" extrusionOk="0">
                  <a:moveTo>
                    <a:pt x="5593" y="1"/>
                  </a:moveTo>
                  <a:cubicBezTo>
                    <a:pt x="4977" y="1"/>
                    <a:pt x="3676" y="1256"/>
                    <a:pt x="3676" y="1256"/>
                  </a:cubicBezTo>
                  <a:cubicBezTo>
                    <a:pt x="3676" y="1256"/>
                    <a:pt x="3584" y="815"/>
                    <a:pt x="3103" y="815"/>
                  </a:cubicBezTo>
                  <a:cubicBezTo>
                    <a:pt x="2995" y="815"/>
                    <a:pt x="2868" y="837"/>
                    <a:pt x="2717" y="891"/>
                  </a:cubicBezTo>
                  <a:cubicBezTo>
                    <a:pt x="1918" y="1142"/>
                    <a:pt x="1211" y="2603"/>
                    <a:pt x="1211" y="2603"/>
                  </a:cubicBezTo>
                  <a:cubicBezTo>
                    <a:pt x="1211" y="2603"/>
                    <a:pt x="1190" y="2600"/>
                    <a:pt x="1156" y="2600"/>
                  </a:cubicBezTo>
                  <a:cubicBezTo>
                    <a:pt x="995" y="2600"/>
                    <a:pt x="523" y="2662"/>
                    <a:pt x="298" y="3356"/>
                  </a:cubicBezTo>
                  <a:cubicBezTo>
                    <a:pt x="1" y="4178"/>
                    <a:pt x="709" y="5479"/>
                    <a:pt x="709" y="5479"/>
                  </a:cubicBezTo>
                  <a:cubicBezTo>
                    <a:pt x="709" y="5479"/>
                    <a:pt x="320" y="7145"/>
                    <a:pt x="2740" y="9108"/>
                  </a:cubicBezTo>
                  <a:lnTo>
                    <a:pt x="7168" y="7054"/>
                  </a:lnTo>
                  <a:cubicBezTo>
                    <a:pt x="7876" y="5867"/>
                    <a:pt x="7168" y="3059"/>
                    <a:pt x="7168" y="3059"/>
                  </a:cubicBezTo>
                  <a:cubicBezTo>
                    <a:pt x="7168" y="3059"/>
                    <a:pt x="8172" y="663"/>
                    <a:pt x="7647" y="229"/>
                  </a:cubicBezTo>
                  <a:cubicBezTo>
                    <a:pt x="7558" y="160"/>
                    <a:pt x="7455" y="131"/>
                    <a:pt x="7348" y="131"/>
                  </a:cubicBezTo>
                  <a:cubicBezTo>
                    <a:pt x="6855" y="131"/>
                    <a:pt x="6255" y="731"/>
                    <a:pt x="6255" y="731"/>
                  </a:cubicBezTo>
                  <a:cubicBezTo>
                    <a:pt x="6255" y="731"/>
                    <a:pt x="6255" y="47"/>
                    <a:pt x="55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6"/>
            <p:cNvSpPr/>
            <p:nvPr/>
          </p:nvSpPr>
          <p:spPr>
            <a:xfrm>
              <a:off x="1522025" y="2801850"/>
              <a:ext cx="187200" cy="204300"/>
            </a:xfrm>
            <a:custGeom>
              <a:avLst/>
              <a:gdLst/>
              <a:ahLst/>
              <a:cxnLst/>
              <a:rect l="l" t="t" r="r" b="b"/>
              <a:pathLst>
                <a:path w="7488" h="8172" extrusionOk="0">
                  <a:moveTo>
                    <a:pt x="2694" y="1"/>
                  </a:moveTo>
                  <a:lnTo>
                    <a:pt x="2694" y="1"/>
                  </a:lnTo>
                  <a:cubicBezTo>
                    <a:pt x="1895" y="297"/>
                    <a:pt x="1211" y="1667"/>
                    <a:pt x="1211" y="1667"/>
                  </a:cubicBezTo>
                  <a:cubicBezTo>
                    <a:pt x="1211" y="1667"/>
                    <a:pt x="1198" y="1665"/>
                    <a:pt x="1174" y="1665"/>
                  </a:cubicBezTo>
                  <a:cubicBezTo>
                    <a:pt x="1036" y="1665"/>
                    <a:pt x="532" y="1716"/>
                    <a:pt x="298" y="2420"/>
                  </a:cubicBezTo>
                  <a:cubicBezTo>
                    <a:pt x="1" y="3242"/>
                    <a:pt x="709" y="4566"/>
                    <a:pt x="709" y="4566"/>
                  </a:cubicBezTo>
                  <a:cubicBezTo>
                    <a:pt x="709" y="4566"/>
                    <a:pt x="320" y="6209"/>
                    <a:pt x="2740" y="8172"/>
                  </a:cubicBezTo>
                  <a:lnTo>
                    <a:pt x="7168" y="6118"/>
                  </a:lnTo>
                  <a:cubicBezTo>
                    <a:pt x="7396" y="5752"/>
                    <a:pt x="7488" y="5250"/>
                    <a:pt x="7488" y="4703"/>
                  </a:cubicBezTo>
                  <a:lnTo>
                    <a:pt x="7488" y="4703"/>
                  </a:lnTo>
                  <a:lnTo>
                    <a:pt x="6803" y="5524"/>
                  </a:lnTo>
                  <a:cubicBezTo>
                    <a:pt x="3767" y="4748"/>
                    <a:pt x="3425" y="3105"/>
                    <a:pt x="3425" y="3105"/>
                  </a:cubicBezTo>
                  <a:cubicBezTo>
                    <a:pt x="3425" y="3105"/>
                    <a:pt x="2238" y="2215"/>
                    <a:pt x="2147" y="1324"/>
                  </a:cubicBezTo>
                  <a:cubicBezTo>
                    <a:pt x="2055" y="457"/>
                    <a:pt x="2649" y="274"/>
                    <a:pt x="2649" y="274"/>
                  </a:cubicBezTo>
                  <a:cubicBezTo>
                    <a:pt x="2649" y="274"/>
                    <a:pt x="2649" y="160"/>
                    <a:pt x="2694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6"/>
            <p:cNvSpPr/>
            <p:nvPr/>
          </p:nvSpPr>
          <p:spPr>
            <a:xfrm>
              <a:off x="1761125" y="3086525"/>
              <a:ext cx="283625" cy="430200"/>
            </a:xfrm>
            <a:custGeom>
              <a:avLst/>
              <a:gdLst/>
              <a:ahLst/>
              <a:cxnLst/>
              <a:rect l="l" t="t" r="r" b="b"/>
              <a:pathLst>
                <a:path w="11345" h="17208" extrusionOk="0">
                  <a:moveTo>
                    <a:pt x="1814" y="0"/>
                  </a:moveTo>
                  <a:cubicBezTo>
                    <a:pt x="1678" y="0"/>
                    <a:pt x="1538" y="16"/>
                    <a:pt x="1393" y="49"/>
                  </a:cubicBezTo>
                  <a:cubicBezTo>
                    <a:pt x="1" y="369"/>
                    <a:pt x="937" y="6349"/>
                    <a:pt x="1644" y="8974"/>
                  </a:cubicBezTo>
                  <a:cubicBezTo>
                    <a:pt x="2375" y="11599"/>
                    <a:pt x="5296" y="16848"/>
                    <a:pt x="5296" y="16848"/>
                  </a:cubicBezTo>
                  <a:cubicBezTo>
                    <a:pt x="5296" y="16848"/>
                    <a:pt x="6548" y="17208"/>
                    <a:pt x="7532" y="17208"/>
                  </a:cubicBezTo>
                  <a:cubicBezTo>
                    <a:pt x="7929" y="17208"/>
                    <a:pt x="8282" y="17149"/>
                    <a:pt x="8492" y="16985"/>
                  </a:cubicBezTo>
                  <a:cubicBezTo>
                    <a:pt x="11345" y="14703"/>
                    <a:pt x="10980" y="14201"/>
                    <a:pt x="9405" y="11713"/>
                  </a:cubicBezTo>
                  <a:cubicBezTo>
                    <a:pt x="7898" y="9316"/>
                    <a:pt x="6985" y="4203"/>
                    <a:pt x="4566" y="1875"/>
                  </a:cubicBezTo>
                  <a:cubicBezTo>
                    <a:pt x="3789" y="1139"/>
                    <a:pt x="2975" y="0"/>
                    <a:pt x="18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6"/>
            <p:cNvSpPr/>
            <p:nvPr/>
          </p:nvSpPr>
          <p:spPr>
            <a:xfrm>
              <a:off x="1761125" y="3087600"/>
              <a:ext cx="283625" cy="429625"/>
            </a:xfrm>
            <a:custGeom>
              <a:avLst/>
              <a:gdLst/>
              <a:ahLst/>
              <a:cxnLst/>
              <a:rect l="l" t="t" r="r" b="b"/>
              <a:pathLst>
                <a:path w="11345" h="17185" extrusionOk="0">
                  <a:moveTo>
                    <a:pt x="1445" y="1"/>
                  </a:moveTo>
                  <a:cubicBezTo>
                    <a:pt x="1427" y="1"/>
                    <a:pt x="1410" y="3"/>
                    <a:pt x="1393" y="6"/>
                  </a:cubicBezTo>
                  <a:cubicBezTo>
                    <a:pt x="1" y="326"/>
                    <a:pt x="937" y="6306"/>
                    <a:pt x="1644" y="8931"/>
                  </a:cubicBezTo>
                  <a:cubicBezTo>
                    <a:pt x="2375" y="11556"/>
                    <a:pt x="5296" y="16805"/>
                    <a:pt x="5296" y="16805"/>
                  </a:cubicBezTo>
                  <a:cubicBezTo>
                    <a:pt x="5296" y="16805"/>
                    <a:pt x="6549" y="17185"/>
                    <a:pt x="7530" y="17185"/>
                  </a:cubicBezTo>
                  <a:cubicBezTo>
                    <a:pt x="7931" y="17185"/>
                    <a:pt x="8286" y="17121"/>
                    <a:pt x="8492" y="16942"/>
                  </a:cubicBezTo>
                  <a:cubicBezTo>
                    <a:pt x="11345" y="14660"/>
                    <a:pt x="10980" y="14158"/>
                    <a:pt x="9405" y="11670"/>
                  </a:cubicBezTo>
                  <a:cubicBezTo>
                    <a:pt x="9336" y="11533"/>
                    <a:pt x="9245" y="11396"/>
                    <a:pt x="9154" y="11213"/>
                  </a:cubicBezTo>
                  <a:cubicBezTo>
                    <a:pt x="9108" y="11670"/>
                    <a:pt x="8925" y="11921"/>
                    <a:pt x="8697" y="11989"/>
                  </a:cubicBezTo>
                  <a:cubicBezTo>
                    <a:pt x="8674" y="11994"/>
                    <a:pt x="8649" y="11996"/>
                    <a:pt x="8624" y="11996"/>
                  </a:cubicBezTo>
                  <a:cubicBezTo>
                    <a:pt x="7785" y="11996"/>
                    <a:pt x="6273" y="9410"/>
                    <a:pt x="5342" y="6329"/>
                  </a:cubicBezTo>
                  <a:cubicBezTo>
                    <a:pt x="4185" y="2590"/>
                    <a:pt x="2159" y="1"/>
                    <a:pt x="144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6"/>
            <p:cNvSpPr/>
            <p:nvPr/>
          </p:nvSpPr>
          <p:spPr>
            <a:xfrm>
              <a:off x="1559700" y="3047300"/>
              <a:ext cx="361800" cy="465000"/>
            </a:xfrm>
            <a:custGeom>
              <a:avLst/>
              <a:gdLst/>
              <a:ahLst/>
              <a:cxnLst/>
              <a:rect l="l" t="t" r="r" b="b"/>
              <a:pathLst>
                <a:path w="14472" h="18600" extrusionOk="0">
                  <a:moveTo>
                    <a:pt x="4513" y="0"/>
                  </a:moveTo>
                  <a:cubicBezTo>
                    <a:pt x="3494" y="0"/>
                    <a:pt x="2858" y="236"/>
                    <a:pt x="2511" y="454"/>
                  </a:cubicBezTo>
                  <a:cubicBezTo>
                    <a:pt x="1712" y="956"/>
                    <a:pt x="0" y="1435"/>
                    <a:pt x="0" y="1435"/>
                  </a:cubicBezTo>
                  <a:lnTo>
                    <a:pt x="1119" y="18600"/>
                  </a:lnTo>
                  <a:lnTo>
                    <a:pt x="14358" y="18600"/>
                  </a:lnTo>
                  <a:cubicBezTo>
                    <a:pt x="14472" y="8260"/>
                    <a:pt x="10660" y="1755"/>
                    <a:pt x="10660" y="1755"/>
                  </a:cubicBezTo>
                  <a:cubicBezTo>
                    <a:pt x="7820" y="399"/>
                    <a:pt x="5841" y="0"/>
                    <a:pt x="4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6"/>
            <p:cNvSpPr/>
            <p:nvPr/>
          </p:nvSpPr>
          <p:spPr>
            <a:xfrm>
              <a:off x="1572250" y="3264050"/>
              <a:ext cx="348100" cy="247125"/>
            </a:xfrm>
            <a:custGeom>
              <a:avLst/>
              <a:gdLst/>
              <a:ahLst/>
              <a:cxnLst/>
              <a:rect l="l" t="t" r="r" b="b"/>
              <a:pathLst>
                <a:path w="13924" h="9885" extrusionOk="0">
                  <a:moveTo>
                    <a:pt x="12714" y="1"/>
                  </a:moveTo>
                  <a:cubicBezTo>
                    <a:pt x="12577" y="2808"/>
                    <a:pt x="11345" y="5137"/>
                    <a:pt x="9245" y="5958"/>
                  </a:cubicBezTo>
                  <a:cubicBezTo>
                    <a:pt x="8696" y="6177"/>
                    <a:pt x="8122" y="6281"/>
                    <a:pt x="7536" y="6281"/>
                  </a:cubicBezTo>
                  <a:cubicBezTo>
                    <a:pt x="4761" y="6281"/>
                    <a:pt x="1735" y="3936"/>
                    <a:pt x="1" y="298"/>
                  </a:cubicBezTo>
                  <a:lnTo>
                    <a:pt x="1" y="298"/>
                  </a:lnTo>
                  <a:lnTo>
                    <a:pt x="617" y="9884"/>
                  </a:lnTo>
                  <a:lnTo>
                    <a:pt x="13856" y="9884"/>
                  </a:lnTo>
                  <a:cubicBezTo>
                    <a:pt x="13924" y="6004"/>
                    <a:pt x="13399" y="2672"/>
                    <a:pt x="127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6"/>
            <p:cNvSpPr/>
            <p:nvPr/>
          </p:nvSpPr>
          <p:spPr>
            <a:xfrm>
              <a:off x="1560850" y="3082025"/>
              <a:ext cx="361225" cy="430275"/>
            </a:xfrm>
            <a:custGeom>
              <a:avLst/>
              <a:gdLst/>
              <a:ahLst/>
              <a:cxnLst/>
              <a:rect l="l" t="t" r="r" b="b"/>
              <a:pathLst>
                <a:path w="14449" h="17211" extrusionOk="0">
                  <a:moveTo>
                    <a:pt x="183" y="1"/>
                  </a:moveTo>
                  <a:cubicBezTo>
                    <a:pt x="46" y="24"/>
                    <a:pt x="0" y="46"/>
                    <a:pt x="0" y="46"/>
                  </a:cubicBezTo>
                  <a:lnTo>
                    <a:pt x="1096" y="17211"/>
                  </a:lnTo>
                  <a:lnTo>
                    <a:pt x="14426" y="17211"/>
                  </a:lnTo>
                  <a:cubicBezTo>
                    <a:pt x="14448" y="13125"/>
                    <a:pt x="13809" y="9610"/>
                    <a:pt x="13079" y="6894"/>
                  </a:cubicBezTo>
                  <a:lnTo>
                    <a:pt x="13079" y="6894"/>
                  </a:lnTo>
                  <a:cubicBezTo>
                    <a:pt x="14220" y="13217"/>
                    <a:pt x="12942" y="15225"/>
                    <a:pt x="10340" y="16207"/>
                  </a:cubicBezTo>
                  <a:cubicBezTo>
                    <a:pt x="10016" y="16325"/>
                    <a:pt x="9701" y="16387"/>
                    <a:pt x="9394" y="16387"/>
                  </a:cubicBezTo>
                  <a:cubicBezTo>
                    <a:pt x="7218" y="16387"/>
                    <a:pt x="5433" y="13270"/>
                    <a:pt x="3333" y="5068"/>
                  </a:cubicBezTo>
                  <a:cubicBezTo>
                    <a:pt x="2876" y="3288"/>
                    <a:pt x="525" y="1598"/>
                    <a:pt x="183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6"/>
            <p:cNvSpPr/>
            <p:nvPr/>
          </p:nvSpPr>
          <p:spPr>
            <a:xfrm>
              <a:off x="1504350" y="3080900"/>
              <a:ext cx="156375" cy="435825"/>
            </a:xfrm>
            <a:custGeom>
              <a:avLst/>
              <a:gdLst/>
              <a:ahLst/>
              <a:cxnLst/>
              <a:rect l="l" t="t" r="r" b="b"/>
              <a:pathLst>
                <a:path w="6255" h="17433" extrusionOk="0">
                  <a:moveTo>
                    <a:pt x="2494" y="0"/>
                  </a:moveTo>
                  <a:cubicBezTo>
                    <a:pt x="1392" y="0"/>
                    <a:pt x="828" y="753"/>
                    <a:pt x="731" y="1689"/>
                  </a:cubicBezTo>
                  <a:cubicBezTo>
                    <a:pt x="594" y="2785"/>
                    <a:pt x="1393" y="9084"/>
                    <a:pt x="1233" y="10705"/>
                  </a:cubicBezTo>
                  <a:cubicBezTo>
                    <a:pt x="1050" y="12348"/>
                    <a:pt x="0" y="15955"/>
                    <a:pt x="1986" y="17210"/>
                  </a:cubicBezTo>
                  <a:cubicBezTo>
                    <a:pt x="2262" y="17374"/>
                    <a:pt x="2639" y="17433"/>
                    <a:pt x="3037" y="17433"/>
                  </a:cubicBezTo>
                  <a:cubicBezTo>
                    <a:pt x="4023" y="17433"/>
                    <a:pt x="5136" y="17073"/>
                    <a:pt x="5136" y="17073"/>
                  </a:cubicBezTo>
                  <a:cubicBezTo>
                    <a:pt x="5136" y="17073"/>
                    <a:pt x="6254" y="11618"/>
                    <a:pt x="6049" y="8948"/>
                  </a:cubicBezTo>
                  <a:cubicBezTo>
                    <a:pt x="5844" y="6254"/>
                    <a:pt x="4611" y="388"/>
                    <a:pt x="3105" y="69"/>
                  </a:cubicBezTo>
                  <a:cubicBezTo>
                    <a:pt x="2885" y="22"/>
                    <a:pt x="2682" y="0"/>
                    <a:pt x="2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6"/>
            <p:cNvSpPr/>
            <p:nvPr/>
          </p:nvSpPr>
          <p:spPr>
            <a:xfrm>
              <a:off x="1504350" y="3085450"/>
              <a:ext cx="156950" cy="431675"/>
            </a:xfrm>
            <a:custGeom>
              <a:avLst/>
              <a:gdLst/>
              <a:ahLst/>
              <a:cxnLst/>
              <a:rect l="l" t="t" r="r" b="b"/>
              <a:pathLst>
                <a:path w="6278" h="17267" extrusionOk="0">
                  <a:moveTo>
                    <a:pt x="3356" y="1"/>
                  </a:moveTo>
                  <a:cubicBezTo>
                    <a:pt x="3995" y="936"/>
                    <a:pt x="4839" y="3835"/>
                    <a:pt x="4383" y="5456"/>
                  </a:cubicBezTo>
                  <a:cubicBezTo>
                    <a:pt x="3693" y="7884"/>
                    <a:pt x="3166" y="8782"/>
                    <a:pt x="2731" y="8782"/>
                  </a:cubicBezTo>
                  <a:cubicBezTo>
                    <a:pt x="2086" y="8782"/>
                    <a:pt x="1641" y="6811"/>
                    <a:pt x="1164" y="4931"/>
                  </a:cubicBezTo>
                  <a:cubicBezTo>
                    <a:pt x="891" y="3858"/>
                    <a:pt x="731" y="2808"/>
                    <a:pt x="708" y="1895"/>
                  </a:cubicBezTo>
                  <a:lnTo>
                    <a:pt x="708" y="1895"/>
                  </a:lnTo>
                  <a:cubicBezTo>
                    <a:pt x="708" y="3630"/>
                    <a:pt x="1370" y="9039"/>
                    <a:pt x="1233" y="10523"/>
                  </a:cubicBezTo>
                  <a:cubicBezTo>
                    <a:pt x="1050" y="12166"/>
                    <a:pt x="0" y="15773"/>
                    <a:pt x="1986" y="17028"/>
                  </a:cubicBezTo>
                  <a:cubicBezTo>
                    <a:pt x="2259" y="17203"/>
                    <a:pt x="2632" y="17266"/>
                    <a:pt x="3028" y="17266"/>
                  </a:cubicBezTo>
                  <a:cubicBezTo>
                    <a:pt x="4024" y="17266"/>
                    <a:pt x="5159" y="16868"/>
                    <a:pt x="5159" y="16868"/>
                  </a:cubicBezTo>
                  <a:cubicBezTo>
                    <a:pt x="5159" y="16868"/>
                    <a:pt x="6277" y="11413"/>
                    <a:pt x="6072" y="8766"/>
                  </a:cubicBezTo>
                  <a:cubicBezTo>
                    <a:pt x="5866" y="6232"/>
                    <a:pt x="4771" y="868"/>
                    <a:pt x="3356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6"/>
            <p:cNvSpPr/>
            <p:nvPr/>
          </p:nvSpPr>
          <p:spPr>
            <a:xfrm>
              <a:off x="1715475" y="3387950"/>
              <a:ext cx="319575" cy="128925"/>
            </a:xfrm>
            <a:custGeom>
              <a:avLst/>
              <a:gdLst/>
              <a:ahLst/>
              <a:cxnLst/>
              <a:rect l="l" t="t" r="r" b="b"/>
              <a:pathLst>
                <a:path w="12783" h="5157" extrusionOk="0">
                  <a:moveTo>
                    <a:pt x="6886" y="0"/>
                  </a:moveTo>
                  <a:cubicBezTo>
                    <a:pt x="4905" y="0"/>
                    <a:pt x="3302" y="316"/>
                    <a:pt x="1987" y="569"/>
                  </a:cubicBezTo>
                  <a:cubicBezTo>
                    <a:pt x="1" y="980"/>
                    <a:pt x="594" y="5157"/>
                    <a:pt x="2648" y="5157"/>
                  </a:cubicBezTo>
                  <a:cubicBezTo>
                    <a:pt x="4474" y="5157"/>
                    <a:pt x="10592" y="5042"/>
                    <a:pt x="10592" y="5042"/>
                  </a:cubicBezTo>
                  <a:cubicBezTo>
                    <a:pt x="10592" y="5042"/>
                    <a:pt x="12783" y="3102"/>
                    <a:pt x="12304" y="1824"/>
                  </a:cubicBezTo>
                  <a:cubicBezTo>
                    <a:pt x="12121" y="1368"/>
                    <a:pt x="10774" y="363"/>
                    <a:pt x="9131" y="135"/>
                  </a:cubicBezTo>
                  <a:cubicBezTo>
                    <a:pt x="8332" y="40"/>
                    <a:pt x="7585" y="0"/>
                    <a:pt x="68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6"/>
            <p:cNvSpPr/>
            <p:nvPr/>
          </p:nvSpPr>
          <p:spPr>
            <a:xfrm>
              <a:off x="1722325" y="3418125"/>
              <a:ext cx="312175" cy="98750"/>
            </a:xfrm>
            <a:custGeom>
              <a:avLst/>
              <a:gdLst/>
              <a:ahLst/>
              <a:cxnLst/>
              <a:rect l="l" t="t" r="r" b="b"/>
              <a:pathLst>
                <a:path w="12487" h="3950" extrusionOk="0">
                  <a:moveTo>
                    <a:pt x="800" y="1"/>
                  </a:moveTo>
                  <a:lnTo>
                    <a:pt x="800" y="1"/>
                  </a:lnTo>
                  <a:cubicBezTo>
                    <a:pt x="1" y="1279"/>
                    <a:pt x="731" y="3950"/>
                    <a:pt x="2352" y="3950"/>
                  </a:cubicBezTo>
                  <a:cubicBezTo>
                    <a:pt x="4178" y="3950"/>
                    <a:pt x="10272" y="3835"/>
                    <a:pt x="10272" y="3835"/>
                  </a:cubicBezTo>
                  <a:cubicBezTo>
                    <a:pt x="10272" y="3835"/>
                    <a:pt x="12486" y="1895"/>
                    <a:pt x="11984" y="617"/>
                  </a:cubicBezTo>
                  <a:cubicBezTo>
                    <a:pt x="11961" y="503"/>
                    <a:pt x="11847" y="343"/>
                    <a:pt x="11619" y="161"/>
                  </a:cubicBezTo>
                  <a:cubicBezTo>
                    <a:pt x="11117" y="914"/>
                    <a:pt x="10455" y="1484"/>
                    <a:pt x="10455" y="1484"/>
                  </a:cubicBezTo>
                  <a:cubicBezTo>
                    <a:pt x="10455" y="1484"/>
                    <a:pt x="5228" y="845"/>
                    <a:pt x="3402" y="845"/>
                  </a:cubicBezTo>
                  <a:cubicBezTo>
                    <a:pt x="2580" y="845"/>
                    <a:pt x="1096" y="845"/>
                    <a:pt x="800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6"/>
            <p:cNvSpPr/>
            <p:nvPr/>
          </p:nvSpPr>
          <p:spPr>
            <a:xfrm>
              <a:off x="1726325" y="3403875"/>
              <a:ext cx="119275" cy="128050"/>
            </a:xfrm>
            <a:custGeom>
              <a:avLst/>
              <a:gdLst/>
              <a:ahLst/>
              <a:cxnLst/>
              <a:rect l="l" t="t" r="r" b="b"/>
              <a:pathLst>
                <a:path w="4771" h="5122" extrusionOk="0">
                  <a:moveTo>
                    <a:pt x="1937" y="0"/>
                  </a:moveTo>
                  <a:cubicBezTo>
                    <a:pt x="1735" y="0"/>
                    <a:pt x="1536" y="37"/>
                    <a:pt x="1347" y="114"/>
                  </a:cubicBezTo>
                  <a:cubicBezTo>
                    <a:pt x="343" y="548"/>
                    <a:pt x="0" y="1986"/>
                    <a:pt x="571" y="3333"/>
                  </a:cubicBezTo>
                  <a:cubicBezTo>
                    <a:pt x="1032" y="4421"/>
                    <a:pt x="1955" y="5122"/>
                    <a:pt x="2823" y="5122"/>
                  </a:cubicBezTo>
                  <a:cubicBezTo>
                    <a:pt x="3029" y="5122"/>
                    <a:pt x="3231" y="5082"/>
                    <a:pt x="3424" y="4999"/>
                  </a:cubicBezTo>
                  <a:cubicBezTo>
                    <a:pt x="4429" y="4565"/>
                    <a:pt x="4771" y="3127"/>
                    <a:pt x="4200" y="1780"/>
                  </a:cubicBezTo>
                  <a:cubicBezTo>
                    <a:pt x="3737" y="687"/>
                    <a:pt x="2807" y="0"/>
                    <a:pt x="19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6"/>
            <p:cNvSpPr/>
            <p:nvPr/>
          </p:nvSpPr>
          <p:spPr>
            <a:xfrm>
              <a:off x="1639025" y="3451975"/>
              <a:ext cx="76125" cy="48150"/>
            </a:xfrm>
            <a:custGeom>
              <a:avLst/>
              <a:gdLst/>
              <a:ahLst/>
              <a:cxnLst/>
              <a:rect l="l" t="t" r="r" b="b"/>
              <a:pathLst>
                <a:path w="3045" h="1926" extrusionOk="0">
                  <a:moveTo>
                    <a:pt x="2748" y="1"/>
                  </a:moveTo>
                  <a:cubicBezTo>
                    <a:pt x="2711" y="1"/>
                    <a:pt x="2663" y="26"/>
                    <a:pt x="2602" y="85"/>
                  </a:cubicBezTo>
                  <a:cubicBezTo>
                    <a:pt x="2214" y="473"/>
                    <a:pt x="1456" y="513"/>
                    <a:pt x="910" y="513"/>
                  </a:cubicBezTo>
                  <a:cubicBezTo>
                    <a:pt x="771" y="513"/>
                    <a:pt x="645" y="510"/>
                    <a:pt x="543" y="510"/>
                  </a:cubicBezTo>
                  <a:cubicBezTo>
                    <a:pt x="458" y="510"/>
                    <a:pt x="389" y="512"/>
                    <a:pt x="343" y="518"/>
                  </a:cubicBezTo>
                  <a:cubicBezTo>
                    <a:pt x="0" y="587"/>
                    <a:pt x="23" y="1454"/>
                    <a:pt x="251" y="1637"/>
                  </a:cubicBezTo>
                  <a:cubicBezTo>
                    <a:pt x="398" y="1725"/>
                    <a:pt x="891" y="1925"/>
                    <a:pt x="1510" y="1925"/>
                  </a:cubicBezTo>
                  <a:cubicBezTo>
                    <a:pt x="1856" y="1925"/>
                    <a:pt x="2240" y="1863"/>
                    <a:pt x="2625" y="1683"/>
                  </a:cubicBezTo>
                  <a:cubicBezTo>
                    <a:pt x="2645" y="1662"/>
                    <a:pt x="3044" y="1"/>
                    <a:pt x="2748" y="1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6"/>
            <p:cNvSpPr/>
            <p:nvPr/>
          </p:nvSpPr>
          <p:spPr>
            <a:xfrm>
              <a:off x="1670575" y="3421800"/>
              <a:ext cx="152775" cy="96225"/>
            </a:xfrm>
            <a:custGeom>
              <a:avLst/>
              <a:gdLst/>
              <a:ahLst/>
              <a:cxnLst/>
              <a:rect l="l" t="t" r="r" b="b"/>
              <a:pathLst>
                <a:path w="6111" h="3849" extrusionOk="0">
                  <a:moveTo>
                    <a:pt x="3837" y="0"/>
                  </a:moveTo>
                  <a:cubicBezTo>
                    <a:pt x="1869" y="0"/>
                    <a:pt x="1" y="2598"/>
                    <a:pt x="176" y="3848"/>
                  </a:cubicBezTo>
                  <a:lnTo>
                    <a:pt x="4444" y="3803"/>
                  </a:lnTo>
                  <a:cubicBezTo>
                    <a:pt x="5380" y="3803"/>
                    <a:pt x="6111" y="2867"/>
                    <a:pt x="6019" y="1931"/>
                  </a:cubicBezTo>
                  <a:cubicBezTo>
                    <a:pt x="5905" y="995"/>
                    <a:pt x="5038" y="128"/>
                    <a:pt x="4079" y="14"/>
                  </a:cubicBezTo>
                  <a:cubicBezTo>
                    <a:pt x="3998" y="5"/>
                    <a:pt x="3918" y="0"/>
                    <a:pt x="3837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6"/>
            <p:cNvSpPr/>
            <p:nvPr/>
          </p:nvSpPr>
          <p:spPr>
            <a:xfrm>
              <a:off x="1673250" y="3426700"/>
              <a:ext cx="150100" cy="91325"/>
            </a:xfrm>
            <a:custGeom>
              <a:avLst/>
              <a:gdLst/>
              <a:ahLst/>
              <a:cxnLst/>
              <a:rect l="l" t="t" r="r" b="b"/>
              <a:pathLst>
                <a:path w="6004" h="3653" extrusionOk="0">
                  <a:moveTo>
                    <a:pt x="4543" y="0"/>
                  </a:moveTo>
                  <a:lnTo>
                    <a:pt x="4543" y="0"/>
                  </a:lnTo>
                  <a:cubicBezTo>
                    <a:pt x="5022" y="251"/>
                    <a:pt x="5365" y="616"/>
                    <a:pt x="5387" y="1050"/>
                  </a:cubicBezTo>
                  <a:cubicBezTo>
                    <a:pt x="5479" y="1986"/>
                    <a:pt x="4132" y="2899"/>
                    <a:pt x="2374" y="3036"/>
                  </a:cubicBezTo>
                  <a:cubicBezTo>
                    <a:pt x="2185" y="3057"/>
                    <a:pt x="1996" y="3067"/>
                    <a:pt x="1811" y="3067"/>
                  </a:cubicBezTo>
                  <a:cubicBezTo>
                    <a:pt x="1196" y="3067"/>
                    <a:pt x="622" y="2955"/>
                    <a:pt x="183" y="2762"/>
                  </a:cubicBezTo>
                  <a:cubicBezTo>
                    <a:pt x="69" y="3104"/>
                    <a:pt x="1" y="3378"/>
                    <a:pt x="23" y="3652"/>
                  </a:cubicBezTo>
                  <a:lnTo>
                    <a:pt x="4315" y="3607"/>
                  </a:lnTo>
                  <a:cubicBezTo>
                    <a:pt x="5273" y="3607"/>
                    <a:pt x="6004" y="2671"/>
                    <a:pt x="5890" y="1735"/>
                  </a:cubicBezTo>
                  <a:cubicBezTo>
                    <a:pt x="5798" y="982"/>
                    <a:pt x="5250" y="297"/>
                    <a:pt x="4543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6"/>
            <p:cNvSpPr/>
            <p:nvPr/>
          </p:nvSpPr>
          <p:spPr>
            <a:xfrm>
              <a:off x="1527175" y="3047025"/>
              <a:ext cx="273925" cy="87675"/>
            </a:xfrm>
            <a:custGeom>
              <a:avLst/>
              <a:gdLst/>
              <a:ahLst/>
              <a:cxnLst/>
              <a:rect l="l" t="t" r="r" b="b"/>
              <a:pathLst>
                <a:path w="10957" h="3507" extrusionOk="0">
                  <a:moveTo>
                    <a:pt x="5787" y="1"/>
                  </a:moveTo>
                  <a:cubicBezTo>
                    <a:pt x="4786" y="1"/>
                    <a:pt x="4160" y="233"/>
                    <a:pt x="3812" y="465"/>
                  </a:cubicBezTo>
                  <a:cubicBezTo>
                    <a:pt x="3242" y="830"/>
                    <a:pt x="2214" y="1172"/>
                    <a:pt x="1689" y="1332"/>
                  </a:cubicBezTo>
                  <a:cubicBezTo>
                    <a:pt x="1666" y="1332"/>
                    <a:pt x="1644" y="1331"/>
                    <a:pt x="1621" y="1331"/>
                  </a:cubicBezTo>
                  <a:cubicBezTo>
                    <a:pt x="792" y="1331"/>
                    <a:pt x="245" y="1737"/>
                    <a:pt x="0" y="2337"/>
                  </a:cubicBezTo>
                  <a:cubicBezTo>
                    <a:pt x="273" y="2111"/>
                    <a:pt x="612" y="1999"/>
                    <a:pt x="988" y="1999"/>
                  </a:cubicBezTo>
                  <a:cubicBezTo>
                    <a:pt x="1713" y="1999"/>
                    <a:pt x="2574" y="2415"/>
                    <a:pt x="3356" y="3227"/>
                  </a:cubicBezTo>
                  <a:cubicBezTo>
                    <a:pt x="4196" y="3388"/>
                    <a:pt x="5037" y="3507"/>
                    <a:pt x="5812" y="3507"/>
                  </a:cubicBezTo>
                  <a:cubicBezTo>
                    <a:pt x="6026" y="3507"/>
                    <a:pt x="6235" y="3498"/>
                    <a:pt x="6437" y="3478"/>
                  </a:cubicBezTo>
                  <a:cubicBezTo>
                    <a:pt x="8811" y="3318"/>
                    <a:pt x="10317" y="2200"/>
                    <a:pt x="10957" y="1309"/>
                  </a:cubicBezTo>
                  <a:cubicBezTo>
                    <a:pt x="8624" y="315"/>
                    <a:pt x="6952" y="1"/>
                    <a:pt x="5787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6"/>
            <p:cNvSpPr/>
            <p:nvPr/>
          </p:nvSpPr>
          <p:spPr>
            <a:xfrm>
              <a:off x="1607050" y="3052800"/>
              <a:ext cx="210600" cy="322550"/>
            </a:xfrm>
            <a:custGeom>
              <a:avLst/>
              <a:gdLst/>
              <a:ahLst/>
              <a:cxnLst/>
              <a:rect l="l" t="t" r="r" b="b"/>
              <a:pathLst>
                <a:path w="8424" h="12902" extrusionOk="0">
                  <a:moveTo>
                    <a:pt x="2573" y="1"/>
                  </a:moveTo>
                  <a:cubicBezTo>
                    <a:pt x="1564" y="1"/>
                    <a:pt x="783" y="229"/>
                    <a:pt x="1" y="713"/>
                  </a:cubicBezTo>
                  <a:cubicBezTo>
                    <a:pt x="5456" y="5872"/>
                    <a:pt x="7876" y="12902"/>
                    <a:pt x="7876" y="12902"/>
                  </a:cubicBezTo>
                  <a:cubicBezTo>
                    <a:pt x="7876" y="12902"/>
                    <a:pt x="8423" y="4479"/>
                    <a:pt x="4132" y="143"/>
                  </a:cubicBezTo>
                  <a:cubicBezTo>
                    <a:pt x="3550" y="49"/>
                    <a:pt x="3037" y="1"/>
                    <a:pt x="25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6"/>
            <p:cNvSpPr/>
            <p:nvPr/>
          </p:nvSpPr>
          <p:spPr>
            <a:xfrm>
              <a:off x="1682375" y="3087725"/>
              <a:ext cx="121575" cy="269375"/>
            </a:xfrm>
            <a:custGeom>
              <a:avLst/>
              <a:gdLst/>
              <a:ahLst/>
              <a:cxnLst/>
              <a:rect l="l" t="t" r="r" b="b"/>
              <a:pathLst>
                <a:path w="4863" h="10775" extrusionOk="0">
                  <a:moveTo>
                    <a:pt x="275" y="1"/>
                  </a:moveTo>
                  <a:lnTo>
                    <a:pt x="1" y="161"/>
                  </a:lnTo>
                  <a:cubicBezTo>
                    <a:pt x="69" y="229"/>
                    <a:pt x="3630" y="5456"/>
                    <a:pt x="4612" y="10706"/>
                  </a:cubicBezTo>
                  <a:lnTo>
                    <a:pt x="4863" y="10774"/>
                  </a:lnTo>
                  <a:cubicBezTo>
                    <a:pt x="3881" y="5479"/>
                    <a:pt x="298" y="47"/>
                    <a:pt x="27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6"/>
            <p:cNvSpPr/>
            <p:nvPr/>
          </p:nvSpPr>
          <p:spPr>
            <a:xfrm>
              <a:off x="1607050" y="3053375"/>
              <a:ext cx="146125" cy="79475"/>
            </a:xfrm>
            <a:custGeom>
              <a:avLst/>
              <a:gdLst/>
              <a:ahLst/>
              <a:cxnLst/>
              <a:rect l="l" t="t" r="r" b="b"/>
              <a:pathLst>
                <a:path w="5845" h="3179" extrusionOk="0">
                  <a:moveTo>
                    <a:pt x="2573" y="1"/>
                  </a:moveTo>
                  <a:cubicBezTo>
                    <a:pt x="1564" y="1"/>
                    <a:pt x="783" y="228"/>
                    <a:pt x="1" y="713"/>
                  </a:cubicBezTo>
                  <a:cubicBezTo>
                    <a:pt x="823" y="1512"/>
                    <a:pt x="1599" y="2334"/>
                    <a:pt x="2283" y="3178"/>
                  </a:cubicBezTo>
                  <a:cubicBezTo>
                    <a:pt x="3653" y="3133"/>
                    <a:pt x="4886" y="2904"/>
                    <a:pt x="5844" y="2516"/>
                  </a:cubicBezTo>
                  <a:cubicBezTo>
                    <a:pt x="5388" y="1649"/>
                    <a:pt x="4817" y="827"/>
                    <a:pt x="4132" y="142"/>
                  </a:cubicBezTo>
                  <a:cubicBezTo>
                    <a:pt x="3550" y="49"/>
                    <a:pt x="3037" y="1"/>
                    <a:pt x="2573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6"/>
            <p:cNvSpPr/>
            <p:nvPr/>
          </p:nvSpPr>
          <p:spPr>
            <a:xfrm>
              <a:off x="1701775" y="3055775"/>
              <a:ext cx="115875" cy="320150"/>
            </a:xfrm>
            <a:custGeom>
              <a:avLst/>
              <a:gdLst/>
              <a:ahLst/>
              <a:cxnLst/>
              <a:rect l="l" t="t" r="r" b="b"/>
              <a:pathLst>
                <a:path w="4635" h="12806" extrusionOk="0">
                  <a:moveTo>
                    <a:pt x="1" y="1"/>
                  </a:moveTo>
                  <a:cubicBezTo>
                    <a:pt x="3402" y="3493"/>
                    <a:pt x="3721" y="9633"/>
                    <a:pt x="3721" y="11870"/>
                  </a:cubicBezTo>
                  <a:cubicBezTo>
                    <a:pt x="3973" y="12463"/>
                    <a:pt x="4087" y="12806"/>
                    <a:pt x="4087" y="12806"/>
                  </a:cubicBezTo>
                  <a:cubicBezTo>
                    <a:pt x="4087" y="12806"/>
                    <a:pt x="4634" y="4360"/>
                    <a:pt x="343" y="24"/>
                  </a:cubicBezTo>
                  <a:cubicBezTo>
                    <a:pt x="229" y="1"/>
                    <a:pt x="115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6"/>
            <p:cNvSpPr/>
            <p:nvPr/>
          </p:nvSpPr>
          <p:spPr>
            <a:xfrm>
              <a:off x="1578525" y="2957050"/>
              <a:ext cx="134125" cy="131250"/>
            </a:xfrm>
            <a:custGeom>
              <a:avLst/>
              <a:gdLst/>
              <a:ahLst/>
              <a:cxnLst/>
              <a:rect l="l" t="t" r="r" b="b"/>
              <a:pathLst>
                <a:path w="5365" h="5250" extrusionOk="0">
                  <a:moveTo>
                    <a:pt x="1" y="1"/>
                  </a:moveTo>
                  <a:lnTo>
                    <a:pt x="1279" y="4338"/>
                  </a:lnTo>
                  <a:cubicBezTo>
                    <a:pt x="1585" y="4983"/>
                    <a:pt x="2484" y="5249"/>
                    <a:pt x="3301" y="5249"/>
                  </a:cubicBezTo>
                  <a:cubicBezTo>
                    <a:pt x="3582" y="5249"/>
                    <a:pt x="3853" y="5218"/>
                    <a:pt x="4086" y="5159"/>
                  </a:cubicBezTo>
                  <a:cubicBezTo>
                    <a:pt x="5365" y="4863"/>
                    <a:pt x="4954" y="3767"/>
                    <a:pt x="4954" y="3767"/>
                  </a:cubicBezTo>
                  <a:lnTo>
                    <a:pt x="4086" y="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D7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6"/>
            <p:cNvSpPr/>
            <p:nvPr/>
          </p:nvSpPr>
          <p:spPr>
            <a:xfrm>
              <a:off x="1701775" y="3055775"/>
              <a:ext cx="115875" cy="320150"/>
            </a:xfrm>
            <a:custGeom>
              <a:avLst/>
              <a:gdLst/>
              <a:ahLst/>
              <a:cxnLst/>
              <a:rect l="l" t="t" r="r" b="b"/>
              <a:pathLst>
                <a:path w="4635" h="12806" extrusionOk="0">
                  <a:moveTo>
                    <a:pt x="1" y="1"/>
                  </a:moveTo>
                  <a:cubicBezTo>
                    <a:pt x="3402" y="3493"/>
                    <a:pt x="3721" y="9633"/>
                    <a:pt x="3721" y="11870"/>
                  </a:cubicBezTo>
                  <a:cubicBezTo>
                    <a:pt x="3973" y="12463"/>
                    <a:pt x="4087" y="12806"/>
                    <a:pt x="4087" y="12806"/>
                  </a:cubicBezTo>
                  <a:cubicBezTo>
                    <a:pt x="4087" y="12806"/>
                    <a:pt x="4634" y="4360"/>
                    <a:pt x="343" y="24"/>
                  </a:cubicBezTo>
                  <a:cubicBezTo>
                    <a:pt x="229" y="1"/>
                    <a:pt x="115" y="1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6"/>
            <p:cNvSpPr/>
            <p:nvPr/>
          </p:nvSpPr>
          <p:spPr>
            <a:xfrm>
              <a:off x="1701225" y="3076025"/>
              <a:ext cx="95300" cy="45400"/>
            </a:xfrm>
            <a:custGeom>
              <a:avLst/>
              <a:gdLst/>
              <a:ahLst/>
              <a:cxnLst/>
              <a:rect l="l" t="t" r="r" b="b"/>
              <a:pathLst>
                <a:path w="3812" h="1816" extrusionOk="0">
                  <a:moveTo>
                    <a:pt x="1850" y="0"/>
                  </a:moveTo>
                  <a:cubicBezTo>
                    <a:pt x="1611" y="0"/>
                    <a:pt x="1429" y="12"/>
                    <a:pt x="1370" y="35"/>
                  </a:cubicBezTo>
                  <a:cubicBezTo>
                    <a:pt x="1141" y="127"/>
                    <a:pt x="776" y="629"/>
                    <a:pt x="0" y="1816"/>
                  </a:cubicBezTo>
                  <a:lnTo>
                    <a:pt x="1598" y="1747"/>
                  </a:lnTo>
                  <a:cubicBezTo>
                    <a:pt x="1598" y="1747"/>
                    <a:pt x="1872" y="857"/>
                    <a:pt x="1986" y="834"/>
                  </a:cubicBezTo>
                  <a:cubicBezTo>
                    <a:pt x="1995" y="832"/>
                    <a:pt x="2011" y="832"/>
                    <a:pt x="2033" y="832"/>
                  </a:cubicBezTo>
                  <a:cubicBezTo>
                    <a:pt x="2252" y="832"/>
                    <a:pt x="3069" y="912"/>
                    <a:pt x="3434" y="912"/>
                  </a:cubicBezTo>
                  <a:cubicBezTo>
                    <a:pt x="3502" y="912"/>
                    <a:pt x="3554" y="909"/>
                    <a:pt x="3584" y="903"/>
                  </a:cubicBezTo>
                  <a:cubicBezTo>
                    <a:pt x="3812" y="857"/>
                    <a:pt x="3789" y="492"/>
                    <a:pt x="3743" y="264"/>
                  </a:cubicBezTo>
                  <a:cubicBezTo>
                    <a:pt x="3693" y="94"/>
                    <a:pt x="2537" y="0"/>
                    <a:pt x="1850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6"/>
            <p:cNvSpPr/>
            <p:nvPr/>
          </p:nvSpPr>
          <p:spPr>
            <a:xfrm>
              <a:off x="1753150" y="3124825"/>
              <a:ext cx="41675" cy="72650"/>
            </a:xfrm>
            <a:custGeom>
              <a:avLst/>
              <a:gdLst/>
              <a:ahLst/>
              <a:cxnLst/>
              <a:rect l="l" t="t" r="r" b="b"/>
              <a:pathLst>
                <a:path w="1667" h="2906" extrusionOk="0">
                  <a:moveTo>
                    <a:pt x="206" y="1"/>
                  </a:moveTo>
                  <a:lnTo>
                    <a:pt x="0" y="2717"/>
                  </a:lnTo>
                  <a:cubicBezTo>
                    <a:pt x="0" y="2717"/>
                    <a:pt x="547" y="2905"/>
                    <a:pt x="887" y="2905"/>
                  </a:cubicBezTo>
                  <a:cubicBezTo>
                    <a:pt x="921" y="2905"/>
                    <a:pt x="953" y="2904"/>
                    <a:pt x="982" y="2899"/>
                  </a:cubicBezTo>
                  <a:cubicBezTo>
                    <a:pt x="1278" y="2877"/>
                    <a:pt x="1666" y="1872"/>
                    <a:pt x="1666" y="1507"/>
                  </a:cubicBezTo>
                  <a:cubicBezTo>
                    <a:pt x="1666" y="1119"/>
                    <a:pt x="1119" y="548"/>
                    <a:pt x="206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6"/>
            <p:cNvSpPr/>
            <p:nvPr/>
          </p:nvSpPr>
          <p:spPr>
            <a:xfrm>
              <a:off x="1767975" y="3162500"/>
              <a:ext cx="7450" cy="13150"/>
            </a:xfrm>
            <a:custGeom>
              <a:avLst/>
              <a:gdLst/>
              <a:ahLst/>
              <a:cxnLst/>
              <a:rect l="l" t="t" r="r" b="b"/>
              <a:pathLst>
                <a:path w="298" h="526" extrusionOk="0">
                  <a:moveTo>
                    <a:pt x="46" y="0"/>
                  </a:moveTo>
                  <a:lnTo>
                    <a:pt x="1" y="479"/>
                  </a:lnTo>
                  <a:cubicBezTo>
                    <a:pt x="1" y="479"/>
                    <a:pt x="115" y="525"/>
                    <a:pt x="183" y="525"/>
                  </a:cubicBezTo>
                  <a:cubicBezTo>
                    <a:pt x="229" y="525"/>
                    <a:pt x="297" y="342"/>
                    <a:pt x="297" y="251"/>
                  </a:cubicBezTo>
                  <a:cubicBezTo>
                    <a:pt x="275" y="205"/>
                    <a:pt x="183" y="114"/>
                    <a:pt x="46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6"/>
            <p:cNvSpPr/>
            <p:nvPr/>
          </p:nvSpPr>
          <p:spPr>
            <a:xfrm>
              <a:off x="1673825" y="3108275"/>
              <a:ext cx="104450" cy="118725"/>
            </a:xfrm>
            <a:custGeom>
              <a:avLst/>
              <a:gdLst/>
              <a:ahLst/>
              <a:cxnLst/>
              <a:rect l="l" t="t" r="r" b="b"/>
              <a:pathLst>
                <a:path w="4178" h="4749" extrusionOk="0">
                  <a:moveTo>
                    <a:pt x="1857" y="0"/>
                  </a:moveTo>
                  <a:cubicBezTo>
                    <a:pt x="1043" y="0"/>
                    <a:pt x="409" y="1858"/>
                    <a:pt x="0" y="3288"/>
                  </a:cubicBezTo>
                  <a:lnTo>
                    <a:pt x="2876" y="4748"/>
                  </a:lnTo>
                  <a:cubicBezTo>
                    <a:pt x="2899" y="4748"/>
                    <a:pt x="4178" y="2260"/>
                    <a:pt x="3972" y="1484"/>
                  </a:cubicBezTo>
                  <a:cubicBezTo>
                    <a:pt x="3767" y="708"/>
                    <a:pt x="2671" y="23"/>
                    <a:pt x="1872" y="1"/>
                  </a:cubicBezTo>
                  <a:cubicBezTo>
                    <a:pt x="1867" y="1"/>
                    <a:pt x="1862" y="0"/>
                    <a:pt x="1857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46"/>
            <p:cNvSpPr/>
            <p:nvPr/>
          </p:nvSpPr>
          <p:spPr>
            <a:xfrm>
              <a:off x="1673250" y="3115700"/>
              <a:ext cx="85625" cy="110150"/>
            </a:xfrm>
            <a:custGeom>
              <a:avLst/>
              <a:gdLst/>
              <a:ahLst/>
              <a:cxnLst/>
              <a:rect l="l" t="t" r="r" b="b"/>
              <a:pathLst>
                <a:path w="3425" h="4406" extrusionOk="0">
                  <a:moveTo>
                    <a:pt x="1279" y="0"/>
                  </a:moveTo>
                  <a:cubicBezTo>
                    <a:pt x="754" y="594"/>
                    <a:pt x="320" y="1895"/>
                    <a:pt x="1" y="2968"/>
                  </a:cubicBezTo>
                  <a:lnTo>
                    <a:pt x="2877" y="4406"/>
                  </a:lnTo>
                  <a:cubicBezTo>
                    <a:pt x="2877" y="4406"/>
                    <a:pt x="3151" y="3904"/>
                    <a:pt x="3424" y="3310"/>
                  </a:cubicBezTo>
                  <a:lnTo>
                    <a:pt x="3424" y="3310"/>
                  </a:lnTo>
                  <a:cubicBezTo>
                    <a:pt x="3379" y="3333"/>
                    <a:pt x="3310" y="3333"/>
                    <a:pt x="3265" y="3333"/>
                  </a:cubicBezTo>
                  <a:cubicBezTo>
                    <a:pt x="2260" y="3333"/>
                    <a:pt x="777" y="1210"/>
                    <a:pt x="1279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6"/>
            <p:cNvSpPr/>
            <p:nvPr/>
          </p:nvSpPr>
          <p:spPr>
            <a:xfrm>
              <a:off x="1645300" y="3178475"/>
              <a:ext cx="107875" cy="90175"/>
            </a:xfrm>
            <a:custGeom>
              <a:avLst/>
              <a:gdLst/>
              <a:ahLst/>
              <a:cxnLst/>
              <a:rect l="l" t="t" r="r" b="b"/>
              <a:pathLst>
                <a:path w="4315" h="3607" extrusionOk="0">
                  <a:moveTo>
                    <a:pt x="959" y="0"/>
                  </a:moveTo>
                  <a:lnTo>
                    <a:pt x="0" y="1735"/>
                  </a:lnTo>
                  <a:lnTo>
                    <a:pt x="3584" y="3607"/>
                  </a:lnTo>
                  <a:lnTo>
                    <a:pt x="4314" y="1781"/>
                  </a:lnTo>
                  <a:lnTo>
                    <a:pt x="9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6"/>
            <p:cNvSpPr/>
            <p:nvPr/>
          </p:nvSpPr>
          <p:spPr>
            <a:xfrm>
              <a:off x="1514925" y="3193300"/>
              <a:ext cx="238250" cy="317525"/>
            </a:xfrm>
            <a:custGeom>
              <a:avLst/>
              <a:gdLst/>
              <a:ahLst/>
              <a:cxnLst/>
              <a:rect l="l" t="t" r="r" b="b"/>
              <a:pathLst>
                <a:path w="9530" h="12701" extrusionOk="0">
                  <a:moveTo>
                    <a:pt x="5261" y="1"/>
                  </a:moveTo>
                  <a:cubicBezTo>
                    <a:pt x="5261" y="1"/>
                    <a:pt x="1974" y="6163"/>
                    <a:pt x="810" y="9633"/>
                  </a:cubicBezTo>
                  <a:cubicBezTo>
                    <a:pt x="0" y="12062"/>
                    <a:pt x="3228" y="12701"/>
                    <a:pt x="4107" y="12701"/>
                  </a:cubicBezTo>
                  <a:cubicBezTo>
                    <a:pt x="4169" y="12701"/>
                    <a:pt x="4220" y="12698"/>
                    <a:pt x="4257" y="12691"/>
                  </a:cubicBezTo>
                  <a:cubicBezTo>
                    <a:pt x="5558" y="12440"/>
                    <a:pt x="9529" y="2443"/>
                    <a:pt x="9529" y="2443"/>
                  </a:cubicBezTo>
                  <a:lnTo>
                    <a:pt x="5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6"/>
            <p:cNvSpPr/>
            <p:nvPr/>
          </p:nvSpPr>
          <p:spPr>
            <a:xfrm>
              <a:off x="1514450" y="3226975"/>
              <a:ext cx="239300" cy="295175"/>
            </a:xfrm>
            <a:custGeom>
              <a:avLst/>
              <a:gdLst/>
              <a:ahLst/>
              <a:cxnLst/>
              <a:rect l="l" t="t" r="r" b="b"/>
              <a:pathLst>
                <a:path w="9572" h="11807" extrusionOk="0">
                  <a:moveTo>
                    <a:pt x="7562" y="0"/>
                  </a:moveTo>
                  <a:cubicBezTo>
                    <a:pt x="6307" y="2876"/>
                    <a:pt x="4549" y="9473"/>
                    <a:pt x="3568" y="9610"/>
                  </a:cubicBezTo>
                  <a:cubicBezTo>
                    <a:pt x="3501" y="9619"/>
                    <a:pt x="3382" y="9629"/>
                    <a:pt x="3229" y="9629"/>
                  </a:cubicBezTo>
                  <a:cubicBezTo>
                    <a:pt x="2599" y="9629"/>
                    <a:pt x="1393" y="9448"/>
                    <a:pt x="897" y="8217"/>
                  </a:cubicBezTo>
                  <a:cubicBezTo>
                    <a:pt x="875" y="8240"/>
                    <a:pt x="875" y="8286"/>
                    <a:pt x="852" y="8354"/>
                  </a:cubicBezTo>
                  <a:cubicBezTo>
                    <a:pt x="1" y="10842"/>
                    <a:pt x="3573" y="11807"/>
                    <a:pt x="4347" y="11807"/>
                  </a:cubicBezTo>
                  <a:cubicBezTo>
                    <a:pt x="4383" y="11807"/>
                    <a:pt x="4412" y="11805"/>
                    <a:pt x="4435" y="11801"/>
                  </a:cubicBezTo>
                  <a:cubicBezTo>
                    <a:pt x="5759" y="11550"/>
                    <a:pt x="9571" y="1142"/>
                    <a:pt x="9571" y="1142"/>
                  </a:cubicBezTo>
                  <a:lnTo>
                    <a:pt x="7562" y="0"/>
                  </a:ln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6"/>
            <p:cNvSpPr/>
            <p:nvPr/>
          </p:nvSpPr>
          <p:spPr>
            <a:xfrm>
              <a:off x="1601350" y="3057500"/>
              <a:ext cx="82200" cy="63050"/>
            </a:xfrm>
            <a:custGeom>
              <a:avLst/>
              <a:gdLst/>
              <a:ahLst/>
              <a:cxnLst/>
              <a:rect l="l" t="t" r="r" b="b"/>
              <a:pathLst>
                <a:path w="3288" h="2522" extrusionOk="0">
                  <a:moveTo>
                    <a:pt x="229" y="0"/>
                  </a:moveTo>
                  <a:cubicBezTo>
                    <a:pt x="115" y="46"/>
                    <a:pt x="1" y="457"/>
                    <a:pt x="1" y="457"/>
                  </a:cubicBezTo>
                  <a:cubicBezTo>
                    <a:pt x="1181" y="1995"/>
                    <a:pt x="2614" y="2522"/>
                    <a:pt x="3006" y="2522"/>
                  </a:cubicBezTo>
                  <a:cubicBezTo>
                    <a:pt x="3039" y="2522"/>
                    <a:pt x="3065" y="2518"/>
                    <a:pt x="3082" y="2511"/>
                  </a:cubicBezTo>
                  <a:cubicBezTo>
                    <a:pt x="3288" y="2443"/>
                    <a:pt x="3242" y="1073"/>
                    <a:pt x="3242" y="1073"/>
                  </a:cubicBezTo>
                  <a:cubicBezTo>
                    <a:pt x="1165" y="1005"/>
                    <a:pt x="343" y="0"/>
                    <a:pt x="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6"/>
            <p:cNvSpPr/>
            <p:nvPr/>
          </p:nvSpPr>
          <p:spPr>
            <a:xfrm>
              <a:off x="1678950" y="3043225"/>
              <a:ext cx="35975" cy="55850"/>
            </a:xfrm>
            <a:custGeom>
              <a:avLst/>
              <a:gdLst/>
              <a:ahLst/>
              <a:cxnLst/>
              <a:rect l="l" t="t" r="r" b="b"/>
              <a:pathLst>
                <a:path w="1439" h="2234" extrusionOk="0">
                  <a:moveTo>
                    <a:pt x="823" y="1"/>
                  </a:moveTo>
                  <a:cubicBezTo>
                    <a:pt x="823" y="1"/>
                    <a:pt x="435" y="1416"/>
                    <a:pt x="1" y="1667"/>
                  </a:cubicBezTo>
                  <a:cubicBezTo>
                    <a:pt x="413" y="1708"/>
                    <a:pt x="919" y="2234"/>
                    <a:pt x="1181" y="2234"/>
                  </a:cubicBezTo>
                  <a:cubicBezTo>
                    <a:pt x="1209" y="2234"/>
                    <a:pt x="1234" y="2228"/>
                    <a:pt x="1256" y="2215"/>
                  </a:cubicBezTo>
                  <a:cubicBezTo>
                    <a:pt x="1439" y="1712"/>
                    <a:pt x="1256" y="411"/>
                    <a:pt x="1142" y="252"/>
                  </a:cubicBezTo>
                  <a:cubicBezTo>
                    <a:pt x="1051" y="92"/>
                    <a:pt x="823" y="1"/>
                    <a:pt x="8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6"/>
            <p:cNvSpPr/>
            <p:nvPr/>
          </p:nvSpPr>
          <p:spPr>
            <a:xfrm>
              <a:off x="1564275" y="2837800"/>
              <a:ext cx="156925" cy="208625"/>
            </a:xfrm>
            <a:custGeom>
              <a:avLst/>
              <a:gdLst/>
              <a:ahLst/>
              <a:cxnLst/>
              <a:rect l="l" t="t" r="r" b="b"/>
              <a:pathLst>
                <a:path w="6277" h="8345" extrusionOk="0">
                  <a:moveTo>
                    <a:pt x="4006" y="0"/>
                  </a:moveTo>
                  <a:cubicBezTo>
                    <a:pt x="4002" y="0"/>
                    <a:pt x="3998" y="0"/>
                    <a:pt x="3994" y="1"/>
                  </a:cubicBezTo>
                  <a:cubicBezTo>
                    <a:pt x="3081" y="92"/>
                    <a:pt x="0" y="777"/>
                    <a:pt x="23" y="1302"/>
                  </a:cubicBezTo>
                  <a:cubicBezTo>
                    <a:pt x="46" y="1804"/>
                    <a:pt x="1803" y="7578"/>
                    <a:pt x="2031" y="8035"/>
                  </a:cubicBezTo>
                  <a:cubicBezTo>
                    <a:pt x="2138" y="8237"/>
                    <a:pt x="3026" y="8345"/>
                    <a:pt x="3962" y="8345"/>
                  </a:cubicBezTo>
                  <a:cubicBezTo>
                    <a:pt x="5035" y="8345"/>
                    <a:pt x="6169" y="8203"/>
                    <a:pt x="6254" y="7898"/>
                  </a:cubicBezTo>
                  <a:cubicBezTo>
                    <a:pt x="6277" y="7738"/>
                    <a:pt x="5843" y="7168"/>
                    <a:pt x="5706" y="6392"/>
                  </a:cubicBezTo>
                  <a:cubicBezTo>
                    <a:pt x="5524" y="5524"/>
                    <a:pt x="5615" y="4337"/>
                    <a:pt x="5364" y="3287"/>
                  </a:cubicBezTo>
                  <a:cubicBezTo>
                    <a:pt x="5341" y="3105"/>
                    <a:pt x="5569" y="2854"/>
                    <a:pt x="5524" y="2717"/>
                  </a:cubicBezTo>
                  <a:cubicBezTo>
                    <a:pt x="5139" y="1157"/>
                    <a:pt x="4397" y="0"/>
                    <a:pt x="4006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6"/>
            <p:cNvSpPr/>
            <p:nvPr/>
          </p:nvSpPr>
          <p:spPr>
            <a:xfrm>
              <a:off x="1539150" y="2859275"/>
              <a:ext cx="71925" cy="118350"/>
            </a:xfrm>
            <a:custGeom>
              <a:avLst/>
              <a:gdLst/>
              <a:ahLst/>
              <a:cxnLst/>
              <a:rect l="l" t="t" r="r" b="b"/>
              <a:pathLst>
                <a:path w="2877" h="4734" extrusionOk="0">
                  <a:moveTo>
                    <a:pt x="902" y="0"/>
                  </a:moveTo>
                  <a:cubicBezTo>
                    <a:pt x="748" y="0"/>
                    <a:pt x="598" y="112"/>
                    <a:pt x="457" y="374"/>
                  </a:cubicBezTo>
                  <a:cubicBezTo>
                    <a:pt x="1" y="1241"/>
                    <a:pt x="2009" y="4734"/>
                    <a:pt x="2032" y="4734"/>
                  </a:cubicBezTo>
                  <a:lnTo>
                    <a:pt x="2877" y="4003"/>
                  </a:lnTo>
                  <a:cubicBezTo>
                    <a:pt x="2877" y="4003"/>
                    <a:pt x="1821" y="0"/>
                    <a:pt x="9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6"/>
            <p:cNvSpPr/>
            <p:nvPr/>
          </p:nvSpPr>
          <p:spPr>
            <a:xfrm>
              <a:off x="1545850" y="2948150"/>
              <a:ext cx="59525" cy="46025"/>
            </a:xfrm>
            <a:custGeom>
              <a:avLst/>
              <a:gdLst/>
              <a:ahLst/>
              <a:cxnLst/>
              <a:rect l="l" t="t" r="r" b="b"/>
              <a:pathLst>
                <a:path w="2381" h="1841" extrusionOk="0">
                  <a:moveTo>
                    <a:pt x="712" y="0"/>
                  </a:moveTo>
                  <a:cubicBezTo>
                    <a:pt x="283" y="0"/>
                    <a:pt x="1" y="219"/>
                    <a:pt x="189" y="722"/>
                  </a:cubicBezTo>
                  <a:cubicBezTo>
                    <a:pt x="554" y="1727"/>
                    <a:pt x="2380" y="1841"/>
                    <a:pt x="2380" y="1841"/>
                  </a:cubicBezTo>
                  <a:lnTo>
                    <a:pt x="2198" y="882"/>
                  </a:lnTo>
                  <a:cubicBezTo>
                    <a:pt x="2129" y="699"/>
                    <a:pt x="2038" y="540"/>
                    <a:pt x="1878" y="403"/>
                  </a:cubicBezTo>
                  <a:cubicBezTo>
                    <a:pt x="1509" y="146"/>
                    <a:pt x="1061" y="0"/>
                    <a:pt x="712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6"/>
            <p:cNvSpPr/>
            <p:nvPr/>
          </p:nvSpPr>
          <p:spPr>
            <a:xfrm>
              <a:off x="1556575" y="2956275"/>
              <a:ext cx="39675" cy="29925"/>
            </a:xfrm>
            <a:custGeom>
              <a:avLst/>
              <a:gdLst/>
              <a:ahLst/>
              <a:cxnLst/>
              <a:rect l="l" t="t" r="r" b="b"/>
              <a:pathLst>
                <a:path w="1587" h="1197" extrusionOk="0">
                  <a:moveTo>
                    <a:pt x="466" y="0"/>
                  </a:moveTo>
                  <a:cubicBezTo>
                    <a:pt x="184" y="0"/>
                    <a:pt x="0" y="140"/>
                    <a:pt x="125" y="466"/>
                  </a:cubicBezTo>
                  <a:cubicBezTo>
                    <a:pt x="399" y="1128"/>
                    <a:pt x="1586" y="1196"/>
                    <a:pt x="1586" y="1196"/>
                  </a:cubicBezTo>
                  <a:lnTo>
                    <a:pt x="1449" y="580"/>
                  </a:lnTo>
                  <a:cubicBezTo>
                    <a:pt x="1426" y="466"/>
                    <a:pt x="1358" y="352"/>
                    <a:pt x="1244" y="260"/>
                  </a:cubicBezTo>
                  <a:cubicBezTo>
                    <a:pt x="996" y="95"/>
                    <a:pt x="698" y="0"/>
                    <a:pt x="466" y="0"/>
                  </a:cubicBezTo>
                  <a:close/>
                </a:path>
              </a:pathLst>
            </a:custGeom>
            <a:solidFill>
              <a:srgbClr val="CC4F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6"/>
            <p:cNvSpPr/>
            <p:nvPr/>
          </p:nvSpPr>
          <p:spPr>
            <a:xfrm>
              <a:off x="1576275" y="2961100"/>
              <a:ext cx="25675" cy="21750"/>
            </a:xfrm>
            <a:custGeom>
              <a:avLst/>
              <a:gdLst/>
              <a:ahLst/>
              <a:cxnLst/>
              <a:rect l="l" t="t" r="r" b="b"/>
              <a:pathLst>
                <a:path w="1027" h="870" extrusionOk="0">
                  <a:moveTo>
                    <a:pt x="274" y="0"/>
                  </a:moveTo>
                  <a:cubicBezTo>
                    <a:pt x="99" y="0"/>
                    <a:pt x="0" y="124"/>
                    <a:pt x="136" y="410"/>
                  </a:cubicBezTo>
                  <a:cubicBezTo>
                    <a:pt x="317" y="826"/>
                    <a:pt x="771" y="869"/>
                    <a:pt x="951" y="869"/>
                  </a:cubicBezTo>
                  <a:cubicBezTo>
                    <a:pt x="998" y="869"/>
                    <a:pt x="1026" y="866"/>
                    <a:pt x="1026" y="866"/>
                  </a:cubicBezTo>
                  <a:lnTo>
                    <a:pt x="821" y="387"/>
                  </a:lnTo>
                  <a:cubicBezTo>
                    <a:pt x="798" y="296"/>
                    <a:pt x="753" y="204"/>
                    <a:pt x="684" y="159"/>
                  </a:cubicBezTo>
                  <a:cubicBezTo>
                    <a:pt x="546" y="57"/>
                    <a:pt x="393" y="0"/>
                    <a:pt x="274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6"/>
            <p:cNvSpPr/>
            <p:nvPr/>
          </p:nvSpPr>
          <p:spPr>
            <a:xfrm>
              <a:off x="1664700" y="3241225"/>
              <a:ext cx="20000" cy="20000"/>
            </a:xfrm>
            <a:custGeom>
              <a:avLst/>
              <a:gdLst/>
              <a:ahLst/>
              <a:cxnLst/>
              <a:rect l="l" t="t" r="r" b="b"/>
              <a:pathLst>
                <a:path w="800" h="800" extrusionOk="0">
                  <a:moveTo>
                    <a:pt x="411" y="1"/>
                  </a:moveTo>
                  <a:cubicBezTo>
                    <a:pt x="183" y="1"/>
                    <a:pt x="0" y="161"/>
                    <a:pt x="0" y="389"/>
                  </a:cubicBezTo>
                  <a:cubicBezTo>
                    <a:pt x="0" y="617"/>
                    <a:pt x="183" y="800"/>
                    <a:pt x="411" y="800"/>
                  </a:cubicBezTo>
                  <a:cubicBezTo>
                    <a:pt x="639" y="800"/>
                    <a:pt x="799" y="617"/>
                    <a:pt x="799" y="389"/>
                  </a:cubicBezTo>
                  <a:cubicBezTo>
                    <a:pt x="799" y="161"/>
                    <a:pt x="639" y="1"/>
                    <a:pt x="411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6"/>
            <p:cNvSpPr/>
            <p:nvPr/>
          </p:nvSpPr>
          <p:spPr>
            <a:xfrm>
              <a:off x="1653275" y="3268050"/>
              <a:ext cx="20000" cy="20000"/>
            </a:xfrm>
            <a:custGeom>
              <a:avLst/>
              <a:gdLst/>
              <a:ahLst/>
              <a:cxnLst/>
              <a:rect l="l" t="t" r="r" b="b"/>
              <a:pathLst>
                <a:path w="800" h="800" extrusionOk="0">
                  <a:moveTo>
                    <a:pt x="412" y="1"/>
                  </a:moveTo>
                  <a:cubicBezTo>
                    <a:pt x="161" y="1"/>
                    <a:pt x="1" y="183"/>
                    <a:pt x="1" y="412"/>
                  </a:cubicBezTo>
                  <a:cubicBezTo>
                    <a:pt x="1" y="640"/>
                    <a:pt x="161" y="800"/>
                    <a:pt x="412" y="800"/>
                  </a:cubicBezTo>
                  <a:cubicBezTo>
                    <a:pt x="640" y="800"/>
                    <a:pt x="800" y="640"/>
                    <a:pt x="800" y="412"/>
                  </a:cubicBezTo>
                  <a:cubicBezTo>
                    <a:pt x="800" y="183"/>
                    <a:pt x="640" y="1"/>
                    <a:pt x="412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46"/>
            <p:cNvSpPr/>
            <p:nvPr/>
          </p:nvSpPr>
          <p:spPr>
            <a:xfrm>
              <a:off x="1887250" y="3450725"/>
              <a:ext cx="22850" cy="20150"/>
            </a:xfrm>
            <a:custGeom>
              <a:avLst/>
              <a:gdLst/>
              <a:ahLst/>
              <a:cxnLst/>
              <a:rect l="l" t="t" r="r" b="b"/>
              <a:pathLst>
                <a:path w="914" h="806" extrusionOk="0">
                  <a:moveTo>
                    <a:pt x="444" y="1"/>
                  </a:moveTo>
                  <a:cubicBezTo>
                    <a:pt x="403" y="1"/>
                    <a:pt x="361" y="7"/>
                    <a:pt x="320" y="21"/>
                  </a:cubicBezTo>
                  <a:cubicBezTo>
                    <a:pt x="114" y="112"/>
                    <a:pt x="0" y="340"/>
                    <a:pt x="91" y="546"/>
                  </a:cubicBezTo>
                  <a:cubicBezTo>
                    <a:pt x="161" y="702"/>
                    <a:pt x="310" y="806"/>
                    <a:pt x="458" y="806"/>
                  </a:cubicBezTo>
                  <a:cubicBezTo>
                    <a:pt x="504" y="806"/>
                    <a:pt x="550" y="796"/>
                    <a:pt x="594" y="774"/>
                  </a:cubicBezTo>
                  <a:cubicBezTo>
                    <a:pt x="799" y="683"/>
                    <a:pt x="913" y="454"/>
                    <a:pt x="822" y="249"/>
                  </a:cubicBezTo>
                  <a:cubicBezTo>
                    <a:pt x="767" y="103"/>
                    <a:pt x="610" y="1"/>
                    <a:pt x="444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46"/>
            <p:cNvSpPr/>
            <p:nvPr/>
          </p:nvSpPr>
          <p:spPr>
            <a:xfrm>
              <a:off x="1857575" y="3449850"/>
              <a:ext cx="22850" cy="20175"/>
            </a:xfrm>
            <a:custGeom>
              <a:avLst/>
              <a:gdLst/>
              <a:ahLst/>
              <a:cxnLst/>
              <a:rect l="l" t="t" r="r" b="b"/>
              <a:pathLst>
                <a:path w="914" h="807" extrusionOk="0">
                  <a:moveTo>
                    <a:pt x="445" y="1"/>
                  </a:moveTo>
                  <a:cubicBezTo>
                    <a:pt x="396" y="1"/>
                    <a:pt x="346" y="11"/>
                    <a:pt x="297" y="33"/>
                  </a:cubicBezTo>
                  <a:cubicBezTo>
                    <a:pt x="92" y="124"/>
                    <a:pt x="0" y="352"/>
                    <a:pt x="69" y="558"/>
                  </a:cubicBezTo>
                  <a:cubicBezTo>
                    <a:pt x="142" y="704"/>
                    <a:pt x="302" y="806"/>
                    <a:pt x="469" y="806"/>
                  </a:cubicBezTo>
                  <a:cubicBezTo>
                    <a:pt x="511" y="806"/>
                    <a:pt x="553" y="800"/>
                    <a:pt x="594" y="786"/>
                  </a:cubicBezTo>
                  <a:cubicBezTo>
                    <a:pt x="799" y="695"/>
                    <a:pt x="913" y="466"/>
                    <a:pt x="822" y="261"/>
                  </a:cubicBezTo>
                  <a:cubicBezTo>
                    <a:pt x="752" y="104"/>
                    <a:pt x="603" y="1"/>
                    <a:pt x="44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46"/>
            <p:cNvSpPr/>
            <p:nvPr/>
          </p:nvSpPr>
          <p:spPr>
            <a:xfrm>
              <a:off x="1656125" y="2913700"/>
              <a:ext cx="30850" cy="67000"/>
            </a:xfrm>
            <a:custGeom>
              <a:avLst/>
              <a:gdLst/>
              <a:ahLst/>
              <a:cxnLst/>
              <a:rect l="l" t="t" r="r" b="b"/>
              <a:pathLst>
                <a:path w="1234" h="2680" extrusionOk="0">
                  <a:moveTo>
                    <a:pt x="298" y="0"/>
                  </a:moveTo>
                  <a:lnTo>
                    <a:pt x="1" y="46"/>
                  </a:lnTo>
                  <a:cubicBezTo>
                    <a:pt x="1" y="46"/>
                    <a:pt x="92" y="2374"/>
                    <a:pt x="138" y="2443"/>
                  </a:cubicBezTo>
                  <a:cubicBezTo>
                    <a:pt x="193" y="2516"/>
                    <a:pt x="873" y="2679"/>
                    <a:pt x="1133" y="2679"/>
                  </a:cubicBezTo>
                  <a:cubicBezTo>
                    <a:pt x="1195" y="2679"/>
                    <a:pt x="1233" y="2670"/>
                    <a:pt x="1233" y="2648"/>
                  </a:cubicBezTo>
                  <a:cubicBezTo>
                    <a:pt x="1233" y="2511"/>
                    <a:pt x="823" y="1050"/>
                    <a:pt x="298" y="0"/>
                  </a:cubicBezTo>
                  <a:close/>
                </a:path>
              </a:pathLst>
            </a:custGeom>
            <a:solidFill>
              <a:srgbClr val="DD7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46"/>
            <p:cNvSpPr/>
            <p:nvPr/>
          </p:nvSpPr>
          <p:spPr>
            <a:xfrm>
              <a:off x="1651000" y="2908550"/>
              <a:ext cx="30275" cy="68725"/>
            </a:xfrm>
            <a:custGeom>
              <a:avLst/>
              <a:gdLst/>
              <a:ahLst/>
              <a:cxnLst/>
              <a:rect l="l" t="t" r="r" b="b"/>
              <a:pathLst>
                <a:path w="1211" h="2749" extrusionOk="0">
                  <a:moveTo>
                    <a:pt x="343" y="1"/>
                  </a:moveTo>
                  <a:lnTo>
                    <a:pt x="0" y="69"/>
                  </a:lnTo>
                  <a:cubicBezTo>
                    <a:pt x="0" y="69"/>
                    <a:pt x="69" y="2398"/>
                    <a:pt x="115" y="2489"/>
                  </a:cubicBezTo>
                  <a:cubicBezTo>
                    <a:pt x="170" y="2581"/>
                    <a:pt x="853" y="2748"/>
                    <a:pt x="1112" y="2748"/>
                  </a:cubicBezTo>
                  <a:cubicBezTo>
                    <a:pt x="1173" y="2748"/>
                    <a:pt x="1210" y="2739"/>
                    <a:pt x="1210" y="2717"/>
                  </a:cubicBezTo>
                  <a:cubicBezTo>
                    <a:pt x="1210" y="2580"/>
                    <a:pt x="891" y="1051"/>
                    <a:pt x="343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6"/>
            <p:cNvSpPr/>
            <p:nvPr/>
          </p:nvSpPr>
          <p:spPr>
            <a:xfrm>
              <a:off x="1610475" y="2914275"/>
              <a:ext cx="16000" cy="21125"/>
            </a:xfrm>
            <a:custGeom>
              <a:avLst/>
              <a:gdLst/>
              <a:ahLst/>
              <a:cxnLst/>
              <a:rect l="l" t="t" r="r" b="b"/>
              <a:pathLst>
                <a:path w="640" h="845" extrusionOk="0">
                  <a:moveTo>
                    <a:pt x="320" y="0"/>
                  </a:moveTo>
                  <a:cubicBezTo>
                    <a:pt x="138" y="0"/>
                    <a:pt x="1" y="206"/>
                    <a:pt x="1" y="434"/>
                  </a:cubicBezTo>
                  <a:cubicBezTo>
                    <a:pt x="1" y="662"/>
                    <a:pt x="138" y="845"/>
                    <a:pt x="320" y="845"/>
                  </a:cubicBezTo>
                  <a:cubicBezTo>
                    <a:pt x="526" y="845"/>
                    <a:pt x="640" y="685"/>
                    <a:pt x="640" y="434"/>
                  </a:cubicBezTo>
                  <a:cubicBezTo>
                    <a:pt x="640" y="206"/>
                    <a:pt x="480" y="0"/>
                    <a:pt x="3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46"/>
            <p:cNvSpPr/>
            <p:nvPr/>
          </p:nvSpPr>
          <p:spPr>
            <a:xfrm>
              <a:off x="1675525" y="2914275"/>
              <a:ext cx="15450" cy="21125"/>
            </a:xfrm>
            <a:custGeom>
              <a:avLst/>
              <a:gdLst/>
              <a:ahLst/>
              <a:cxnLst/>
              <a:rect l="l" t="t" r="r" b="b"/>
              <a:pathLst>
                <a:path w="618" h="845" extrusionOk="0">
                  <a:moveTo>
                    <a:pt x="321" y="0"/>
                  </a:moveTo>
                  <a:cubicBezTo>
                    <a:pt x="138" y="0"/>
                    <a:pt x="1" y="183"/>
                    <a:pt x="1" y="434"/>
                  </a:cubicBezTo>
                  <a:cubicBezTo>
                    <a:pt x="1" y="662"/>
                    <a:pt x="138" y="845"/>
                    <a:pt x="321" y="845"/>
                  </a:cubicBezTo>
                  <a:cubicBezTo>
                    <a:pt x="480" y="845"/>
                    <a:pt x="617" y="662"/>
                    <a:pt x="617" y="434"/>
                  </a:cubicBezTo>
                  <a:cubicBezTo>
                    <a:pt x="617" y="183"/>
                    <a:pt x="480" y="0"/>
                    <a:pt x="3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46"/>
            <p:cNvSpPr/>
            <p:nvPr/>
          </p:nvSpPr>
          <p:spPr>
            <a:xfrm>
              <a:off x="1666400" y="2892800"/>
              <a:ext cx="45675" cy="22450"/>
            </a:xfrm>
            <a:custGeom>
              <a:avLst/>
              <a:gdLst/>
              <a:ahLst/>
              <a:cxnLst/>
              <a:rect l="l" t="t" r="r" b="b"/>
              <a:pathLst>
                <a:path w="1827" h="898" extrusionOk="0">
                  <a:moveTo>
                    <a:pt x="464" y="1"/>
                  </a:moveTo>
                  <a:cubicBezTo>
                    <a:pt x="416" y="1"/>
                    <a:pt x="382" y="5"/>
                    <a:pt x="366" y="15"/>
                  </a:cubicBezTo>
                  <a:cubicBezTo>
                    <a:pt x="252" y="60"/>
                    <a:pt x="1" y="494"/>
                    <a:pt x="69" y="540"/>
                  </a:cubicBezTo>
                  <a:cubicBezTo>
                    <a:pt x="150" y="620"/>
                    <a:pt x="1158" y="897"/>
                    <a:pt x="1470" y="897"/>
                  </a:cubicBezTo>
                  <a:cubicBezTo>
                    <a:pt x="1511" y="897"/>
                    <a:pt x="1540" y="893"/>
                    <a:pt x="1553" y="882"/>
                  </a:cubicBezTo>
                  <a:cubicBezTo>
                    <a:pt x="1644" y="836"/>
                    <a:pt x="1827" y="357"/>
                    <a:pt x="1667" y="243"/>
                  </a:cubicBezTo>
                  <a:cubicBezTo>
                    <a:pt x="1569" y="164"/>
                    <a:pt x="759" y="1"/>
                    <a:pt x="4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46"/>
            <p:cNvSpPr/>
            <p:nvPr/>
          </p:nvSpPr>
          <p:spPr>
            <a:xfrm>
              <a:off x="1618750" y="2977250"/>
              <a:ext cx="36275" cy="34800"/>
            </a:xfrm>
            <a:custGeom>
              <a:avLst/>
              <a:gdLst/>
              <a:ahLst/>
              <a:cxnLst/>
              <a:rect l="l" t="t" r="r" b="b"/>
              <a:pathLst>
                <a:path w="1451" h="1392" extrusionOk="0">
                  <a:moveTo>
                    <a:pt x="761" y="1"/>
                  </a:moveTo>
                  <a:cubicBezTo>
                    <a:pt x="377" y="1"/>
                    <a:pt x="0" y="582"/>
                    <a:pt x="35" y="791"/>
                  </a:cubicBezTo>
                  <a:cubicBezTo>
                    <a:pt x="35" y="1023"/>
                    <a:pt x="465" y="1392"/>
                    <a:pt x="728" y="1392"/>
                  </a:cubicBezTo>
                  <a:cubicBezTo>
                    <a:pt x="749" y="1392"/>
                    <a:pt x="769" y="1389"/>
                    <a:pt x="788" y="1384"/>
                  </a:cubicBezTo>
                  <a:cubicBezTo>
                    <a:pt x="1039" y="1361"/>
                    <a:pt x="1450" y="654"/>
                    <a:pt x="1108" y="197"/>
                  </a:cubicBezTo>
                  <a:cubicBezTo>
                    <a:pt x="1000" y="57"/>
                    <a:pt x="880" y="1"/>
                    <a:pt x="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6"/>
            <p:cNvSpPr/>
            <p:nvPr/>
          </p:nvSpPr>
          <p:spPr>
            <a:xfrm>
              <a:off x="1626450" y="2979750"/>
              <a:ext cx="21150" cy="19000"/>
            </a:xfrm>
            <a:custGeom>
              <a:avLst/>
              <a:gdLst/>
              <a:ahLst/>
              <a:cxnLst/>
              <a:rect l="l" t="t" r="r" b="b"/>
              <a:pathLst>
                <a:path w="846" h="760" extrusionOk="0">
                  <a:moveTo>
                    <a:pt x="440" y="1"/>
                  </a:moveTo>
                  <a:cubicBezTo>
                    <a:pt x="279" y="1"/>
                    <a:pt x="117" y="129"/>
                    <a:pt x="1" y="303"/>
                  </a:cubicBezTo>
                  <a:cubicBezTo>
                    <a:pt x="47" y="554"/>
                    <a:pt x="343" y="759"/>
                    <a:pt x="617" y="759"/>
                  </a:cubicBezTo>
                  <a:cubicBezTo>
                    <a:pt x="663" y="759"/>
                    <a:pt x="731" y="759"/>
                    <a:pt x="754" y="714"/>
                  </a:cubicBezTo>
                  <a:cubicBezTo>
                    <a:pt x="846" y="508"/>
                    <a:pt x="846" y="303"/>
                    <a:pt x="709" y="143"/>
                  </a:cubicBezTo>
                  <a:cubicBezTo>
                    <a:pt x="625" y="43"/>
                    <a:pt x="533" y="1"/>
                    <a:pt x="4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46"/>
            <p:cNvSpPr/>
            <p:nvPr/>
          </p:nvSpPr>
          <p:spPr>
            <a:xfrm>
              <a:off x="1620750" y="2970400"/>
              <a:ext cx="18850" cy="9500"/>
            </a:xfrm>
            <a:custGeom>
              <a:avLst/>
              <a:gdLst/>
              <a:ahLst/>
              <a:cxnLst/>
              <a:rect l="l" t="t" r="r" b="b"/>
              <a:pathLst>
                <a:path w="754" h="380" extrusionOk="0">
                  <a:moveTo>
                    <a:pt x="438" y="0"/>
                  </a:moveTo>
                  <a:cubicBezTo>
                    <a:pt x="385" y="0"/>
                    <a:pt x="329" y="10"/>
                    <a:pt x="275" y="38"/>
                  </a:cubicBezTo>
                  <a:cubicBezTo>
                    <a:pt x="46" y="152"/>
                    <a:pt x="1" y="380"/>
                    <a:pt x="1" y="380"/>
                  </a:cubicBezTo>
                  <a:cubicBezTo>
                    <a:pt x="153" y="137"/>
                    <a:pt x="437" y="96"/>
                    <a:pt x="609" y="96"/>
                  </a:cubicBezTo>
                  <a:cubicBezTo>
                    <a:pt x="696" y="96"/>
                    <a:pt x="754" y="106"/>
                    <a:pt x="754" y="106"/>
                  </a:cubicBezTo>
                  <a:cubicBezTo>
                    <a:pt x="754" y="106"/>
                    <a:pt x="608" y="0"/>
                    <a:pt x="438" y="0"/>
                  </a:cubicBezTo>
                  <a:close/>
                </a:path>
              </a:pathLst>
            </a:custGeom>
            <a:solidFill>
              <a:srgbClr val="DD7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46"/>
            <p:cNvSpPr/>
            <p:nvPr/>
          </p:nvSpPr>
          <p:spPr>
            <a:xfrm>
              <a:off x="1610475" y="2927950"/>
              <a:ext cx="25700" cy="12600"/>
            </a:xfrm>
            <a:custGeom>
              <a:avLst/>
              <a:gdLst/>
              <a:ahLst/>
              <a:cxnLst/>
              <a:rect l="l" t="t" r="r" b="b"/>
              <a:pathLst>
                <a:path w="1028" h="504" extrusionOk="0">
                  <a:moveTo>
                    <a:pt x="526" y="1"/>
                  </a:moveTo>
                  <a:cubicBezTo>
                    <a:pt x="229" y="1"/>
                    <a:pt x="1" y="115"/>
                    <a:pt x="1" y="252"/>
                  </a:cubicBezTo>
                  <a:cubicBezTo>
                    <a:pt x="1" y="389"/>
                    <a:pt x="229" y="503"/>
                    <a:pt x="526" y="503"/>
                  </a:cubicBezTo>
                  <a:cubicBezTo>
                    <a:pt x="800" y="503"/>
                    <a:pt x="1028" y="389"/>
                    <a:pt x="1028" y="252"/>
                  </a:cubicBezTo>
                  <a:cubicBezTo>
                    <a:pt x="1028" y="115"/>
                    <a:pt x="800" y="1"/>
                    <a:pt x="526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46"/>
            <p:cNvSpPr/>
            <p:nvPr/>
          </p:nvSpPr>
          <p:spPr>
            <a:xfrm>
              <a:off x="1675525" y="2928525"/>
              <a:ext cx="22850" cy="11450"/>
            </a:xfrm>
            <a:custGeom>
              <a:avLst/>
              <a:gdLst/>
              <a:ahLst/>
              <a:cxnLst/>
              <a:rect l="l" t="t" r="r" b="b"/>
              <a:pathLst>
                <a:path w="914" h="458" extrusionOk="0">
                  <a:moveTo>
                    <a:pt x="457" y="1"/>
                  </a:moveTo>
                  <a:cubicBezTo>
                    <a:pt x="206" y="1"/>
                    <a:pt x="1" y="115"/>
                    <a:pt x="1" y="229"/>
                  </a:cubicBezTo>
                  <a:cubicBezTo>
                    <a:pt x="1" y="366"/>
                    <a:pt x="206" y="457"/>
                    <a:pt x="457" y="457"/>
                  </a:cubicBezTo>
                  <a:cubicBezTo>
                    <a:pt x="709" y="457"/>
                    <a:pt x="914" y="366"/>
                    <a:pt x="914" y="229"/>
                  </a:cubicBezTo>
                  <a:cubicBezTo>
                    <a:pt x="914" y="92"/>
                    <a:pt x="709" y="1"/>
                    <a:pt x="457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6"/>
            <p:cNvSpPr/>
            <p:nvPr/>
          </p:nvSpPr>
          <p:spPr>
            <a:xfrm>
              <a:off x="1673250" y="2913125"/>
              <a:ext cx="20575" cy="9150"/>
            </a:xfrm>
            <a:custGeom>
              <a:avLst/>
              <a:gdLst/>
              <a:ahLst/>
              <a:cxnLst/>
              <a:rect l="l" t="t" r="r" b="b"/>
              <a:pathLst>
                <a:path w="823" h="366" extrusionOk="0">
                  <a:moveTo>
                    <a:pt x="1" y="0"/>
                  </a:moveTo>
                  <a:lnTo>
                    <a:pt x="1" y="274"/>
                  </a:lnTo>
                  <a:lnTo>
                    <a:pt x="822" y="366"/>
                  </a:lnTo>
                  <a:lnTo>
                    <a:pt x="822" y="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6"/>
            <p:cNvSpPr/>
            <p:nvPr/>
          </p:nvSpPr>
          <p:spPr>
            <a:xfrm>
              <a:off x="1609350" y="2913125"/>
              <a:ext cx="20550" cy="9725"/>
            </a:xfrm>
            <a:custGeom>
              <a:avLst/>
              <a:gdLst/>
              <a:ahLst/>
              <a:cxnLst/>
              <a:rect l="l" t="t" r="r" b="b"/>
              <a:pathLst>
                <a:path w="822" h="389" extrusionOk="0">
                  <a:moveTo>
                    <a:pt x="0" y="0"/>
                  </a:moveTo>
                  <a:lnTo>
                    <a:pt x="0" y="274"/>
                  </a:lnTo>
                  <a:lnTo>
                    <a:pt x="799" y="388"/>
                  </a:lnTo>
                  <a:lnTo>
                    <a:pt x="822" y="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6"/>
            <p:cNvSpPr/>
            <p:nvPr/>
          </p:nvSpPr>
          <p:spPr>
            <a:xfrm>
              <a:off x="1598500" y="2898050"/>
              <a:ext cx="48525" cy="20350"/>
            </a:xfrm>
            <a:custGeom>
              <a:avLst/>
              <a:gdLst/>
              <a:ahLst/>
              <a:cxnLst/>
              <a:rect l="l" t="t" r="r" b="b"/>
              <a:pathLst>
                <a:path w="1941" h="814" extrusionOk="0">
                  <a:moveTo>
                    <a:pt x="1645" y="1"/>
                  </a:moveTo>
                  <a:cubicBezTo>
                    <a:pt x="1299" y="1"/>
                    <a:pt x="350" y="114"/>
                    <a:pt x="252" y="193"/>
                  </a:cubicBezTo>
                  <a:cubicBezTo>
                    <a:pt x="137" y="284"/>
                    <a:pt x="1" y="740"/>
                    <a:pt x="115" y="786"/>
                  </a:cubicBezTo>
                  <a:cubicBezTo>
                    <a:pt x="140" y="805"/>
                    <a:pt x="272" y="813"/>
                    <a:pt x="453" y="813"/>
                  </a:cubicBezTo>
                  <a:cubicBezTo>
                    <a:pt x="930" y="813"/>
                    <a:pt x="1744" y="755"/>
                    <a:pt x="1827" y="672"/>
                  </a:cubicBezTo>
                  <a:cubicBezTo>
                    <a:pt x="1918" y="626"/>
                    <a:pt x="1941" y="78"/>
                    <a:pt x="1758" y="10"/>
                  </a:cubicBezTo>
                  <a:cubicBezTo>
                    <a:pt x="1739" y="4"/>
                    <a:pt x="1700" y="1"/>
                    <a:pt x="16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7" name="Google Shape;2267;p46"/>
          <p:cNvSpPr/>
          <p:nvPr/>
        </p:nvSpPr>
        <p:spPr>
          <a:xfrm>
            <a:off x="620915" y="2927134"/>
            <a:ext cx="635571" cy="556829"/>
          </a:xfrm>
          <a:custGeom>
            <a:avLst/>
            <a:gdLst/>
            <a:ahLst/>
            <a:cxnLst/>
            <a:rect l="l" t="t" r="r" b="b"/>
            <a:pathLst>
              <a:path w="18056" h="15819" extrusionOk="0">
                <a:moveTo>
                  <a:pt x="8008" y="1"/>
                </a:moveTo>
                <a:cubicBezTo>
                  <a:pt x="4985" y="1"/>
                  <a:pt x="1977" y="711"/>
                  <a:pt x="1644" y="1142"/>
                </a:cubicBezTo>
                <a:cubicBezTo>
                  <a:pt x="0" y="3379"/>
                  <a:pt x="3538" y="15818"/>
                  <a:pt x="3515" y="15818"/>
                </a:cubicBezTo>
                <a:lnTo>
                  <a:pt x="18055" y="15704"/>
                </a:lnTo>
                <a:cubicBezTo>
                  <a:pt x="17530" y="10614"/>
                  <a:pt x="16343" y="3310"/>
                  <a:pt x="13148" y="1142"/>
                </a:cubicBezTo>
                <a:cubicBezTo>
                  <a:pt x="11898" y="294"/>
                  <a:pt x="9950" y="1"/>
                  <a:pt x="80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8" name="Google Shape;2268;p46"/>
          <p:cNvGrpSpPr/>
          <p:nvPr/>
        </p:nvGrpSpPr>
        <p:grpSpPr>
          <a:xfrm>
            <a:off x="730986" y="2485409"/>
            <a:ext cx="599421" cy="954342"/>
            <a:chOff x="1125450" y="2840775"/>
            <a:chExt cx="425725" cy="677800"/>
          </a:xfrm>
        </p:grpSpPr>
        <p:sp>
          <p:nvSpPr>
            <p:cNvPr id="2269" name="Google Shape;2269;p46"/>
            <p:cNvSpPr/>
            <p:nvPr/>
          </p:nvSpPr>
          <p:spPr>
            <a:xfrm>
              <a:off x="1304625" y="2840775"/>
              <a:ext cx="246550" cy="280650"/>
            </a:xfrm>
            <a:custGeom>
              <a:avLst/>
              <a:gdLst/>
              <a:ahLst/>
              <a:cxnLst/>
              <a:rect l="l" t="t" r="r" b="b"/>
              <a:pathLst>
                <a:path w="9862" h="11226" extrusionOk="0">
                  <a:moveTo>
                    <a:pt x="6842" y="0"/>
                  </a:moveTo>
                  <a:cubicBezTo>
                    <a:pt x="5913" y="0"/>
                    <a:pt x="5022" y="292"/>
                    <a:pt x="5022" y="292"/>
                  </a:cubicBezTo>
                  <a:lnTo>
                    <a:pt x="5113" y="87"/>
                  </a:lnTo>
                  <a:lnTo>
                    <a:pt x="5113" y="87"/>
                  </a:lnTo>
                  <a:cubicBezTo>
                    <a:pt x="2717" y="452"/>
                    <a:pt x="1758" y="2027"/>
                    <a:pt x="1758" y="2027"/>
                  </a:cubicBezTo>
                  <a:lnTo>
                    <a:pt x="1758" y="1708"/>
                  </a:lnTo>
                  <a:cubicBezTo>
                    <a:pt x="229" y="2849"/>
                    <a:pt x="160" y="5862"/>
                    <a:pt x="160" y="5862"/>
                  </a:cubicBezTo>
                  <a:lnTo>
                    <a:pt x="0" y="5565"/>
                  </a:lnTo>
                  <a:lnTo>
                    <a:pt x="0" y="5565"/>
                  </a:lnTo>
                  <a:cubicBezTo>
                    <a:pt x="0" y="7482"/>
                    <a:pt x="662" y="10769"/>
                    <a:pt x="5479" y="11226"/>
                  </a:cubicBezTo>
                  <a:cubicBezTo>
                    <a:pt x="7008" y="10221"/>
                    <a:pt x="9062" y="8646"/>
                    <a:pt x="9610" y="6432"/>
                  </a:cubicBezTo>
                  <a:lnTo>
                    <a:pt x="9222" y="6432"/>
                  </a:lnTo>
                  <a:cubicBezTo>
                    <a:pt x="9861" y="4515"/>
                    <a:pt x="9062" y="2575"/>
                    <a:pt x="9062" y="2575"/>
                  </a:cubicBezTo>
                  <a:lnTo>
                    <a:pt x="8834" y="2917"/>
                  </a:lnTo>
                  <a:cubicBezTo>
                    <a:pt x="8720" y="1822"/>
                    <a:pt x="8195" y="521"/>
                    <a:pt x="8195" y="521"/>
                  </a:cubicBezTo>
                  <a:lnTo>
                    <a:pt x="8012" y="680"/>
                  </a:lnTo>
                  <a:lnTo>
                    <a:pt x="7807" y="201"/>
                  </a:lnTo>
                  <a:lnTo>
                    <a:pt x="7396" y="292"/>
                  </a:lnTo>
                  <a:lnTo>
                    <a:pt x="7533" y="64"/>
                  </a:lnTo>
                  <a:cubicBezTo>
                    <a:pt x="7309" y="18"/>
                    <a:pt x="7075" y="0"/>
                    <a:pt x="68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46"/>
            <p:cNvSpPr/>
            <p:nvPr/>
          </p:nvSpPr>
          <p:spPr>
            <a:xfrm>
              <a:off x="1304050" y="2841800"/>
              <a:ext cx="207175" cy="277925"/>
            </a:xfrm>
            <a:custGeom>
              <a:avLst/>
              <a:gdLst/>
              <a:ahLst/>
              <a:cxnLst/>
              <a:rect l="l" t="t" r="r" b="b"/>
              <a:pathLst>
                <a:path w="8287" h="11117" extrusionOk="0">
                  <a:moveTo>
                    <a:pt x="5068" y="0"/>
                  </a:moveTo>
                  <a:lnTo>
                    <a:pt x="5068" y="0"/>
                  </a:lnTo>
                  <a:cubicBezTo>
                    <a:pt x="2694" y="366"/>
                    <a:pt x="1758" y="1940"/>
                    <a:pt x="1758" y="1940"/>
                  </a:cubicBezTo>
                  <a:lnTo>
                    <a:pt x="1758" y="1621"/>
                  </a:lnTo>
                  <a:cubicBezTo>
                    <a:pt x="206" y="2762"/>
                    <a:pt x="160" y="5752"/>
                    <a:pt x="160" y="5752"/>
                  </a:cubicBezTo>
                  <a:lnTo>
                    <a:pt x="1" y="5456"/>
                  </a:lnTo>
                  <a:lnTo>
                    <a:pt x="1" y="5456"/>
                  </a:lnTo>
                  <a:cubicBezTo>
                    <a:pt x="1" y="7373"/>
                    <a:pt x="640" y="10660"/>
                    <a:pt x="5479" y="11116"/>
                  </a:cubicBezTo>
                  <a:cubicBezTo>
                    <a:pt x="6392" y="10523"/>
                    <a:pt x="7442" y="9747"/>
                    <a:pt x="8286" y="8788"/>
                  </a:cubicBezTo>
                  <a:cubicBezTo>
                    <a:pt x="6848" y="8468"/>
                    <a:pt x="5821" y="7464"/>
                    <a:pt x="5159" y="6665"/>
                  </a:cubicBezTo>
                  <a:lnTo>
                    <a:pt x="5159" y="6665"/>
                  </a:lnTo>
                  <a:lnTo>
                    <a:pt x="5479" y="6779"/>
                  </a:lnTo>
                  <a:cubicBezTo>
                    <a:pt x="5479" y="6779"/>
                    <a:pt x="3630" y="4383"/>
                    <a:pt x="4132" y="2557"/>
                  </a:cubicBezTo>
                  <a:lnTo>
                    <a:pt x="4132" y="2557"/>
                  </a:lnTo>
                  <a:lnTo>
                    <a:pt x="4337" y="2785"/>
                  </a:lnTo>
                  <a:cubicBezTo>
                    <a:pt x="4337" y="2785"/>
                    <a:pt x="4132" y="1461"/>
                    <a:pt x="5068" y="0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46"/>
            <p:cNvSpPr/>
            <p:nvPr/>
          </p:nvSpPr>
          <p:spPr>
            <a:xfrm>
              <a:off x="1224725" y="3232675"/>
              <a:ext cx="215175" cy="285900"/>
            </a:xfrm>
            <a:custGeom>
              <a:avLst/>
              <a:gdLst/>
              <a:ahLst/>
              <a:cxnLst/>
              <a:rect l="l" t="t" r="r" b="b"/>
              <a:pathLst>
                <a:path w="8607" h="11436" extrusionOk="0">
                  <a:moveTo>
                    <a:pt x="2968" y="1"/>
                  </a:moveTo>
                  <a:cubicBezTo>
                    <a:pt x="1873" y="3721"/>
                    <a:pt x="1" y="8606"/>
                    <a:pt x="115" y="11436"/>
                  </a:cubicBezTo>
                  <a:lnTo>
                    <a:pt x="8606" y="11436"/>
                  </a:lnTo>
                  <a:cubicBezTo>
                    <a:pt x="8606" y="11436"/>
                    <a:pt x="7191" y="7601"/>
                    <a:pt x="7899" y="3128"/>
                  </a:cubicBezTo>
                  <a:lnTo>
                    <a:pt x="29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46"/>
            <p:cNvSpPr/>
            <p:nvPr/>
          </p:nvSpPr>
          <p:spPr>
            <a:xfrm>
              <a:off x="1250425" y="3341100"/>
              <a:ext cx="170625" cy="86175"/>
            </a:xfrm>
            <a:custGeom>
              <a:avLst/>
              <a:gdLst/>
              <a:ahLst/>
              <a:cxnLst/>
              <a:rect l="l" t="t" r="r" b="b"/>
              <a:pathLst>
                <a:path w="6825" h="3447" extrusionOk="0">
                  <a:moveTo>
                    <a:pt x="1370" y="0"/>
                  </a:moveTo>
                  <a:lnTo>
                    <a:pt x="228" y="1164"/>
                  </a:lnTo>
                  <a:cubicBezTo>
                    <a:pt x="137" y="1416"/>
                    <a:pt x="91" y="1667"/>
                    <a:pt x="0" y="1940"/>
                  </a:cubicBezTo>
                  <a:cubicBezTo>
                    <a:pt x="229" y="1923"/>
                    <a:pt x="512" y="1912"/>
                    <a:pt x="833" y="1912"/>
                  </a:cubicBezTo>
                  <a:cubicBezTo>
                    <a:pt x="2598" y="1912"/>
                    <a:pt x="5512" y="2230"/>
                    <a:pt x="6825" y="3447"/>
                  </a:cubicBezTo>
                  <a:cubicBezTo>
                    <a:pt x="6734" y="2580"/>
                    <a:pt x="6665" y="1621"/>
                    <a:pt x="6711" y="594"/>
                  </a:cubicBezTo>
                  <a:lnTo>
                    <a:pt x="1370" y="0"/>
                  </a:ln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46"/>
            <p:cNvSpPr/>
            <p:nvPr/>
          </p:nvSpPr>
          <p:spPr>
            <a:xfrm>
              <a:off x="1277225" y="3421550"/>
              <a:ext cx="144400" cy="97025"/>
            </a:xfrm>
            <a:custGeom>
              <a:avLst/>
              <a:gdLst/>
              <a:ahLst/>
              <a:cxnLst/>
              <a:rect l="l" t="t" r="r" b="b"/>
              <a:pathLst>
                <a:path w="5776" h="3881" extrusionOk="0">
                  <a:moveTo>
                    <a:pt x="2900" y="1"/>
                  </a:moveTo>
                  <a:cubicBezTo>
                    <a:pt x="1439" y="1"/>
                    <a:pt x="229" y="1690"/>
                    <a:pt x="1" y="3881"/>
                  </a:cubicBezTo>
                  <a:lnTo>
                    <a:pt x="5776" y="3881"/>
                  </a:lnTo>
                  <a:cubicBezTo>
                    <a:pt x="5547" y="1690"/>
                    <a:pt x="4315" y="1"/>
                    <a:pt x="29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46"/>
            <p:cNvSpPr/>
            <p:nvPr/>
          </p:nvSpPr>
          <p:spPr>
            <a:xfrm>
              <a:off x="1414175" y="3175625"/>
              <a:ext cx="87350" cy="314050"/>
            </a:xfrm>
            <a:custGeom>
              <a:avLst/>
              <a:gdLst/>
              <a:ahLst/>
              <a:cxnLst/>
              <a:rect l="l" t="t" r="r" b="b"/>
              <a:pathLst>
                <a:path w="3494" h="12562" extrusionOk="0">
                  <a:moveTo>
                    <a:pt x="1462" y="0"/>
                  </a:moveTo>
                  <a:lnTo>
                    <a:pt x="1" y="3994"/>
                  </a:lnTo>
                  <a:cubicBezTo>
                    <a:pt x="229" y="4702"/>
                    <a:pt x="572" y="8742"/>
                    <a:pt x="457" y="10203"/>
                  </a:cubicBezTo>
                  <a:cubicBezTo>
                    <a:pt x="369" y="11348"/>
                    <a:pt x="1356" y="12562"/>
                    <a:pt x="2136" y="12562"/>
                  </a:cubicBezTo>
                  <a:cubicBezTo>
                    <a:pt x="2366" y="12562"/>
                    <a:pt x="2579" y="12456"/>
                    <a:pt x="2740" y="12212"/>
                  </a:cubicBezTo>
                  <a:cubicBezTo>
                    <a:pt x="3493" y="11116"/>
                    <a:pt x="2786" y="1141"/>
                    <a:pt x="14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6"/>
            <p:cNvSpPr/>
            <p:nvPr/>
          </p:nvSpPr>
          <p:spPr>
            <a:xfrm>
              <a:off x="1414175" y="3174475"/>
              <a:ext cx="73075" cy="314375"/>
            </a:xfrm>
            <a:custGeom>
              <a:avLst/>
              <a:gdLst/>
              <a:ahLst/>
              <a:cxnLst/>
              <a:rect l="l" t="t" r="r" b="b"/>
              <a:pathLst>
                <a:path w="2923" h="12575" extrusionOk="0">
                  <a:moveTo>
                    <a:pt x="1462" y="0"/>
                  </a:moveTo>
                  <a:lnTo>
                    <a:pt x="1" y="3995"/>
                  </a:lnTo>
                  <a:cubicBezTo>
                    <a:pt x="229" y="4725"/>
                    <a:pt x="572" y="8765"/>
                    <a:pt x="457" y="10226"/>
                  </a:cubicBezTo>
                  <a:cubicBezTo>
                    <a:pt x="370" y="11367"/>
                    <a:pt x="1348" y="12575"/>
                    <a:pt x="2126" y="12575"/>
                  </a:cubicBezTo>
                  <a:cubicBezTo>
                    <a:pt x="2360" y="12575"/>
                    <a:pt x="2576" y="12465"/>
                    <a:pt x="2740" y="12212"/>
                  </a:cubicBezTo>
                  <a:cubicBezTo>
                    <a:pt x="2808" y="12143"/>
                    <a:pt x="2854" y="11961"/>
                    <a:pt x="2923" y="11733"/>
                  </a:cubicBezTo>
                  <a:cubicBezTo>
                    <a:pt x="2283" y="11345"/>
                    <a:pt x="1690" y="10158"/>
                    <a:pt x="1759" y="9062"/>
                  </a:cubicBezTo>
                  <a:cubicBezTo>
                    <a:pt x="1873" y="7259"/>
                    <a:pt x="1804" y="2511"/>
                    <a:pt x="1576" y="1644"/>
                  </a:cubicBezTo>
                  <a:lnTo>
                    <a:pt x="1644" y="229"/>
                  </a:lnTo>
                  <a:cubicBezTo>
                    <a:pt x="1576" y="160"/>
                    <a:pt x="1530" y="69"/>
                    <a:pt x="1462" y="0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46"/>
            <p:cNvSpPr/>
            <p:nvPr/>
          </p:nvSpPr>
          <p:spPr>
            <a:xfrm>
              <a:off x="1239575" y="3128225"/>
              <a:ext cx="223150" cy="258025"/>
            </a:xfrm>
            <a:custGeom>
              <a:avLst/>
              <a:gdLst/>
              <a:ahLst/>
              <a:cxnLst/>
              <a:rect l="l" t="t" r="r" b="b"/>
              <a:pathLst>
                <a:path w="8926" h="10321" extrusionOk="0">
                  <a:moveTo>
                    <a:pt x="6109" y="1"/>
                  </a:moveTo>
                  <a:cubicBezTo>
                    <a:pt x="5521" y="1"/>
                    <a:pt x="3599" y="600"/>
                    <a:pt x="3196" y="869"/>
                  </a:cubicBezTo>
                  <a:cubicBezTo>
                    <a:pt x="2283" y="1394"/>
                    <a:pt x="0" y="9086"/>
                    <a:pt x="297" y="9542"/>
                  </a:cubicBezTo>
                  <a:cubicBezTo>
                    <a:pt x="507" y="9897"/>
                    <a:pt x="4275" y="10321"/>
                    <a:pt x="6587" y="10321"/>
                  </a:cubicBezTo>
                  <a:cubicBezTo>
                    <a:pt x="7546" y="10321"/>
                    <a:pt x="8254" y="10248"/>
                    <a:pt x="8354" y="10067"/>
                  </a:cubicBezTo>
                  <a:cubicBezTo>
                    <a:pt x="8674" y="9474"/>
                    <a:pt x="8925" y="2398"/>
                    <a:pt x="8537" y="1965"/>
                  </a:cubicBezTo>
                  <a:cubicBezTo>
                    <a:pt x="8126" y="1508"/>
                    <a:pt x="6643" y="70"/>
                    <a:pt x="6140" y="2"/>
                  </a:cubicBezTo>
                  <a:cubicBezTo>
                    <a:pt x="6131" y="1"/>
                    <a:pt x="6120" y="1"/>
                    <a:pt x="61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46"/>
            <p:cNvSpPr/>
            <p:nvPr/>
          </p:nvSpPr>
          <p:spPr>
            <a:xfrm>
              <a:off x="1237850" y="3147075"/>
              <a:ext cx="207750" cy="239600"/>
            </a:xfrm>
            <a:custGeom>
              <a:avLst/>
              <a:gdLst/>
              <a:ahLst/>
              <a:cxnLst/>
              <a:rect l="l" t="t" r="r" b="b"/>
              <a:pathLst>
                <a:path w="8310" h="9584" extrusionOk="0">
                  <a:moveTo>
                    <a:pt x="3379" y="1"/>
                  </a:moveTo>
                  <a:lnTo>
                    <a:pt x="3379" y="1"/>
                  </a:lnTo>
                  <a:cubicBezTo>
                    <a:pt x="3333" y="24"/>
                    <a:pt x="3265" y="46"/>
                    <a:pt x="3242" y="69"/>
                  </a:cubicBezTo>
                  <a:cubicBezTo>
                    <a:pt x="2352" y="640"/>
                    <a:pt x="1" y="8560"/>
                    <a:pt x="298" y="8971"/>
                  </a:cubicBezTo>
                  <a:cubicBezTo>
                    <a:pt x="512" y="9308"/>
                    <a:pt x="3633" y="9583"/>
                    <a:pt x="5940" y="9583"/>
                  </a:cubicBezTo>
                  <a:cubicBezTo>
                    <a:pt x="7073" y="9583"/>
                    <a:pt x="8009" y="9517"/>
                    <a:pt x="8309" y="9359"/>
                  </a:cubicBezTo>
                  <a:lnTo>
                    <a:pt x="8309" y="9359"/>
                  </a:lnTo>
                  <a:cubicBezTo>
                    <a:pt x="8097" y="9370"/>
                    <a:pt x="7862" y="9376"/>
                    <a:pt x="7611" y="9376"/>
                  </a:cubicBezTo>
                  <a:cubicBezTo>
                    <a:pt x="5308" y="9376"/>
                    <a:pt x="1663" y="8931"/>
                    <a:pt x="1416" y="8560"/>
                  </a:cubicBezTo>
                  <a:cubicBezTo>
                    <a:pt x="1142" y="8149"/>
                    <a:pt x="2466" y="2078"/>
                    <a:pt x="3379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46"/>
            <p:cNvSpPr/>
            <p:nvPr/>
          </p:nvSpPr>
          <p:spPr>
            <a:xfrm>
              <a:off x="1130000" y="3150500"/>
              <a:ext cx="195200" cy="286025"/>
            </a:xfrm>
            <a:custGeom>
              <a:avLst/>
              <a:gdLst/>
              <a:ahLst/>
              <a:cxnLst/>
              <a:rect l="l" t="t" r="r" b="b"/>
              <a:pathLst>
                <a:path w="7808" h="11441" extrusionOk="0">
                  <a:moveTo>
                    <a:pt x="7488" y="1"/>
                  </a:moveTo>
                  <a:cubicBezTo>
                    <a:pt x="4954" y="1599"/>
                    <a:pt x="1" y="9587"/>
                    <a:pt x="1439" y="10980"/>
                  </a:cubicBezTo>
                  <a:cubicBezTo>
                    <a:pt x="1783" y="11308"/>
                    <a:pt x="2116" y="11441"/>
                    <a:pt x="2426" y="11441"/>
                  </a:cubicBezTo>
                  <a:cubicBezTo>
                    <a:pt x="3428" y="11441"/>
                    <a:pt x="4182" y="10045"/>
                    <a:pt x="4269" y="9382"/>
                  </a:cubicBezTo>
                  <a:cubicBezTo>
                    <a:pt x="4383" y="8560"/>
                    <a:pt x="6095" y="5365"/>
                    <a:pt x="6917" y="4223"/>
                  </a:cubicBezTo>
                  <a:cubicBezTo>
                    <a:pt x="7807" y="3082"/>
                    <a:pt x="7351" y="1051"/>
                    <a:pt x="7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46"/>
            <p:cNvSpPr/>
            <p:nvPr/>
          </p:nvSpPr>
          <p:spPr>
            <a:xfrm>
              <a:off x="1261825" y="3127675"/>
              <a:ext cx="197475" cy="83275"/>
            </a:xfrm>
            <a:custGeom>
              <a:avLst/>
              <a:gdLst/>
              <a:ahLst/>
              <a:cxnLst/>
              <a:rect l="l" t="t" r="r" b="b"/>
              <a:pathLst>
                <a:path w="7899" h="3331" extrusionOk="0">
                  <a:moveTo>
                    <a:pt x="5219" y="0"/>
                  </a:moveTo>
                  <a:cubicBezTo>
                    <a:pt x="4631" y="0"/>
                    <a:pt x="2709" y="599"/>
                    <a:pt x="2306" y="845"/>
                  </a:cubicBezTo>
                  <a:lnTo>
                    <a:pt x="2215" y="937"/>
                  </a:lnTo>
                  <a:lnTo>
                    <a:pt x="2215" y="914"/>
                  </a:lnTo>
                  <a:cubicBezTo>
                    <a:pt x="1598" y="1302"/>
                    <a:pt x="799" y="2101"/>
                    <a:pt x="1" y="3128"/>
                  </a:cubicBezTo>
                  <a:cubicBezTo>
                    <a:pt x="653" y="3255"/>
                    <a:pt x="1420" y="3330"/>
                    <a:pt x="2263" y="3330"/>
                  </a:cubicBezTo>
                  <a:cubicBezTo>
                    <a:pt x="2777" y="3330"/>
                    <a:pt x="3319" y="3302"/>
                    <a:pt x="3881" y="3242"/>
                  </a:cubicBezTo>
                  <a:cubicBezTo>
                    <a:pt x="5479" y="3105"/>
                    <a:pt x="6871" y="2763"/>
                    <a:pt x="7898" y="2329"/>
                  </a:cubicBezTo>
                  <a:cubicBezTo>
                    <a:pt x="7784" y="2215"/>
                    <a:pt x="7738" y="2101"/>
                    <a:pt x="7670" y="2055"/>
                  </a:cubicBezTo>
                  <a:cubicBezTo>
                    <a:pt x="7670" y="2032"/>
                    <a:pt x="7647" y="1987"/>
                    <a:pt x="7647" y="1964"/>
                  </a:cubicBezTo>
                  <a:cubicBezTo>
                    <a:pt x="7236" y="1507"/>
                    <a:pt x="5753" y="46"/>
                    <a:pt x="5250" y="1"/>
                  </a:cubicBezTo>
                  <a:cubicBezTo>
                    <a:pt x="5240" y="0"/>
                    <a:pt x="5230" y="0"/>
                    <a:pt x="5219" y="0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46"/>
            <p:cNvSpPr/>
            <p:nvPr/>
          </p:nvSpPr>
          <p:spPr>
            <a:xfrm>
              <a:off x="1318900" y="3127675"/>
              <a:ext cx="123850" cy="176975"/>
            </a:xfrm>
            <a:custGeom>
              <a:avLst/>
              <a:gdLst/>
              <a:ahLst/>
              <a:cxnLst/>
              <a:rect l="l" t="t" r="r" b="b"/>
              <a:pathLst>
                <a:path w="4954" h="7079" extrusionOk="0">
                  <a:moveTo>
                    <a:pt x="2913" y="0"/>
                  </a:moveTo>
                  <a:cubicBezTo>
                    <a:pt x="2325" y="0"/>
                    <a:pt x="381" y="599"/>
                    <a:pt x="0" y="845"/>
                  </a:cubicBezTo>
                  <a:cubicBezTo>
                    <a:pt x="46" y="4018"/>
                    <a:pt x="1141" y="6757"/>
                    <a:pt x="2465" y="7054"/>
                  </a:cubicBezTo>
                  <a:cubicBezTo>
                    <a:pt x="2543" y="7070"/>
                    <a:pt x="2619" y="7078"/>
                    <a:pt x="2695" y="7078"/>
                  </a:cubicBezTo>
                  <a:cubicBezTo>
                    <a:pt x="3976" y="7078"/>
                    <a:pt x="4953" y="4748"/>
                    <a:pt x="4953" y="1644"/>
                  </a:cubicBezTo>
                  <a:lnTo>
                    <a:pt x="4953" y="1576"/>
                  </a:lnTo>
                  <a:cubicBezTo>
                    <a:pt x="4360" y="959"/>
                    <a:pt x="3355" y="24"/>
                    <a:pt x="2945" y="1"/>
                  </a:cubicBezTo>
                  <a:cubicBezTo>
                    <a:pt x="2935" y="0"/>
                    <a:pt x="2924" y="0"/>
                    <a:pt x="2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46"/>
            <p:cNvSpPr/>
            <p:nvPr/>
          </p:nvSpPr>
          <p:spPr>
            <a:xfrm>
              <a:off x="1319450" y="3128225"/>
              <a:ext cx="123875" cy="77075"/>
            </a:xfrm>
            <a:custGeom>
              <a:avLst/>
              <a:gdLst/>
              <a:ahLst/>
              <a:cxnLst/>
              <a:rect l="l" t="t" r="r" b="b"/>
              <a:pathLst>
                <a:path w="4955" h="3083" extrusionOk="0">
                  <a:moveTo>
                    <a:pt x="2914" y="1"/>
                  </a:moveTo>
                  <a:cubicBezTo>
                    <a:pt x="2325" y="1"/>
                    <a:pt x="382" y="600"/>
                    <a:pt x="1" y="869"/>
                  </a:cubicBezTo>
                  <a:cubicBezTo>
                    <a:pt x="24" y="1622"/>
                    <a:pt x="92" y="2398"/>
                    <a:pt x="229" y="3083"/>
                  </a:cubicBezTo>
                  <a:cubicBezTo>
                    <a:pt x="731" y="3083"/>
                    <a:pt x="1279" y="3060"/>
                    <a:pt x="1873" y="2992"/>
                  </a:cubicBezTo>
                  <a:cubicBezTo>
                    <a:pt x="2991" y="2878"/>
                    <a:pt x="4018" y="2718"/>
                    <a:pt x="4931" y="2490"/>
                  </a:cubicBezTo>
                  <a:cubicBezTo>
                    <a:pt x="4954" y="2193"/>
                    <a:pt x="4954" y="1942"/>
                    <a:pt x="4954" y="1668"/>
                  </a:cubicBezTo>
                  <a:lnTo>
                    <a:pt x="4954" y="1576"/>
                  </a:lnTo>
                  <a:cubicBezTo>
                    <a:pt x="4361" y="960"/>
                    <a:pt x="3356" y="70"/>
                    <a:pt x="2945" y="2"/>
                  </a:cubicBezTo>
                  <a:cubicBezTo>
                    <a:pt x="2936" y="1"/>
                    <a:pt x="2925" y="1"/>
                    <a:pt x="2914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46"/>
            <p:cNvSpPr/>
            <p:nvPr/>
          </p:nvSpPr>
          <p:spPr>
            <a:xfrm>
              <a:off x="1151125" y="3214425"/>
              <a:ext cx="165500" cy="222100"/>
            </a:xfrm>
            <a:custGeom>
              <a:avLst/>
              <a:gdLst/>
              <a:ahLst/>
              <a:cxnLst/>
              <a:rect l="l" t="t" r="r" b="b"/>
              <a:pathLst>
                <a:path w="6620" h="8884" extrusionOk="0">
                  <a:moveTo>
                    <a:pt x="6620" y="0"/>
                  </a:moveTo>
                  <a:lnTo>
                    <a:pt x="6620" y="0"/>
                  </a:lnTo>
                  <a:cubicBezTo>
                    <a:pt x="5881" y="821"/>
                    <a:pt x="3314" y="5483"/>
                    <a:pt x="1958" y="5483"/>
                  </a:cubicBezTo>
                  <a:cubicBezTo>
                    <a:pt x="1806" y="5483"/>
                    <a:pt x="1670" y="5424"/>
                    <a:pt x="1553" y="5296"/>
                  </a:cubicBezTo>
                  <a:cubicBezTo>
                    <a:pt x="1347" y="5090"/>
                    <a:pt x="1324" y="4725"/>
                    <a:pt x="1438" y="4268"/>
                  </a:cubicBezTo>
                  <a:lnTo>
                    <a:pt x="1438" y="4268"/>
                  </a:lnTo>
                  <a:cubicBezTo>
                    <a:pt x="480" y="6163"/>
                    <a:pt x="0" y="7852"/>
                    <a:pt x="594" y="8423"/>
                  </a:cubicBezTo>
                  <a:cubicBezTo>
                    <a:pt x="938" y="8751"/>
                    <a:pt x="1271" y="8884"/>
                    <a:pt x="1581" y="8884"/>
                  </a:cubicBezTo>
                  <a:cubicBezTo>
                    <a:pt x="2583" y="8884"/>
                    <a:pt x="3337" y="7488"/>
                    <a:pt x="3424" y="6825"/>
                  </a:cubicBezTo>
                  <a:cubicBezTo>
                    <a:pt x="3538" y="6003"/>
                    <a:pt x="5250" y="2808"/>
                    <a:pt x="6072" y="1666"/>
                  </a:cubicBezTo>
                  <a:cubicBezTo>
                    <a:pt x="6414" y="1210"/>
                    <a:pt x="6574" y="616"/>
                    <a:pt x="6620" y="0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46"/>
            <p:cNvSpPr/>
            <p:nvPr/>
          </p:nvSpPr>
          <p:spPr>
            <a:xfrm>
              <a:off x="1411325" y="3419450"/>
              <a:ext cx="103900" cy="82275"/>
            </a:xfrm>
            <a:custGeom>
              <a:avLst/>
              <a:gdLst/>
              <a:ahLst/>
              <a:cxnLst/>
              <a:rect l="l" t="t" r="r" b="b"/>
              <a:pathLst>
                <a:path w="4156" h="3291" extrusionOk="0">
                  <a:moveTo>
                    <a:pt x="2525" y="1"/>
                  </a:moveTo>
                  <a:cubicBezTo>
                    <a:pt x="1622" y="1"/>
                    <a:pt x="506" y="388"/>
                    <a:pt x="1" y="1340"/>
                  </a:cubicBezTo>
                  <a:lnTo>
                    <a:pt x="1" y="2481"/>
                  </a:lnTo>
                  <a:cubicBezTo>
                    <a:pt x="857" y="3075"/>
                    <a:pt x="1556" y="3291"/>
                    <a:pt x="2119" y="3291"/>
                  </a:cubicBezTo>
                  <a:cubicBezTo>
                    <a:pt x="3613" y="3291"/>
                    <a:pt x="4155" y="1774"/>
                    <a:pt x="4155" y="1774"/>
                  </a:cubicBezTo>
                  <a:lnTo>
                    <a:pt x="3493" y="1249"/>
                  </a:lnTo>
                  <a:lnTo>
                    <a:pt x="3721" y="359"/>
                  </a:lnTo>
                  <a:cubicBezTo>
                    <a:pt x="3503" y="132"/>
                    <a:pt x="3050" y="1"/>
                    <a:pt x="2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46"/>
            <p:cNvSpPr/>
            <p:nvPr/>
          </p:nvSpPr>
          <p:spPr>
            <a:xfrm>
              <a:off x="1187600" y="3432575"/>
              <a:ext cx="302500" cy="72175"/>
            </a:xfrm>
            <a:custGeom>
              <a:avLst/>
              <a:gdLst/>
              <a:ahLst/>
              <a:cxnLst/>
              <a:rect l="l" t="t" r="r" b="b"/>
              <a:pathLst>
                <a:path w="12100" h="2887" extrusionOk="0">
                  <a:moveTo>
                    <a:pt x="10324" y="0"/>
                  </a:moveTo>
                  <a:cubicBezTo>
                    <a:pt x="7918" y="0"/>
                    <a:pt x="0" y="2539"/>
                    <a:pt x="459" y="2801"/>
                  </a:cubicBezTo>
                  <a:cubicBezTo>
                    <a:pt x="549" y="2861"/>
                    <a:pt x="960" y="2886"/>
                    <a:pt x="1574" y="2886"/>
                  </a:cubicBezTo>
                  <a:cubicBezTo>
                    <a:pt x="4241" y="2886"/>
                    <a:pt x="10730" y="2407"/>
                    <a:pt x="11324" y="2185"/>
                  </a:cubicBezTo>
                  <a:cubicBezTo>
                    <a:pt x="12100" y="1934"/>
                    <a:pt x="11871" y="176"/>
                    <a:pt x="10616" y="16"/>
                  </a:cubicBezTo>
                  <a:cubicBezTo>
                    <a:pt x="10531" y="5"/>
                    <a:pt x="10433" y="0"/>
                    <a:pt x="10324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46"/>
            <p:cNvSpPr/>
            <p:nvPr/>
          </p:nvSpPr>
          <p:spPr>
            <a:xfrm>
              <a:off x="1199550" y="3435825"/>
              <a:ext cx="288275" cy="68925"/>
            </a:xfrm>
            <a:custGeom>
              <a:avLst/>
              <a:gdLst/>
              <a:ahLst/>
              <a:cxnLst/>
              <a:rect l="l" t="t" r="r" b="b"/>
              <a:pathLst>
                <a:path w="11531" h="2757" extrusionOk="0">
                  <a:moveTo>
                    <a:pt x="10503" y="0"/>
                  </a:moveTo>
                  <a:lnTo>
                    <a:pt x="10503" y="0"/>
                  </a:lnTo>
                  <a:cubicBezTo>
                    <a:pt x="10617" y="480"/>
                    <a:pt x="10480" y="959"/>
                    <a:pt x="10115" y="1142"/>
                  </a:cubicBezTo>
                  <a:cubicBezTo>
                    <a:pt x="9476" y="1415"/>
                    <a:pt x="3085" y="2443"/>
                    <a:pt x="323" y="2648"/>
                  </a:cubicBezTo>
                  <a:cubicBezTo>
                    <a:pt x="299" y="2672"/>
                    <a:pt x="249" y="2679"/>
                    <a:pt x="195" y="2679"/>
                  </a:cubicBezTo>
                  <a:cubicBezTo>
                    <a:pt x="121" y="2679"/>
                    <a:pt x="41" y="2666"/>
                    <a:pt x="13" y="2666"/>
                  </a:cubicBezTo>
                  <a:cubicBezTo>
                    <a:pt x="4" y="2666"/>
                    <a:pt x="0" y="2667"/>
                    <a:pt x="4" y="2671"/>
                  </a:cubicBezTo>
                  <a:cubicBezTo>
                    <a:pt x="93" y="2731"/>
                    <a:pt x="505" y="2756"/>
                    <a:pt x="1119" y="2756"/>
                  </a:cubicBezTo>
                  <a:cubicBezTo>
                    <a:pt x="3786" y="2756"/>
                    <a:pt x="10275" y="2277"/>
                    <a:pt x="10868" y="2055"/>
                  </a:cubicBezTo>
                  <a:cubicBezTo>
                    <a:pt x="11530" y="1826"/>
                    <a:pt x="11416" y="388"/>
                    <a:pt x="10503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46"/>
            <p:cNvSpPr/>
            <p:nvPr/>
          </p:nvSpPr>
          <p:spPr>
            <a:xfrm>
              <a:off x="1350850" y="3016975"/>
              <a:ext cx="79350" cy="167775"/>
            </a:xfrm>
            <a:custGeom>
              <a:avLst/>
              <a:gdLst/>
              <a:ahLst/>
              <a:cxnLst/>
              <a:rect l="l" t="t" r="r" b="b"/>
              <a:pathLst>
                <a:path w="3174" h="6711" extrusionOk="0">
                  <a:moveTo>
                    <a:pt x="982" y="1"/>
                  </a:moveTo>
                  <a:lnTo>
                    <a:pt x="982" y="1"/>
                  </a:lnTo>
                  <a:cubicBezTo>
                    <a:pt x="982" y="1"/>
                    <a:pt x="1393" y="3630"/>
                    <a:pt x="0" y="4794"/>
                  </a:cubicBezTo>
                  <a:cubicBezTo>
                    <a:pt x="126" y="5649"/>
                    <a:pt x="881" y="6710"/>
                    <a:pt x="1597" y="6710"/>
                  </a:cubicBezTo>
                  <a:cubicBezTo>
                    <a:pt x="2048" y="6710"/>
                    <a:pt x="2484" y="6291"/>
                    <a:pt x="2739" y="5136"/>
                  </a:cubicBezTo>
                  <a:cubicBezTo>
                    <a:pt x="3173" y="3333"/>
                    <a:pt x="2854" y="800"/>
                    <a:pt x="2854" y="800"/>
                  </a:cubicBezTo>
                  <a:lnTo>
                    <a:pt x="982" y="1"/>
                  </a:lnTo>
                  <a:close/>
                </a:path>
              </a:pathLst>
            </a:custGeom>
            <a:solidFill>
              <a:srgbClr val="DD7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46"/>
            <p:cNvSpPr/>
            <p:nvPr/>
          </p:nvSpPr>
          <p:spPr>
            <a:xfrm>
              <a:off x="1355975" y="3144225"/>
              <a:ext cx="65075" cy="40825"/>
            </a:xfrm>
            <a:custGeom>
              <a:avLst/>
              <a:gdLst/>
              <a:ahLst/>
              <a:cxnLst/>
              <a:rect l="l" t="t" r="r" b="b"/>
              <a:pathLst>
                <a:path w="2603" h="1633" extrusionOk="0">
                  <a:moveTo>
                    <a:pt x="2603" y="1"/>
                  </a:moveTo>
                  <a:cubicBezTo>
                    <a:pt x="2078" y="23"/>
                    <a:pt x="1530" y="46"/>
                    <a:pt x="959" y="160"/>
                  </a:cubicBezTo>
                  <a:cubicBezTo>
                    <a:pt x="617" y="229"/>
                    <a:pt x="320" y="275"/>
                    <a:pt x="1" y="366"/>
                  </a:cubicBezTo>
                  <a:cubicBezTo>
                    <a:pt x="301" y="1016"/>
                    <a:pt x="868" y="1632"/>
                    <a:pt x="1421" y="1632"/>
                  </a:cubicBezTo>
                  <a:cubicBezTo>
                    <a:pt x="1878" y="1632"/>
                    <a:pt x="2324" y="1213"/>
                    <a:pt x="2603" y="46"/>
                  </a:cubicBezTo>
                  <a:lnTo>
                    <a:pt x="2603" y="1"/>
                  </a:ln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46"/>
            <p:cNvSpPr/>
            <p:nvPr/>
          </p:nvSpPr>
          <p:spPr>
            <a:xfrm>
              <a:off x="1366825" y="2936475"/>
              <a:ext cx="154100" cy="211775"/>
            </a:xfrm>
            <a:custGeom>
              <a:avLst/>
              <a:gdLst/>
              <a:ahLst/>
              <a:cxnLst/>
              <a:rect l="l" t="t" r="r" b="b"/>
              <a:pathLst>
                <a:path w="6164" h="8471" extrusionOk="0">
                  <a:moveTo>
                    <a:pt x="3958" y="0"/>
                  </a:moveTo>
                  <a:cubicBezTo>
                    <a:pt x="2355" y="0"/>
                    <a:pt x="587" y="1442"/>
                    <a:pt x="297" y="3426"/>
                  </a:cubicBezTo>
                  <a:cubicBezTo>
                    <a:pt x="0" y="5640"/>
                    <a:pt x="822" y="7192"/>
                    <a:pt x="3310" y="8470"/>
                  </a:cubicBezTo>
                  <a:cubicBezTo>
                    <a:pt x="3310" y="8470"/>
                    <a:pt x="4862" y="6827"/>
                    <a:pt x="5387" y="4430"/>
                  </a:cubicBezTo>
                  <a:cubicBezTo>
                    <a:pt x="5638" y="3221"/>
                    <a:pt x="6163" y="390"/>
                    <a:pt x="4451" y="48"/>
                  </a:cubicBezTo>
                  <a:cubicBezTo>
                    <a:pt x="4290" y="16"/>
                    <a:pt x="4125" y="0"/>
                    <a:pt x="3958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46"/>
            <p:cNvSpPr/>
            <p:nvPr/>
          </p:nvSpPr>
          <p:spPr>
            <a:xfrm>
              <a:off x="1344575" y="2914950"/>
              <a:ext cx="125550" cy="116900"/>
            </a:xfrm>
            <a:custGeom>
              <a:avLst/>
              <a:gdLst/>
              <a:ahLst/>
              <a:cxnLst/>
              <a:rect l="l" t="t" r="r" b="b"/>
              <a:pathLst>
                <a:path w="5022" h="4676" extrusionOk="0">
                  <a:moveTo>
                    <a:pt x="3374" y="0"/>
                  </a:moveTo>
                  <a:cubicBezTo>
                    <a:pt x="2822" y="0"/>
                    <a:pt x="2194" y="185"/>
                    <a:pt x="1598" y="772"/>
                  </a:cubicBezTo>
                  <a:cubicBezTo>
                    <a:pt x="0" y="2324"/>
                    <a:pt x="1005" y="4264"/>
                    <a:pt x="1005" y="4264"/>
                  </a:cubicBezTo>
                  <a:lnTo>
                    <a:pt x="2260" y="4675"/>
                  </a:lnTo>
                  <a:cubicBezTo>
                    <a:pt x="2260" y="4675"/>
                    <a:pt x="2260" y="2050"/>
                    <a:pt x="5022" y="521"/>
                  </a:cubicBezTo>
                  <a:cubicBezTo>
                    <a:pt x="5022" y="521"/>
                    <a:pt x="4304" y="0"/>
                    <a:pt x="33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46"/>
            <p:cNvSpPr/>
            <p:nvPr/>
          </p:nvSpPr>
          <p:spPr>
            <a:xfrm>
              <a:off x="1353125" y="2989450"/>
              <a:ext cx="41675" cy="56575"/>
            </a:xfrm>
            <a:custGeom>
              <a:avLst/>
              <a:gdLst/>
              <a:ahLst/>
              <a:cxnLst/>
              <a:rect l="l" t="t" r="r" b="b"/>
              <a:pathLst>
                <a:path w="1667" h="2263" extrusionOk="0">
                  <a:moveTo>
                    <a:pt x="461" y="0"/>
                  </a:moveTo>
                  <a:cubicBezTo>
                    <a:pt x="394" y="0"/>
                    <a:pt x="331" y="17"/>
                    <a:pt x="275" y="52"/>
                  </a:cubicBezTo>
                  <a:cubicBezTo>
                    <a:pt x="1" y="234"/>
                    <a:pt x="1" y="873"/>
                    <a:pt x="297" y="1467"/>
                  </a:cubicBezTo>
                  <a:cubicBezTo>
                    <a:pt x="559" y="1972"/>
                    <a:pt x="929" y="2263"/>
                    <a:pt x="1217" y="2263"/>
                  </a:cubicBezTo>
                  <a:cubicBezTo>
                    <a:pt x="1280" y="2263"/>
                    <a:pt x="1340" y="2249"/>
                    <a:pt x="1393" y="2220"/>
                  </a:cubicBezTo>
                  <a:cubicBezTo>
                    <a:pt x="1667" y="2037"/>
                    <a:pt x="1644" y="1398"/>
                    <a:pt x="1370" y="782"/>
                  </a:cubicBezTo>
                  <a:cubicBezTo>
                    <a:pt x="1111" y="301"/>
                    <a:pt x="748" y="0"/>
                    <a:pt x="461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46"/>
            <p:cNvSpPr/>
            <p:nvPr/>
          </p:nvSpPr>
          <p:spPr>
            <a:xfrm>
              <a:off x="1125450" y="3356500"/>
              <a:ext cx="119575" cy="99475"/>
            </a:xfrm>
            <a:custGeom>
              <a:avLst/>
              <a:gdLst/>
              <a:ahLst/>
              <a:cxnLst/>
              <a:rect l="l" t="t" r="r" b="b"/>
              <a:pathLst>
                <a:path w="4783" h="3979" extrusionOk="0">
                  <a:moveTo>
                    <a:pt x="3767" y="1"/>
                  </a:moveTo>
                  <a:cubicBezTo>
                    <a:pt x="0" y="206"/>
                    <a:pt x="982" y="3151"/>
                    <a:pt x="982" y="3151"/>
                  </a:cubicBezTo>
                  <a:lnTo>
                    <a:pt x="1826" y="3151"/>
                  </a:lnTo>
                  <a:lnTo>
                    <a:pt x="2192" y="3972"/>
                  </a:lnTo>
                  <a:cubicBezTo>
                    <a:pt x="2222" y="3976"/>
                    <a:pt x="2254" y="3978"/>
                    <a:pt x="2287" y="3978"/>
                  </a:cubicBezTo>
                  <a:cubicBezTo>
                    <a:pt x="3161" y="3978"/>
                    <a:pt x="4782" y="2541"/>
                    <a:pt x="4474" y="914"/>
                  </a:cubicBezTo>
                  <a:lnTo>
                    <a:pt x="37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46"/>
            <p:cNvSpPr/>
            <p:nvPr/>
          </p:nvSpPr>
          <p:spPr>
            <a:xfrm>
              <a:off x="1158425" y="3217825"/>
              <a:ext cx="158250" cy="214500"/>
            </a:xfrm>
            <a:custGeom>
              <a:avLst/>
              <a:gdLst/>
              <a:ahLst/>
              <a:cxnLst/>
              <a:rect l="l" t="t" r="r" b="b"/>
              <a:pathLst>
                <a:path w="6330" h="8580" extrusionOk="0">
                  <a:moveTo>
                    <a:pt x="6291" y="1"/>
                  </a:moveTo>
                  <a:cubicBezTo>
                    <a:pt x="5832" y="1"/>
                    <a:pt x="1262" y="4846"/>
                    <a:pt x="462" y="6598"/>
                  </a:cubicBezTo>
                  <a:cubicBezTo>
                    <a:pt x="1" y="7597"/>
                    <a:pt x="898" y="8580"/>
                    <a:pt x="1575" y="8580"/>
                  </a:cubicBezTo>
                  <a:cubicBezTo>
                    <a:pt x="1702" y="8580"/>
                    <a:pt x="1821" y="8545"/>
                    <a:pt x="1923" y="8469"/>
                  </a:cubicBezTo>
                  <a:cubicBezTo>
                    <a:pt x="2584" y="7944"/>
                    <a:pt x="6328" y="640"/>
                    <a:pt x="6328" y="47"/>
                  </a:cubicBezTo>
                  <a:cubicBezTo>
                    <a:pt x="6329" y="16"/>
                    <a:pt x="6316" y="1"/>
                    <a:pt x="6291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46"/>
            <p:cNvSpPr/>
            <p:nvPr/>
          </p:nvSpPr>
          <p:spPr>
            <a:xfrm>
              <a:off x="1161125" y="3222400"/>
              <a:ext cx="154950" cy="210000"/>
            </a:xfrm>
            <a:custGeom>
              <a:avLst/>
              <a:gdLst/>
              <a:ahLst/>
              <a:cxnLst/>
              <a:rect l="l" t="t" r="r" b="b"/>
              <a:pathLst>
                <a:path w="6198" h="8400" extrusionOk="0">
                  <a:moveTo>
                    <a:pt x="6197" y="1"/>
                  </a:moveTo>
                  <a:cubicBezTo>
                    <a:pt x="5056" y="2078"/>
                    <a:pt x="2111" y="6597"/>
                    <a:pt x="1541" y="6962"/>
                  </a:cubicBezTo>
                  <a:cubicBezTo>
                    <a:pt x="1435" y="7029"/>
                    <a:pt x="1314" y="7058"/>
                    <a:pt x="1187" y="7058"/>
                  </a:cubicBezTo>
                  <a:cubicBezTo>
                    <a:pt x="875" y="7058"/>
                    <a:pt x="528" y="6879"/>
                    <a:pt x="285" y="6620"/>
                  </a:cubicBezTo>
                  <a:lnTo>
                    <a:pt x="285" y="6620"/>
                  </a:lnTo>
                  <a:cubicBezTo>
                    <a:pt x="1" y="7549"/>
                    <a:pt x="834" y="8399"/>
                    <a:pt x="1478" y="8399"/>
                  </a:cubicBezTo>
                  <a:cubicBezTo>
                    <a:pt x="1609" y="8399"/>
                    <a:pt x="1733" y="8364"/>
                    <a:pt x="1837" y="8286"/>
                  </a:cubicBezTo>
                  <a:cubicBezTo>
                    <a:pt x="2454" y="7830"/>
                    <a:pt x="5900" y="1119"/>
                    <a:pt x="6197" y="1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46"/>
            <p:cNvSpPr/>
            <p:nvPr/>
          </p:nvSpPr>
          <p:spPr>
            <a:xfrm>
              <a:off x="1358275" y="2998300"/>
              <a:ext cx="28550" cy="38250"/>
            </a:xfrm>
            <a:custGeom>
              <a:avLst/>
              <a:gdLst/>
              <a:ahLst/>
              <a:cxnLst/>
              <a:rect l="l" t="t" r="r" b="b"/>
              <a:pathLst>
                <a:path w="1142" h="1530" extrusionOk="0">
                  <a:moveTo>
                    <a:pt x="319" y="0"/>
                  </a:moveTo>
                  <a:cubicBezTo>
                    <a:pt x="270" y="0"/>
                    <a:pt x="223" y="13"/>
                    <a:pt x="183" y="40"/>
                  </a:cubicBezTo>
                  <a:cubicBezTo>
                    <a:pt x="0" y="177"/>
                    <a:pt x="0" y="611"/>
                    <a:pt x="183" y="999"/>
                  </a:cubicBezTo>
                  <a:cubicBezTo>
                    <a:pt x="343" y="1320"/>
                    <a:pt x="587" y="1529"/>
                    <a:pt x="784" y="1529"/>
                  </a:cubicBezTo>
                  <a:cubicBezTo>
                    <a:pt x="840" y="1529"/>
                    <a:pt x="891" y="1513"/>
                    <a:pt x="936" y="1478"/>
                  </a:cubicBezTo>
                  <a:cubicBezTo>
                    <a:pt x="1141" y="1341"/>
                    <a:pt x="1141" y="907"/>
                    <a:pt x="936" y="519"/>
                  </a:cubicBezTo>
                  <a:cubicBezTo>
                    <a:pt x="771" y="208"/>
                    <a:pt x="519" y="0"/>
                    <a:pt x="319" y="0"/>
                  </a:cubicBezTo>
                  <a:close/>
                </a:path>
              </a:pathLst>
            </a:custGeom>
            <a:solidFill>
              <a:srgbClr val="CC4F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46"/>
            <p:cNvSpPr/>
            <p:nvPr/>
          </p:nvSpPr>
          <p:spPr>
            <a:xfrm>
              <a:off x="1373100" y="3011650"/>
              <a:ext cx="18275" cy="26250"/>
            </a:xfrm>
            <a:custGeom>
              <a:avLst/>
              <a:gdLst/>
              <a:ahLst/>
              <a:cxnLst/>
              <a:rect l="l" t="t" r="r" b="b"/>
              <a:pathLst>
                <a:path w="731" h="1050" extrusionOk="0">
                  <a:moveTo>
                    <a:pt x="285" y="1"/>
                  </a:moveTo>
                  <a:cubicBezTo>
                    <a:pt x="266" y="1"/>
                    <a:pt x="247" y="3"/>
                    <a:pt x="229" y="8"/>
                  </a:cubicBezTo>
                  <a:cubicBezTo>
                    <a:pt x="46" y="77"/>
                    <a:pt x="1" y="351"/>
                    <a:pt x="46" y="647"/>
                  </a:cubicBezTo>
                  <a:cubicBezTo>
                    <a:pt x="105" y="882"/>
                    <a:pt x="264" y="1050"/>
                    <a:pt x="409" y="1050"/>
                  </a:cubicBezTo>
                  <a:cubicBezTo>
                    <a:pt x="433" y="1050"/>
                    <a:pt x="457" y="1045"/>
                    <a:pt x="480" y="1035"/>
                  </a:cubicBezTo>
                  <a:cubicBezTo>
                    <a:pt x="662" y="990"/>
                    <a:pt x="731" y="693"/>
                    <a:pt x="662" y="419"/>
                  </a:cubicBezTo>
                  <a:cubicBezTo>
                    <a:pt x="602" y="156"/>
                    <a:pt x="433" y="1"/>
                    <a:pt x="285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46"/>
            <p:cNvSpPr/>
            <p:nvPr/>
          </p:nvSpPr>
          <p:spPr>
            <a:xfrm>
              <a:off x="1334300" y="3164775"/>
              <a:ext cx="113000" cy="139900"/>
            </a:xfrm>
            <a:custGeom>
              <a:avLst/>
              <a:gdLst/>
              <a:ahLst/>
              <a:cxnLst/>
              <a:rect l="l" t="t" r="r" b="b"/>
              <a:pathLst>
                <a:path w="4520" h="5596" extrusionOk="0">
                  <a:moveTo>
                    <a:pt x="4292" y="0"/>
                  </a:moveTo>
                  <a:cubicBezTo>
                    <a:pt x="4292" y="3072"/>
                    <a:pt x="3287" y="5386"/>
                    <a:pt x="2016" y="5386"/>
                  </a:cubicBezTo>
                  <a:cubicBezTo>
                    <a:pt x="1946" y="5386"/>
                    <a:pt x="1875" y="5379"/>
                    <a:pt x="1804" y="5364"/>
                  </a:cubicBezTo>
                  <a:cubicBezTo>
                    <a:pt x="1096" y="5227"/>
                    <a:pt x="457" y="4360"/>
                    <a:pt x="0" y="3105"/>
                  </a:cubicBezTo>
                  <a:lnTo>
                    <a:pt x="0" y="3105"/>
                  </a:lnTo>
                  <a:cubicBezTo>
                    <a:pt x="457" y="4474"/>
                    <a:pt x="1142" y="5410"/>
                    <a:pt x="1895" y="5570"/>
                  </a:cubicBezTo>
                  <a:cubicBezTo>
                    <a:pt x="1974" y="5587"/>
                    <a:pt x="2054" y="5595"/>
                    <a:pt x="2132" y="5595"/>
                  </a:cubicBezTo>
                  <a:cubicBezTo>
                    <a:pt x="3406" y="5595"/>
                    <a:pt x="4520" y="3370"/>
                    <a:pt x="4520" y="274"/>
                  </a:cubicBezTo>
                  <a:cubicBezTo>
                    <a:pt x="4497" y="274"/>
                    <a:pt x="4497" y="251"/>
                    <a:pt x="4497" y="206"/>
                  </a:cubicBezTo>
                  <a:lnTo>
                    <a:pt x="42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46"/>
            <p:cNvSpPr/>
            <p:nvPr/>
          </p:nvSpPr>
          <p:spPr>
            <a:xfrm>
              <a:off x="1378800" y="3176175"/>
              <a:ext cx="23425" cy="57675"/>
            </a:xfrm>
            <a:custGeom>
              <a:avLst/>
              <a:gdLst/>
              <a:ahLst/>
              <a:cxnLst/>
              <a:rect l="l" t="t" r="r" b="b"/>
              <a:pathLst>
                <a:path w="937" h="2307" extrusionOk="0">
                  <a:moveTo>
                    <a:pt x="937" y="1"/>
                  </a:moveTo>
                  <a:lnTo>
                    <a:pt x="1" y="24"/>
                  </a:lnTo>
                  <a:lnTo>
                    <a:pt x="366" y="2306"/>
                  </a:lnTo>
                  <a:lnTo>
                    <a:pt x="937" y="1"/>
                  </a:ln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46"/>
            <p:cNvSpPr/>
            <p:nvPr/>
          </p:nvSpPr>
          <p:spPr>
            <a:xfrm>
              <a:off x="1373100" y="3268625"/>
              <a:ext cx="9725" cy="16000"/>
            </a:xfrm>
            <a:custGeom>
              <a:avLst/>
              <a:gdLst/>
              <a:ahLst/>
              <a:cxnLst/>
              <a:rect l="l" t="t" r="r" b="b"/>
              <a:pathLst>
                <a:path w="389" h="640" extrusionOk="0">
                  <a:moveTo>
                    <a:pt x="206" y="1"/>
                  </a:moveTo>
                  <a:cubicBezTo>
                    <a:pt x="92" y="1"/>
                    <a:pt x="1" y="160"/>
                    <a:pt x="1" y="320"/>
                  </a:cubicBezTo>
                  <a:cubicBezTo>
                    <a:pt x="1" y="503"/>
                    <a:pt x="92" y="640"/>
                    <a:pt x="206" y="640"/>
                  </a:cubicBezTo>
                  <a:cubicBezTo>
                    <a:pt x="297" y="640"/>
                    <a:pt x="389" y="503"/>
                    <a:pt x="389" y="320"/>
                  </a:cubicBezTo>
                  <a:cubicBezTo>
                    <a:pt x="389" y="160"/>
                    <a:pt x="297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46"/>
            <p:cNvSpPr/>
            <p:nvPr/>
          </p:nvSpPr>
          <p:spPr>
            <a:xfrm>
              <a:off x="1370825" y="3238950"/>
              <a:ext cx="9725" cy="15425"/>
            </a:xfrm>
            <a:custGeom>
              <a:avLst/>
              <a:gdLst/>
              <a:ahLst/>
              <a:cxnLst/>
              <a:rect l="l" t="t" r="r" b="b"/>
              <a:pathLst>
                <a:path w="389" h="617" extrusionOk="0">
                  <a:moveTo>
                    <a:pt x="206" y="1"/>
                  </a:moveTo>
                  <a:cubicBezTo>
                    <a:pt x="92" y="1"/>
                    <a:pt x="0" y="138"/>
                    <a:pt x="0" y="320"/>
                  </a:cubicBezTo>
                  <a:cubicBezTo>
                    <a:pt x="0" y="480"/>
                    <a:pt x="92" y="617"/>
                    <a:pt x="206" y="617"/>
                  </a:cubicBezTo>
                  <a:cubicBezTo>
                    <a:pt x="320" y="617"/>
                    <a:pt x="388" y="480"/>
                    <a:pt x="388" y="320"/>
                  </a:cubicBezTo>
                  <a:cubicBezTo>
                    <a:pt x="388" y="138"/>
                    <a:pt x="320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46"/>
            <p:cNvSpPr/>
            <p:nvPr/>
          </p:nvSpPr>
          <p:spPr>
            <a:xfrm>
              <a:off x="1368525" y="3209275"/>
              <a:ext cx="10300" cy="16000"/>
            </a:xfrm>
            <a:custGeom>
              <a:avLst/>
              <a:gdLst/>
              <a:ahLst/>
              <a:cxnLst/>
              <a:rect l="l" t="t" r="r" b="b"/>
              <a:pathLst>
                <a:path w="412" h="640" extrusionOk="0">
                  <a:moveTo>
                    <a:pt x="206" y="1"/>
                  </a:moveTo>
                  <a:cubicBezTo>
                    <a:pt x="92" y="1"/>
                    <a:pt x="1" y="161"/>
                    <a:pt x="1" y="320"/>
                  </a:cubicBezTo>
                  <a:cubicBezTo>
                    <a:pt x="1" y="503"/>
                    <a:pt x="92" y="640"/>
                    <a:pt x="206" y="640"/>
                  </a:cubicBezTo>
                  <a:cubicBezTo>
                    <a:pt x="320" y="640"/>
                    <a:pt x="412" y="503"/>
                    <a:pt x="412" y="320"/>
                  </a:cubicBezTo>
                  <a:cubicBezTo>
                    <a:pt x="412" y="161"/>
                    <a:pt x="320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6"/>
            <p:cNvSpPr/>
            <p:nvPr/>
          </p:nvSpPr>
          <p:spPr>
            <a:xfrm>
              <a:off x="1393650" y="2974000"/>
              <a:ext cx="73050" cy="97875"/>
            </a:xfrm>
            <a:custGeom>
              <a:avLst/>
              <a:gdLst/>
              <a:ahLst/>
              <a:cxnLst/>
              <a:rect l="l" t="t" r="r" b="b"/>
              <a:pathLst>
                <a:path w="2922" h="3915" extrusionOk="0">
                  <a:moveTo>
                    <a:pt x="1555" y="1"/>
                  </a:moveTo>
                  <a:cubicBezTo>
                    <a:pt x="844" y="1"/>
                    <a:pt x="201" y="814"/>
                    <a:pt x="114" y="1834"/>
                  </a:cubicBezTo>
                  <a:cubicBezTo>
                    <a:pt x="0" y="2929"/>
                    <a:pt x="525" y="3865"/>
                    <a:pt x="1256" y="3911"/>
                  </a:cubicBezTo>
                  <a:cubicBezTo>
                    <a:pt x="1286" y="3914"/>
                    <a:pt x="1316" y="3915"/>
                    <a:pt x="1346" y="3915"/>
                  </a:cubicBezTo>
                  <a:cubicBezTo>
                    <a:pt x="2063" y="3915"/>
                    <a:pt x="2698" y="3137"/>
                    <a:pt x="2808" y="2085"/>
                  </a:cubicBezTo>
                  <a:cubicBezTo>
                    <a:pt x="2922" y="1012"/>
                    <a:pt x="2397" y="76"/>
                    <a:pt x="1666" y="8"/>
                  </a:cubicBezTo>
                  <a:cubicBezTo>
                    <a:pt x="1629" y="3"/>
                    <a:pt x="1592" y="1"/>
                    <a:pt x="1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6"/>
            <p:cNvSpPr/>
            <p:nvPr/>
          </p:nvSpPr>
          <p:spPr>
            <a:xfrm>
              <a:off x="1468400" y="2982000"/>
              <a:ext cx="73050" cy="97825"/>
            </a:xfrm>
            <a:custGeom>
              <a:avLst/>
              <a:gdLst/>
              <a:ahLst/>
              <a:cxnLst/>
              <a:rect l="l" t="t" r="r" b="b"/>
              <a:pathLst>
                <a:path w="2922" h="3913" extrusionOk="0">
                  <a:moveTo>
                    <a:pt x="1552" y="0"/>
                  </a:moveTo>
                  <a:cubicBezTo>
                    <a:pt x="843" y="0"/>
                    <a:pt x="201" y="793"/>
                    <a:pt x="114" y="1833"/>
                  </a:cubicBezTo>
                  <a:cubicBezTo>
                    <a:pt x="0" y="2906"/>
                    <a:pt x="525" y="3865"/>
                    <a:pt x="1256" y="3910"/>
                  </a:cubicBezTo>
                  <a:cubicBezTo>
                    <a:pt x="1277" y="3912"/>
                    <a:pt x="1298" y="3912"/>
                    <a:pt x="1319" y="3912"/>
                  </a:cubicBezTo>
                  <a:cubicBezTo>
                    <a:pt x="2047" y="3912"/>
                    <a:pt x="2697" y="3149"/>
                    <a:pt x="2808" y="2084"/>
                  </a:cubicBezTo>
                  <a:cubicBezTo>
                    <a:pt x="2922" y="989"/>
                    <a:pt x="2397" y="53"/>
                    <a:pt x="1667" y="7"/>
                  </a:cubicBezTo>
                  <a:cubicBezTo>
                    <a:pt x="1628" y="3"/>
                    <a:pt x="1590" y="0"/>
                    <a:pt x="1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6"/>
            <p:cNvSpPr/>
            <p:nvPr/>
          </p:nvSpPr>
          <p:spPr>
            <a:xfrm>
              <a:off x="1463250" y="3012975"/>
              <a:ext cx="10300" cy="5175"/>
            </a:xfrm>
            <a:custGeom>
              <a:avLst/>
              <a:gdLst/>
              <a:ahLst/>
              <a:cxnLst/>
              <a:rect l="l" t="t" r="r" b="b"/>
              <a:pathLst>
                <a:path w="412" h="207" extrusionOk="0">
                  <a:moveTo>
                    <a:pt x="24" y="1"/>
                  </a:moveTo>
                  <a:lnTo>
                    <a:pt x="1" y="161"/>
                  </a:lnTo>
                  <a:lnTo>
                    <a:pt x="389" y="206"/>
                  </a:lnTo>
                  <a:lnTo>
                    <a:pt x="412" y="47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6"/>
            <p:cNvSpPr/>
            <p:nvPr/>
          </p:nvSpPr>
          <p:spPr>
            <a:xfrm>
              <a:off x="1471250" y="2986625"/>
              <a:ext cx="65650" cy="88125"/>
            </a:xfrm>
            <a:custGeom>
              <a:avLst/>
              <a:gdLst/>
              <a:ahLst/>
              <a:cxnLst/>
              <a:rect l="l" t="t" r="r" b="b"/>
              <a:pathLst>
                <a:path w="2626" h="3525" extrusionOk="0">
                  <a:moveTo>
                    <a:pt x="1418" y="0"/>
                  </a:moveTo>
                  <a:cubicBezTo>
                    <a:pt x="770" y="0"/>
                    <a:pt x="201" y="710"/>
                    <a:pt x="92" y="1648"/>
                  </a:cubicBezTo>
                  <a:cubicBezTo>
                    <a:pt x="0" y="2607"/>
                    <a:pt x="457" y="3452"/>
                    <a:pt x="1142" y="3520"/>
                  </a:cubicBezTo>
                  <a:cubicBezTo>
                    <a:pt x="1171" y="3523"/>
                    <a:pt x="1199" y="3524"/>
                    <a:pt x="1228" y="3524"/>
                  </a:cubicBezTo>
                  <a:cubicBezTo>
                    <a:pt x="1858" y="3524"/>
                    <a:pt x="2447" y="2816"/>
                    <a:pt x="2534" y="1899"/>
                  </a:cubicBezTo>
                  <a:cubicBezTo>
                    <a:pt x="2625" y="918"/>
                    <a:pt x="2169" y="73"/>
                    <a:pt x="1507" y="5"/>
                  </a:cubicBezTo>
                  <a:cubicBezTo>
                    <a:pt x="1477" y="2"/>
                    <a:pt x="1448" y="0"/>
                    <a:pt x="1418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6"/>
            <p:cNvSpPr/>
            <p:nvPr/>
          </p:nvSpPr>
          <p:spPr>
            <a:xfrm>
              <a:off x="1494075" y="2986950"/>
              <a:ext cx="42825" cy="87125"/>
            </a:xfrm>
            <a:custGeom>
              <a:avLst/>
              <a:gdLst/>
              <a:ahLst/>
              <a:cxnLst/>
              <a:rect l="l" t="t" r="r" b="b"/>
              <a:pathLst>
                <a:path w="1713" h="3485" extrusionOk="0">
                  <a:moveTo>
                    <a:pt x="451" y="0"/>
                  </a:moveTo>
                  <a:cubicBezTo>
                    <a:pt x="302" y="0"/>
                    <a:pt x="144" y="62"/>
                    <a:pt x="0" y="152"/>
                  </a:cubicBezTo>
                  <a:cubicBezTo>
                    <a:pt x="115" y="129"/>
                    <a:pt x="206" y="129"/>
                    <a:pt x="320" y="129"/>
                  </a:cubicBezTo>
                  <a:cubicBezTo>
                    <a:pt x="1005" y="175"/>
                    <a:pt x="1461" y="1042"/>
                    <a:pt x="1347" y="2001"/>
                  </a:cubicBezTo>
                  <a:cubicBezTo>
                    <a:pt x="1302" y="2685"/>
                    <a:pt x="936" y="3256"/>
                    <a:pt x="525" y="3484"/>
                  </a:cubicBezTo>
                  <a:cubicBezTo>
                    <a:pt x="1073" y="3347"/>
                    <a:pt x="1507" y="2685"/>
                    <a:pt x="1598" y="1886"/>
                  </a:cubicBezTo>
                  <a:cubicBezTo>
                    <a:pt x="1712" y="928"/>
                    <a:pt x="1256" y="60"/>
                    <a:pt x="571" y="15"/>
                  </a:cubicBezTo>
                  <a:cubicBezTo>
                    <a:pt x="532" y="5"/>
                    <a:pt x="492" y="0"/>
                    <a:pt x="451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6"/>
            <p:cNvSpPr/>
            <p:nvPr/>
          </p:nvSpPr>
          <p:spPr>
            <a:xfrm>
              <a:off x="1398775" y="2982675"/>
              <a:ext cx="61075" cy="82950"/>
            </a:xfrm>
            <a:custGeom>
              <a:avLst/>
              <a:gdLst/>
              <a:ahLst/>
              <a:cxnLst/>
              <a:rect l="l" t="t" r="r" b="b"/>
              <a:pathLst>
                <a:path w="2443" h="3318" extrusionOk="0">
                  <a:moveTo>
                    <a:pt x="1335" y="1"/>
                  </a:moveTo>
                  <a:cubicBezTo>
                    <a:pt x="738" y="1"/>
                    <a:pt x="158" y="670"/>
                    <a:pt x="92" y="1532"/>
                  </a:cubicBezTo>
                  <a:cubicBezTo>
                    <a:pt x="1" y="2445"/>
                    <a:pt x="434" y="3267"/>
                    <a:pt x="1051" y="3313"/>
                  </a:cubicBezTo>
                  <a:cubicBezTo>
                    <a:pt x="1079" y="3316"/>
                    <a:pt x="1108" y="3317"/>
                    <a:pt x="1136" y="3317"/>
                  </a:cubicBezTo>
                  <a:cubicBezTo>
                    <a:pt x="1742" y="3317"/>
                    <a:pt x="2287" y="2634"/>
                    <a:pt x="2375" y="1783"/>
                  </a:cubicBezTo>
                  <a:cubicBezTo>
                    <a:pt x="2443" y="870"/>
                    <a:pt x="2032" y="72"/>
                    <a:pt x="1393" y="3"/>
                  </a:cubicBezTo>
                  <a:cubicBezTo>
                    <a:pt x="1374" y="2"/>
                    <a:pt x="1354" y="1"/>
                    <a:pt x="1335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6"/>
            <p:cNvSpPr/>
            <p:nvPr/>
          </p:nvSpPr>
          <p:spPr>
            <a:xfrm>
              <a:off x="1419900" y="2982600"/>
              <a:ext cx="39950" cy="81200"/>
            </a:xfrm>
            <a:custGeom>
              <a:avLst/>
              <a:gdLst/>
              <a:ahLst/>
              <a:cxnLst/>
              <a:rect l="l" t="t" r="r" b="b"/>
              <a:pathLst>
                <a:path w="1598" h="3248" extrusionOk="0">
                  <a:moveTo>
                    <a:pt x="446" y="0"/>
                  </a:moveTo>
                  <a:cubicBezTo>
                    <a:pt x="287" y="0"/>
                    <a:pt x="151" y="45"/>
                    <a:pt x="0" y="120"/>
                  </a:cubicBezTo>
                  <a:cubicBezTo>
                    <a:pt x="92" y="97"/>
                    <a:pt x="206" y="97"/>
                    <a:pt x="297" y="97"/>
                  </a:cubicBezTo>
                  <a:cubicBezTo>
                    <a:pt x="913" y="143"/>
                    <a:pt x="1347" y="942"/>
                    <a:pt x="1256" y="1855"/>
                  </a:cubicBezTo>
                  <a:cubicBezTo>
                    <a:pt x="1210" y="2494"/>
                    <a:pt x="890" y="3042"/>
                    <a:pt x="502" y="3247"/>
                  </a:cubicBezTo>
                  <a:cubicBezTo>
                    <a:pt x="1005" y="3110"/>
                    <a:pt x="1438" y="2517"/>
                    <a:pt x="1530" y="1741"/>
                  </a:cubicBezTo>
                  <a:cubicBezTo>
                    <a:pt x="1598" y="873"/>
                    <a:pt x="1187" y="75"/>
                    <a:pt x="548" y="6"/>
                  </a:cubicBezTo>
                  <a:cubicBezTo>
                    <a:pt x="513" y="2"/>
                    <a:pt x="479" y="0"/>
                    <a:pt x="446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6"/>
            <p:cNvSpPr/>
            <p:nvPr/>
          </p:nvSpPr>
          <p:spPr>
            <a:xfrm>
              <a:off x="1450700" y="3057850"/>
              <a:ext cx="25700" cy="28675"/>
            </a:xfrm>
            <a:custGeom>
              <a:avLst/>
              <a:gdLst/>
              <a:ahLst/>
              <a:cxnLst/>
              <a:rect l="l" t="t" r="r" b="b"/>
              <a:pathLst>
                <a:path w="1028" h="1147" extrusionOk="0">
                  <a:moveTo>
                    <a:pt x="643" y="0"/>
                  </a:moveTo>
                  <a:cubicBezTo>
                    <a:pt x="379" y="0"/>
                    <a:pt x="1" y="1059"/>
                    <a:pt x="1" y="1059"/>
                  </a:cubicBezTo>
                  <a:cubicBezTo>
                    <a:pt x="249" y="1111"/>
                    <a:pt x="446" y="1147"/>
                    <a:pt x="594" y="1147"/>
                  </a:cubicBezTo>
                  <a:cubicBezTo>
                    <a:pt x="965" y="1147"/>
                    <a:pt x="1028" y="925"/>
                    <a:pt x="800" y="192"/>
                  </a:cubicBezTo>
                  <a:cubicBezTo>
                    <a:pt x="757" y="56"/>
                    <a:pt x="703" y="0"/>
                    <a:pt x="643" y="0"/>
                  </a:cubicBezTo>
                  <a:close/>
                </a:path>
              </a:pathLst>
            </a:custGeom>
            <a:solidFill>
              <a:srgbClr val="DD7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6"/>
            <p:cNvSpPr/>
            <p:nvPr/>
          </p:nvSpPr>
          <p:spPr>
            <a:xfrm>
              <a:off x="1448425" y="3056875"/>
              <a:ext cx="23675" cy="25725"/>
            </a:xfrm>
            <a:custGeom>
              <a:avLst/>
              <a:gdLst/>
              <a:ahLst/>
              <a:cxnLst/>
              <a:rect l="l" t="t" r="r" b="b"/>
              <a:pathLst>
                <a:path w="947" h="1029" extrusionOk="0">
                  <a:moveTo>
                    <a:pt x="595" y="0"/>
                  </a:moveTo>
                  <a:cubicBezTo>
                    <a:pt x="343" y="0"/>
                    <a:pt x="0" y="938"/>
                    <a:pt x="0" y="938"/>
                  </a:cubicBezTo>
                  <a:cubicBezTo>
                    <a:pt x="238" y="993"/>
                    <a:pt x="425" y="1029"/>
                    <a:pt x="563" y="1029"/>
                  </a:cubicBezTo>
                  <a:cubicBezTo>
                    <a:pt x="891" y="1029"/>
                    <a:pt x="946" y="827"/>
                    <a:pt x="754" y="185"/>
                  </a:cubicBezTo>
                  <a:cubicBezTo>
                    <a:pt x="710" y="53"/>
                    <a:pt x="655" y="0"/>
                    <a:pt x="595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6"/>
            <p:cNvSpPr/>
            <p:nvPr/>
          </p:nvSpPr>
          <p:spPr>
            <a:xfrm>
              <a:off x="1438500" y="3094550"/>
              <a:ext cx="16800" cy="18425"/>
            </a:xfrm>
            <a:custGeom>
              <a:avLst/>
              <a:gdLst/>
              <a:ahLst/>
              <a:cxnLst/>
              <a:rect l="l" t="t" r="r" b="b"/>
              <a:pathLst>
                <a:path w="672" h="737" extrusionOk="0">
                  <a:moveTo>
                    <a:pt x="574" y="0"/>
                  </a:moveTo>
                  <a:cubicBezTo>
                    <a:pt x="569" y="0"/>
                    <a:pt x="563" y="1"/>
                    <a:pt x="557" y="2"/>
                  </a:cubicBezTo>
                  <a:cubicBezTo>
                    <a:pt x="443" y="48"/>
                    <a:pt x="215" y="207"/>
                    <a:pt x="101" y="458"/>
                  </a:cubicBezTo>
                  <a:cubicBezTo>
                    <a:pt x="0" y="659"/>
                    <a:pt x="24" y="736"/>
                    <a:pt x="124" y="736"/>
                  </a:cubicBezTo>
                  <a:cubicBezTo>
                    <a:pt x="138" y="736"/>
                    <a:pt x="153" y="735"/>
                    <a:pt x="169" y="732"/>
                  </a:cubicBezTo>
                  <a:cubicBezTo>
                    <a:pt x="283" y="687"/>
                    <a:pt x="443" y="664"/>
                    <a:pt x="557" y="413"/>
                  </a:cubicBezTo>
                  <a:cubicBezTo>
                    <a:pt x="666" y="196"/>
                    <a:pt x="671" y="0"/>
                    <a:pt x="5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6"/>
            <p:cNvSpPr/>
            <p:nvPr/>
          </p:nvSpPr>
          <p:spPr>
            <a:xfrm>
              <a:off x="1434150" y="3008950"/>
              <a:ext cx="16000" cy="18950"/>
            </a:xfrm>
            <a:custGeom>
              <a:avLst/>
              <a:gdLst/>
              <a:ahLst/>
              <a:cxnLst/>
              <a:rect l="l" t="t" r="r" b="b"/>
              <a:pathLst>
                <a:path w="640" h="758" extrusionOk="0">
                  <a:moveTo>
                    <a:pt x="316" y="0"/>
                  </a:moveTo>
                  <a:cubicBezTo>
                    <a:pt x="168" y="0"/>
                    <a:pt x="46" y="172"/>
                    <a:pt x="46" y="344"/>
                  </a:cubicBezTo>
                  <a:cubicBezTo>
                    <a:pt x="1" y="550"/>
                    <a:pt x="115" y="732"/>
                    <a:pt x="298" y="755"/>
                  </a:cubicBezTo>
                  <a:cubicBezTo>
                    <a:pt x="308" y="757"/>
                    <a:pt x="318" y="757"/>
                    <a:pt x="328" y="757"/>
                  </a:cubicBezTo>
                  <a:cubicBezTo>
                    <a:pt x="477" y="757"/>
                    <a:pt x="617" y="605"/>
                    <a:pt x="617" y="413"/>
                  </a:cubicBezTo>
                  <a:cubicBezTo>
                    <a:pt x="640" y="208"/>
                    <a:pt x="526" y="48"/>
                    <a:pt x="343" y="2"/>
                  </a:cubicBezTo>
                  <a:cubicBezTo>
                    <a:pt x="334" y="1"/>
                    <a:pt x="325" y="0"/>
                    <a:pt x="3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6"/>
            <p:cNvSpPr/>
            <p:nvPr/>
          </p:nvSpPr>
          <p:spPr>
            <a:xfrm>
              <a:off x="1509475" y="3013500"/>
              <a:ext cx="15450" cy="18525"/>
            </a:xfrm>
            <a:custGeom>
              <a:avLst/>
              <a:gdLst/>
              <a:ahLst/>
              <a:cxnLst/>
              <a:rect l="l" t="t" r="r" b="b"/>
              <a:pathLst>
                <a:path w="618" h="741" extrusionOk="0">
                  <a:moveTo>
                    <a:pt x="313" y="1"/>
                  </a:moveTo>
                  <a:cubicBezTo>
                    <a:pt x="164" y="1"/>
                    <a:pt x="24" y="153"/>
                    <a:pt x="24" y="345"/>
                  </a:cubicBezTo>
                  <a:cubicBezTo>
                    <a:pt x="1" y="550"/>
                    <a:pt x="115" y="710"/>
                    <a:pt x="275" y="733"/>
                  </a:cubicBezTo>
                  <a:cubicBezTo>
                    <a:pt x="296" y="738"/>
                    <a:pt x="316" y="741"/>
                    <a:pt x="336" y="741"/>
                  </a:cubicBezTo>
                  <a:cubicBezTo>
                    <a:pt x="487" y="741"/>
                    <a:pt x="594" y="593"/>
                    <a:pt x="594" y="391"/>
                  </a:cubicBezTo>
                  <a:cubicBezTo>
                    <a:pt x="617" y="208"/>
                    <a:pt x="503" y="26"/>
                    <a:pt x="343" y="3"/>
                  </a:cubicBezTo>
                  <a:cubicBezTo>
                    <a:pt x="333" y="1"/>
                    <a:pt x="323" y="1"/>
                    <a:pt x="3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6"/>
            <p:cNvSpPr/>
            <p:nvPr/>
          </p:nvSpPr>
          <p:spPr>
            <a:xfrm>
              <a:off x="1398775" y="2951300"/>
              <a:ext cx="59375" cy="31475"/>
            </a:xfrm>
            <a:custGeom>
              <a:avLst/>
              <a:gdLst/>
              <a:ahLst/>
              <a:cxnLst/>
              <a:rect l="l" t="t" r="r" b="b"/>
              <a:pathLst>
                <a:path w="2375" h="1259" extrusionOk="0">
                  <a:moveTo>
                    <a:pt x="1484" y="0"/>
                  </a:moveTo>
                  <a:cubicBezTo>
                    <a:pt x="938" y="0"/>
                    <a:pt x="377" y="418"/>
                    <a:pt x="1" y="1258"/>
                  </a:cubicBezTo>
                  <a:cubicBezTo>
                    <a:pt x="473" y="692"/>
                    <a:pt x="988" y="375"/>
                    <a:pt x="1525" y="375"/>
                  </a:cubicBezTo>
                  <a:cubicBezTo>
                    <a:pt x="1767" y="375"/>
                    <a:pt x="2012" y="439"/>
                    <a:pt x="2260" y="573"/>
                  </a:cubicBezTo>
                  <a:lnTo>
                    <a:pt x="2375" y="414"/>
                  </a:lnTo>
                  <a:cubicBezTo>
                    <a:pt x="2108" y="139"/>
                    <a:pt x="1798" y="0"/>
                    <a:pt x="14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6"/>
            <p:cNvSpPr/>
            <p:nvPr/>
          </p:nvSpPr>
          <p:spPr>
            <a:xfrm>
              <a:off x="1492375" y="2956150"/>
              <a:ext cx="47375" cy="43175"/>
            </a:xfrm>
            <a:custGeom>
              <a:avLst/>
              <a:gdLst/>
              <a:ahLst/>
              <a:cxnLst/>
              <a:rect l="l" t="t" r="r" b="b"/>
              <a:pathLst>
                <a:path w="1895" h="1727" extrusionOk="0">
                  <a:moveTo>
                    <a:pt x="603" y="0"/>
                  </a:moveTo>
                  <a:cubicBezTo>
                    <a:pt x="411" y="0"/>
                    <a:pt x="208" y="50"/>
                    <a:pt x="0" y="151"/>
                  </a:cubicBezTo>
                  <a:lnTo>
                    <a:pt x="46" y="357"/>
                  </a:lnTo>
                  <a:cubicBezTo>
                    <a:pt x="142" y="342"/>
                    <a:pt x="235" y="334"/>
                    <a:pt x="325" y="334"/>
                  </a:cubicBezTo>
                  <a:cubicBezTo>
                    <a:pt x="1062" y="334"/>
                    <a:pt x="1569" y="831"/>
                    <a:pt x="1895" y="1726"/>
                  </a:cubicBezTo>
                  <a:cubicBezTo>
                    <a:pt x="1806" y="608"/>
                    <a:pt x="1275" y="0"/>
                    <a:pt x="6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6"/>
            <p:cNvSpPr/>
            <p:nvPr/>
          </p:nvSpPr>
          <p:spPr>
            <a:xfrm>
              <a:off x="1159625" y="3485025"/>
              <a:ext cx="32650" cy="23125"/>
            </a:xfrm>
            <a:custGeom>
              <a:avLst/>
              <a:gdLst/>
              <a:ahLst/>
              <a:cxnLst/>
              <a:rect l="l" t="t" r="r" b="b"/>
              <a:pathLst>
                <a:path w="1306" h="925" extrusionOk="0">
                  <a:moveTo>
                    <a:pt x="978" y="1"/>
                  </a:moveTo>
                  <a:cubicBezTo>
                    <a:pt x="915" y="1"/>
                    <a:pt x="846" y="19"/>
                    <a:pt x="779" y="64"/>
                  </a:cubicBezTo>
                  <a:cubicBezTo>
                    <a:pt x="459" y="246"/>
                    <a:pt x="322" y="520"/>
                    <a:pt x="94" y="749"/>
                  </a:cubicBezTo>
                  <a:cubicBezTo>
                    <a:pt x="1" y="842"/>
                    <a:pt x="88" y="924"/>
                    <a:pt x="188" y="924"/>
                  </a:cubicBezTo>
                  <a:cubicBezTo>
                    <a:pt x="236" y="924"/>
                    <a:pt x="286" y="906"/>
                    <a:pt x="322" y="863"/>
                  </a:cubicBezTo>
                  <a:cubicBezTo>
                    <a:pt x="368" y="794"/>
                    <a:pt x="574" y="703"/>
                    <a:pt x="1098" y="338"/>
                  </a:cubicBezTo>
                  <a:cubicBezTo>
                    <a:pt x="1306" y="182"/>
                    <a:pt x="1173" y="1"/>
                    <a:pt x="978" y="1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6"/>
            <p:cNvSpPr/>
            <p:nvPr/>
          </p:nvSpPr>
          <p:spPr>
            <a:xfrm>
              <a:off x="1160250" y="3476900"/>
              <a:ext cx="76500" cy="30825"/>
            </a:xfrm>
            <a:custGeom>
              <a:avLst/>
              <a:gdLst/>
              <a:ahLst/>
              <a:cxnLst/>
              <a:rect l="l" t="t" r="r" b="b"/>
              <a:pathLst>
                <a:path w="3060" h="1233" extrusionOk="0">
                  <a:moveTo>
                    <a:pt x="617" y="1"/>
                  </a:moveTo>
                  <a:cubicBezTo>
                    <a:pt x="320" y="1"/>
                    <a:pt x="1" y="708"/>
                    <a:pt x="69" y="891"/>
                  </a:cubicBezTo>
                  <a:cubicBezTo>
                    <a:pt x="115" y="1074"/>
                    <a:pt x="229" y="891"/>
                    <a:pt x="640" y="1119"/>
                  </a:cubicBezTo>
                  <a:cubicBezTo>
                    <a:pt x="772" y="1197"/>
                    <a:pt x="974" y="1233"/>
                    <a:pt x="1224" y="1233"/>
                  </a:cubicBezTo>
                  <a:cubicBezTo>
                    <a:pt x="1707" y="1233"/>
                    <a:pt x="2368" y="1101"/>
                    <a:pt x="3059" y="891"/>
                  </a:cubicBezTo>
                  <a:lnTo>
                    <a:pt x="2854" y="343"/>
                  </a:lnTo>
                  <a:cubicBezTo>
                    <a:pt x="2854" y="343"/>
                    <a:pt x="2397" y="434"/>
                    <a:pt x="1872" y="480"/>
                  </a:cubicBezTo>
                  <a:cubicBezTo>
                    <a:pt x="1836" y="484"/>
                    <a:pt x="1800" y="486"/>
                    <a:pt x="1765" y="486"/>
                  </a:cubicBezTo>
                  <a:cubicBezTo>
                    <a:pt x="1250" y="486"/>
                    <a:pt x="873" y="43"/>
                    <a:pt x="617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6"/>
            <p:cNvSpPr/>
            <p:nvPr/>
          </p:nvSpPr>
          <p:spPr>
            <a:xfrm>
              <a:off x="1144850" y="3484725"/>
              <a:ext cx="33300" cy="16400"/>
            </a:xfrm>
            <a:custGeom>
              <a:avLst/>
              <a:gdLst/>
              <a:ahLst/>
              <a:cxnLst/>
              <a:rect l="l" t="t" r="r" b="b"/>
              <a:pathLst>
                <a:path w="1332" h="656" extrusionOk="0">
                  <a:moveTo>
                    <a:pt x="845" y="0"/>
                  </a:moveTo>
                  <a:cubicBezTo>
                    <a:pt x="490" y="0"/>
                    <a:pt x="42" y="187"/>
                    <a:pt x="0" y="578"/>
                  </a:cubicBezTo>
                  <a:cubicBezTo>
                    <a:pt x="0" y="632"/>
                    <a:pt x="26" y="655"/>
                    <a:pt x="55" y="655"/>
                  </a:cubicBezTo>
                  <a:cubicBezTo>
                    <a:pt x="88" y="655"/>
                    <a:pt x="125" y="626"/>
                    <a:pt x="137" y="578"/>
                  </a:cubicBezTo>
                  <a:cubicBezTo>
                    <a:pt x="157" y="539"/>
                    <a:pt x="325" y="302"/>
                    <a:pt x="753" y="302"/>
                  </a:cubicBezTo>
                  <a:cubicBezTo>
                    <a:pt x="829" y="302"/>
                    <a:pt x="912" y="310"/>
                    <a:pt x="1005" y="327"/>
                  </a:cubicBezTo>
                  <a:cubicBezTo>
                    <a:pt x="1038" y="333"/>
                    <a:pt x="1067" y="336"/>
                    <a:pt x="1092" y="336"/>
                  </a:cubicBezTo>
                  <a:cubicBezTo>
                    <a:pt x="1332" y="336"/>
                    <a:pt x="1248" y="69"/>
                    <a:pt x="959" y="7"/>
                  </a:cubicBezTo>
                  <a:cubicBezTo>
                    <a:pt x="923" y="3"/>
                    <a:pt x="885" y="0"/>
                    <a:pt x="845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6"/>
            <p:cNvSpPr/>
            <p:nvPr/>
          </p:nvSpPr>
          <p:spPr>
            <a:xfrm>
              <a:off x="1150275" y="3476175"/>
              <a:ext cx="33500" cy="16375"/>
            </a:xfrm>
            <a:custGeom>
              <a:avLst/>
              <a:gdLst/>
              <a:ahLst/>
              <a:cxnLst/>
              <a:rect l="l" t="t" r="r" b="b"/>
              <a:pathLst>
                <a:path w="1340" h="655" extrusionOk="0">
                  <a:moveTo>
                    <a:pt x="857" y="0"/>
                  </a:moveTo>
                  <a:cubicBezTo>
                    <a:pt x="501" y="0"/>
                    <a:pt x="53" y="187"/>
                    <a:pt x="12" y="578"/>
                  </a:cubicBezTo>
                  <a:cubicBezTo>
                    <a:pt x="1" y="631"/>
                    <a:pt x="16" y="655"/>
                    <a:pt x="41" y="655"/>
                  </a:cubicBezTo>
                  <a:cubicBezTo>
                    <a:pt x="70" y="655"/>
                    <a:pt x="112" y="626"/>
                    <a:pt x="149" y="578"/>
                  </a:cubicBezTo>
                  <a:cubicBezTo>
                    <a:pt x="168" y="539"/>
                    <a:pt x="336" y="302"/>
                    <a:pt x="764" y="302"/>
                  </a:cubicBezTo>
                  <a:cubicBezTo>
                    <a:pt x="840" y="302"/>
                    <a:pt x="924" y="309"/>
                    <a:pt x="1016" y="326"/>
                  </a:cubicBezTo>
                  <a:cubicBezTo>
                    <a:pt x="1056" y="337"/>
                    <a:pt x="1090" y="342"/>
                    <a:pt x="1119" y="342"/>
                  </a:cubicBezTo>
                  <a:cubicBezTo>
                    <a:pt x="1339" y="342"/>
                    <a:pt x="1253" y="67"/>
                    <a:pt x="970" y="7"/>
                  </a:cubicBezTo>
                  <a:cubicBezTo>
                    <a:pt x="934" y="2"/>
                    <a:pt x="896" y="0"/>
                    <a:pt x="857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6"/>
            <p:cNvSpPr/>
            <p:nvPr/>
          </p:nvSpPr>
          <p:spPr>
            <a:xfrm>
              <a:off x="1313750" y="3153900"/>
              <a:ext cx="18625" cy="45700"/>
            </a:xfrm>
            <a:custGeom>
              <a:avLst/>
              <a:gdLst/>
              <a:ahLst/>
              <a:cxnLst/>
              <a:rect l="l" t="t" r="r" b="b"/>
              <a:pathLst>
                <a:path w="745" h="1828" extrusionOk="0">
                  <a:moveTo>
                    <a:pt x="644" y="1"/>
                  </a:moveTo>
                  <a:cubicBezTo>
                    <a:pt x="642" y="1"/>
                    <a:pt x="641" y="1"/>
                    <a:pt x="640" y="2"/>
                  </a:cubicBezTo>
                  <a:cubicBezTo>
                    <a:pt x="526" y="25"/>
                    <a:pt x="183" y="1120"/>
                    <a:pt x="1" y="1782"/>
                  </a:cubicBezTo>
                  <a:lnTo>
                    <a:pt x="343" y="1828"/>
                  </a:lnTo>
                  <a:cubicBezTo>
                    <a:pt x="366" y="1828"/>
                    <a:pt x="745" y="1"/>
                    <a:pt x="644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6"/>
            <p:cNvSpPr/>
            <p:nvPr/>
          </p:nvSpPr>
          <p:spPr>
            <a:xfrm>
              <a:off x="1292075" y="3181625"/>
              <a:ext cx="21125" cy="48225"/>
            </a:xfrm>
            <a:custGeom>
              <a:avLst/>
              <a:gdLst/>
              <a:ahLst/>
              <a:cxnLst/>
              <a:rect l="l" t="t" r="r" b="b"/>
              <a:pathLst>
                <a:path w="845" h="1929" extrusionOk="0">
                  <a:moveTo>
                    <a:pt x="67" y="0"/>
                  </a:moveTo>
                  <a:cubicBezTo>
                    <a:pt x="26" y="0"/>
                    <a:pt x="0" y="12"/>
                    <a:pt x="0" y="34"/>
                  </a:cubicBezTo>
                  <a:cubicBezTo>
                    <a:pt x="0" y="125"/>
                    <a:pt x="297" y="354"/>
                    <a:pt x="343" y="468"/>
                  </a:cubicBezTo>
                  <a:cubicBezTo>
                    <a:pt x="411" y="582"/>
                    <a:pt x="502" y="1267"/>
                    <a:pt x="411" y="1928"/>
                  </a:cubicBezTo>
                  <a:lnTo>
                    <a:pt x="845" y="947"/>
                  </a:lnTo>
                  <a:cubicBezTo>
                    <a:pt x="845" y="947"/>
                    <a:pt x="776" y="673"/>
                    <a:pt x="617" y="354"/>
                  </a:cubicBezTo>
                  <a:cubicBezTo>
                    <a:pt x="478" y="111"/>
                    <a:pt x="196" y="0"/>
                    <a:pt x="67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6"/>
            <p:cNvSpPr/>
            <p:nvPr/>
          </p:nvSpPr>
          <p:spPr>
            <a:xfrm>
              <a:off x="1313750" y="3196150"/>
              <a:ext cx="23425" cy="35900"/>
            </a:xfrm>
            <a:custGeom>
              <a:avLst/>
              <a:gdLst/>
              <a:ahLst/>
              <a:cxnLst/>
              <a:rect l="l" t="t" r="r" b="b"/>
              <a:pathLst>
                <a:path w="937" h="1436" extrusionOk="0">
                  <a:moveTo>
                    <a:pt x="343" y="1"/>
                  </a:moveTo>
                  <a:lnTo>
                    <a:pt x="1" y="1347"/>
                  </a:lnTo>
                  <a:cubicBezTo>
                    <a:pt x="1" y="1347"/>
                    <a:pt x="220" y="1435"/>
                    <a:pt x="366" y="1435"/>
                  </a:cubicBezTo>
                  <a:cubicBezTo>
                    <a:pt x="402" y="1435"/>
                    <a:pt x="434" y="1430"/>
                    <a:pt x="457" y="1416"/>
                  </a:cubicBezTo>
                  <a:cubicBezTo>
                    <a:pt x="571" y="1370"/>
                    <a:pt x="937" y="845"/>
                    <a:pt x="937" y="708"/>
                  </a:cubicBezTo>
                  <a:cubicBezTo>
                    <a:pt x="937" y="549"/>
                    <a:pt x="822" y="434"/>
                    <a:pt x="343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6"/>
            <p:cNvSpPr/>
            <p:nvPr/>
          </p:nvSpPr>
          <p:spPr>
            <a:xfrm>
              <a:off x="1321750" y="3212700"/>
              <a:ext cx="9725" cy="9150"/>
            </a:xfrm>
            <a:custGeom>
              <a:avLst/>
              <a:gdLst/>
              <a:ahLst/>
              <a:cxnLst/>
              <a:rect l="l" t="t" r="r" b="b"/>
              <a:pathLst>
                <a:path w="389" h="366" extrusionOk="0">
                  <a:moveTo>
                    <a:pt x="114" y="1"/>
                  </a:moveTo>
                  <a:lnTo>
                    <a:pt x="0" y="275"/>
                  </a:lnTo>
                  <a:cubicBezTo>
                    <a:pt x="0" y="275"/>
                    <a:pt x="137" y="366"/>
                    <a:pt x="206" y="366"/>
                  </a:cubicBezTo>
                  <a:cubicBezTo>
                    <a:pt x="251" y="366"/>
                    <a:pt x="388" y="275"/>
                    <a:pt x="388" y="252"/>
                  </a:cubicBezTo>
                  <a:cubicBezTo>
                    <a:pt x="343" y="229"/>
                    <a:pt x="320" y="183"/>
                    <a:pt x="114" y="1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6"/>
            <p:cNvSpPr/>
            <p:nvPr/>
          </p:nvSpPr>
          <p:spPr>
            <a:xfrm>
              <a:off x="1296075" y="3191000"/>
              <a:ext cx="34825" cy="53675"/>
            </a:xfrm>
            <a:custGeom>
              <a:avLst/>
              <a:gdLst/>
              <a:ahLst/>
              <a:cxnLst/>
              <a:rect l="l" t="t" r="r" b="b"/>
              <a:pathLst>
                <a:path w="1393" h="2147" extrusionOk="0">
                  <a:moveTo>
                    <a:pt x="837" y="0"/>
                  </a:moveTo>
                  <a:cubicBezTo>
                    <a:pt x="832" y="0"/>
                    <a:pt x="827" y="0"/>
                    <a:pt x="822" y="1"/>
                  </a:cubicBezTo>
                  <a:cubicBezTo>
                    <a:pt x="616" y="47"/>
                    <a:pt x="0" y="1713"/>
                    <a:pt x="0" y="1713"/>
                  </a:cubicBezTo>
                  <a:lnTo>
                    <a:pt x="160" y="2147"/>
                  </a:lnTo>
                  <a:cubicBezTo>
                    <a:pt x="731" y="1827"/>
                    <a:pt x="1050" y="1462"/>
                    <a:pt x="1164" y="1257"/>
                  </a:cubicBezTo>
                  <a:cubicBezTo>
                    <a:pt x="1233" y="1143"/>
                    <a:pt x="1278" y="1006"/>
                    <a:pt x="1347" y="892"/>
                  </a:cubicBezTo>
                  <a:cubicBezTo>
                    <a:pt x="1392" y="777"/>
                    <a:pt x="1392" y="640"/>
                    <a:pt x="1301" y="503"/>
                  </a:cubicBezTo>
                  <a:cubicBezTo>
                    <a:pt x="1191" y="284"/>
                    <a:pt x="975" y="0"/>
                    <a:pt x="837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6"/>
            <p:cNvSpPr/>
            <p:nvPr/>
          </p:nvSpPr>
          <p:spPr>
            <a:xfrm>
              <a:off x="1150550" y="3495200"/>
              <a:ext cx="29500" cy="15000"/>
            </a:xfrm>
            <a:custGeom>
              <a:avLst/>
              <a:gdLst/>
              <a:ahLst/>
              <a:cxnLst/>
              <a:rect l="l" t="t" r="r" b="b"/>
              <a:pathLst>
                <a:path w="1180" h="600" extrusionOk="0">
                  <a:moveTo>
                    <a:pt x="690" y="0"/>
                  </a:moveTo>
                  <a:cubicBezTo>
                    <a:pt x="395" y="0"/>
                    <a:pt x="20" y="198"/>
                    <a:pt x="1" y="524"/>
                  </a:cubicBezTo>
                  <a:cubicBezTo>
                    <a:pt x="1" y="578"/>
                    <a:pt x="24" y="600"/>
                    <a:pt x="57" y="600"/>
                  </a:cubicBezTo>
                  <a:cubicBezTo>
                    <a:pt x="81" y="600"/>
                    <a:pt x="109" y="589"/>
                    <a:pt x="138" y="570"/>
                  </a:cubicBezTo>
                  <a:cubicBezTo>
                    <a:pt x="157" y="513"/>
                    <a:pt x="286" y="314"/>
                    <a:pt x="644" y="314"/>
                  </a:cubicBezTo>
                  <a:cubicBezTo>
                    <a:pt x="716" y="314"/>
                    <a:pt x="798" y="322"/>
                    <a:pt x="891" y="342"/>
                  </a:cubicBezTo>
                  <a:cubicBezTo>
                    <a:pt x="913" y="345"/>
                    <a:pt x="934" y="347"/>
                    <a:pt x="953" y="347"/>
                  </a:cubicBezTo>
                  <a:cubicBezTo>
                    <a:pt x="1179" y="347"/>
                    <a:pt x="1119" y="106"/>
                    <a:pt x="845" y="22"/>
                  </a:cubicBezTo>
                  <a:cubicBezTo>
                    <a:pt x="798" y="7"/>
                    <a:pt x="745" y="0"/>
                    <a:pt x="690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6"/>
            <p:cNvSpPr/>
            <p:nvPr/>
          </p:nvSpPr>
          <p:spPr>
            <a:xfrm>
              <a:off x="1348000" y="3368475"/>
              <a:ext cx="50800" cy="16800"/>
            </a:xfrm>
            <a:custGeom>
              <a:avLst/>
              <a:gdLst/>
              <a:ahLst/>
              <a:cxnLst/>
              <a:rect l="l" t="t" r="r" b="b"/>
              <a:pathLst>
                <a:path w="2032" h="672" extrusionOk="0">
                  <a:moveTo>
                    <a:pt x="982" y="1"/>
                  </a:moveTo>
                  <a:cubicBezTo>
                    <a:pt x="434" y="1"/>
                    <a:pt x="0" y="161"/>
                    <a:pt x="0" y="321"/>
                  </a:cubicBezTo>
                  <a:cubicBezTo>
                    <a:pt x="0" y="503"/>
                    <a:pt x="434" y="640"/>
                    <a:pt x="982" y="640"/>
                  </a:cubicBezTo>
                  <a:cubicBezTo>
                    <a:pt x="1229" y="651"/>
                    <a:pt x="1476" y="672"/>
                    <a:pt x="1669" y="672"/>
                  </a:cubicBezTo>
                  <a:cubicBezTo>
                    <a:pt x="1885" y="672"/>
                    <a:pt x="2032" y="645"/>
                    <a:pt x="2032" y="549"/>
                  </a:cubicBezTo>
                  <a:cubicBezTo>
                    <a:pt x="2032" y="389"/>
                    <a:pt x="1507" y="1"/>
                    <a:pt x="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6"/>
            <p:cNvSpPr/>
            <p:nvPr/>
          </p:nvSpPr>
          <p:spPr>
            <a:xfrm>
              <a:off x="1348000" y="3368475"/>
              <a:ext cx="50800" cy="16800"/>
            </a:xfrm>
            <a:custGeom>
              <a:avLst/>
              <a:gdLst/>
              <a:ahLst/>
              <a:cxnLst/>
              <a:rect l="l" t="t" r="r" b="b"/>
              <a:pathLst>
                <a:path w="2032" h="672" extrusionOk="0">
                  <a:moveTo>
                    <a:pt x="982" y="1"/>
                  </a:moveTo>
                  <a:cubicBezTo>
                    <a:pt x="434" y="1"/>
                    <a:pt x="0" y="161"/>
                    <a:pt x="0" y="321"/>
                  </a:cubicBezTo>
                  <a:cubicBezTo>
                    <a:pt x="0" y="503"/>
                    <a:pt x="434" y="640"/>
                    <a:pt x="982" y="640"/>
                  </a:cubicBezTo>
                  <a:cubicBezTo>
                    <a:pt x="1229" y="651"/>
                    <a:pt x="1476" y="672"/>
                    <a:pt x="1669" y="672"/>
                  </a:cubicBezTo>
                  <a:cubicBezTo>
                    <a:pt x="1885" y="672"/>
                    <a:pt x="2032" y="645"/>
                    <a:pt x="2032" y="549"/>
                  </a:cubicBezTo>
                  <a:cubicBezTo>
                    <a:pt x="2032" y="389"/>
                    <a:pt x="1507" y="1"/>
                    <a:pt x="982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7" name="Google Shape;2327;p46"/>
          <p:cNvGrpSpPr/>
          <p:nvPr/>
        </p:nvGrpSpPr>
        <p:grpSpPr>
          <a:xfrm>
            <a:off x="-399600" y="3427678"/>
            <a:ext cx="4361984" cy="1490438"/>
            <a:chOff x="-97200" y="3427678"/>
            <a:chExt cx="4361984" cy="1490438"/>
          </a:xfrm>
        </p:grpSpPr>
        <p:sp>
          <p:nvSpPr>
            <p:cNvPr id="2328" name="Google Shape;2328;p46"/>
            <p:cNvSpPr/>
            <p:nvPr/>
          </p:nvSpPr>
          <p:spPr>
            <a:xfrm>
              <a:off x="-97200" y="4861832"/>
              <a:ext cx="4361984" cy="56285"/>
            </a:xfrm>
            <a:custGeom>
              <a:avLst/>
              <a:gdLst/>
              <a:ahLst/>
              <a:cxnLst/>
              <a:rect l="l" t="t" r="r" b="b"/>
              <a:pathLst>
                <a:path w="123920" h="1599" extrusionOk="0">
                  <a:moveTo>
                    <a:pt x="61948" y="1"/>
                  </a:moveTo>
                  <a:cubicBezTo>
                    <a:pt x="27733" y="1"/>
                    <a:pt x="1" y="343"/>
                    <a:pt x="1" y="799"/>
                  </a:cubicBezTo>
                  <a:cubicBezTo>
                    <a:pt x="1" y="1233"/>
                    <a:pt x="27733" y="1598"/>
                    <a:pt x="61948" y="1598"/>
                  </a:cubicBezTo>
                  <a:cubicBezTo>
                    <a:pt x="96186" y="1598"/>
                    <a:pt x="123919" y="1233"/>
                    <a:pt x="123919" y="799"/>
                  </a:cubicBezTo>
                  <a:cubicBezTo>
                    <a:pt x="123919" y="343"/>
                    <a:pt x="96186" y="1"/>
                    <a:pt x="61948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6"/>
            <p:cNvSpPr/>
            <p:nvPr/>
          </p:nvSpPr>
          <p:spPr>
            <a:xfrm>
              <a:off x="586481" y="3495157"/>
              <a:ext cx="457987" cy="1384381"/>
            </a:xfrm>
            <a:custGeom>
              <a:avLst/>
              <a:gdLst/>
              <a:ahLst/>
              <a:cxnLst/>
              <a:rect l="l" t="t" r="r" b="b"/>
              <a:pathLst>
                <a:path w="13011" h="39329" extrusionOk="0">
                  <a:moveTo>
                    <a:pt x="571" y="1"/>
                  </a:moveTo>
                  <a:lnTo>
                    <a:pt x="1" y="39329"/>
                  </a:lnTo>
                  <a:lnTo>
                    <a:pt x="13011" y="39329"/>
                  </a:lnTo>
                  <a:lnTo>
                    <a:pt x="130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6"/>
            <p:cNvSpPr/>
            <p:nvPr/>
          </p:nvSpPr>
          <p:spPr>
            <a:xfrm>
              <a:off x="1009092" y="3495157"/>
              <a:ext cx="3052333" cy="1384381"/>
            </a:xfrm>
            <a:custGeom>
              <a:avLst/>
              <a:gdLst/>
              <a:ahLst/>
              <a:cxnLst/>
              <a:rect l="l" t="t" r="r" b="b"/>
              <a:pathLst>
                <a:path w="86714" h="39329" extrusionOk="0">
                  <a:moveTo>
                    <a:pt x="1" y="1"/>
                  </a:moveTo>
                  <a:lnTo>
                    <a:pt x="1" y="39329"/>
                  </a:lnTo>
                  <a:lnTo>
                    <a:pt x="86714" y="39329"/>
                  </a:lnTo>
                  <a:lnTo>
                    <a:pt x="867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6"/>
            <p:cNvSpPr/>
            <p:nvPr/>
          </p:nvSpPr>
          <p:spPr>
            <a:xfrm>
              <a:off x="1381086" y="3495157"/>
              <a:ext cx="2057686" cy="1384381"/>
            </a:xfrm>
            <a:custGeom>
              <a:avLst/>
              <a:gdLst/>
              <a:ahLst/>
              <a:cxnLst/>
              <a:rect l="l" t="t" r="r" b="b"/>
              <a:pathLst>
                <a:path w="58457" h="39329" extrusionOk="0">
                  <a:moveTo>
                    <a:pt x="10044" y="1"/>
                  </a:moveTo>
                  <a:lnTo>
                    <a:pt x="1" y="39329"/>
                  </a:lnTo>
                  <a:lnTo>
                    <a:pt x="48390" y="39329"/>
                  </a:lnTo>
                  <a:lnTo>
                    <a:pt x="58456" y="1"/>
                  </a:lnTo>
                  <a:close/>
                </a:path>
              </a:pathLst>
            </a:custGeom>
            <a:solidFill>
              <a:srgbClr val="FFFFFF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6"/>
            <p:cNvSpPr/>
            <p:nvPr/>
          </p:nvSpPr>
          <p:spPr>
            <a:xfrm>
              <a:off x="1009092" y="3475902"/>
              <a:ext cx="3052333" cy="93210"/>
            </a:xfrm>
            <a:custGeom>
              <a:avLst/>
              <a:gdLst/>
              <a:ahLst/>
              <a:cxnLst/>
              <a:rect l="l" t="t" r="r" b="b"/>
              <a:pathLst>
                <a:path w="86714" h="2648" extrusionOk="0">
                  <a:moveTo>
                    <a:pt x="1" y="0"/>
                  </a:moveTo>
                  <a:lnTo>
                    <a:pt x="1" y="2648"/>
                  </a:lnTo>
                  <a:lnTo>
                    <a:pt x="86714" y="2648"/>
                  </a:lnTo>
                  <a:lnTo>
                    <a:pt x="86714" y="0"/>
                  </a:ln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46"/>
            <p:cNvSpPr/>
            <p:nvPr/>
          </p:nvSpPr>
          <p:spPr>
            <a:xfrm>
              <a:off x="997054" y="3495157"/>
              <a:ext cx="32982" cy="1384381"/>
            </a:xfrm>
            <a:custGeom>
              <a:avLst/>
              <a:gdLst/>
              <a:ahLst/>
              <a:cxnLst/>
              <a:rect l="l" t="t" r="r" b="b"/>
              <a:pathLst>
                <a:path w="937" h="39329" extrusionOk="0">
                  <a:moveTo>
                    <a:pt x="0" y="1"/>
                  </a:moveTo>
                  <a:lnTo>
                    <a:pt x="0" y="39329"/>
                  </a:lnTo>
                  <a:lnTo>
                    <a:pt x="936" y="39329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6"/>
            <p:cNvSpPr/>
            <p:nvPr/>
          </p:nvSpPr>
          <p:spPr>
            <a:xfrm>
              <a:off x="592113" y="3428488"/>
              <a:ext cx="433875" cy="81171"/>
            </a:xfrm>
            <a:custGeom>
              <a:avLst/>
              <a:gdLst/>
              <a:ahLst/>
              <a:cxnLst/>
              <a:rect l="l" t="t" r="r" b="b"/>
              <a:pathLst>
                <a:path w="12326" h="2306" extrusionOk="0">
                  <a:moveTo>
                    <a:pt x="0" y="0"/>
                  </a:moveTo>
                  <a:lnTo>
                    <a:pt x="0" y="2306"/>
                  </a:lnTo>
                  <a:lnTo>
                    <a:pt x="12326" y="2306"/>
                  </a:lnTo>
                  <a:lnTo>
                    <a:pt x="123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6"/>
            <p:cNvSpPr/>
            <p:nvPr/>
          </p:nvSpPr>
          <p:spPr>
            <a:xfrm>
              <a:off x="1009902" y="3428488"/>
              <a:ext cx="3082077" cy="81171"/>
            </a:xfrm>
            <a:custGeom>
              <a:avLst/>
              <a:gdLst/>
              <a:ahLst/>
              <a:cxnLst/>
              <a:rect l="l" t="t" r="r" b="b"/>
              <a:pathLst>
                <a:path w="87559" h="2306" extrusionOk="0">
                  <a:moveTo>
                    <a:pt x="0" y="0"/>
                  </a:moveTo>
                  <a:lnTo>
                    <a:pt x="0" y="2306"/>
                  </a:lnTo>
                  <a:lnTo>
                    <a:pt x="87558" y="2306"/>
                  </a:lnTo>
                  <a:lnTo>
                    <a:pt x="875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6"/>
            <p:cNvSpPr/>
            <p:nvPr/>
          </p:nvSpPr>
          <p:spPr>
            <a:xfrm>
              <a:off x="997054" y="3495157"/>
              <a:ext cx="32982" cy="1384381"/>
            </a:xfrm>
            <a:custGeom>
              <a:avLst/>
              <a:gdLst/>
              <a:ahLst/>
              <a:cxnLst/>
              <a:rect l="l" t="t" r="r" b="b"/>
              <a:pathLst>
                <a:path w="937" h="39329" extrusionOk="0">
                  <a:moveTo>
                    <a:pt x="0" y="1"/>
                  </a:moveTo>
                  <a:lnTo>
                    <a:pt x="0" y="39329"/>
                  </a:lnTo>
                  <a:lnTo>
                    <a:pt x="936" y="39329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46"/>
            <p:cNvSpPr/>
            <p:nvPr/>
          </p:nvSpPr>
          <p:spPr>
            <a:xfrm>
              <a:off x="1009092" y="4865035"/>
              <a:ext cx="3066026" cy="39424"/>
            </a:xfrm>
            <a:custGeom>
              <a:avLst/>
              <a:gdLst/>
              <a:ahLst/>
              <a:cxnLst/>
              <a:rect l="l" t="t" r="r" b="b"/>
              <a:pathLst>
                <a:path w="87103" h="1120" extrusionOk="0">
                  <a:moveTo>
                    <a:pt x="1" y="1"/>
                  </a:moveTo>
                  <a:lnTo>
                    <a:pt x="1" y="1119"/>
                  </a:lnTo>
                  <a:lnTo>
                    <a:pt x="87102" y="1119"/>
                  </a:lnTo>
                  <a:lnTo>
                    <a:pt x="871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46"/>
            <p:cNvSpPr/>
            <p:nvPr/>
          </p:nvSpPr>
          <p:spPr>
            <a:xfrm>
              <a:off x="556772" y="4865035"/>
              <a:ext cx="457987" cy="39424"/>
            </a:xfrm>
            <a:custGeom>
              <a:avLst/>
              <a:gdLst/>
              <a:ahLst/>
              <a:cxnLst/>
              <a:rect l="l" t="t" r="r" b="b"/>
              <a:pathLst>
                <a:path w="13011" h="1120" extrusionOk="0">
                  <a:moveTo>
                    <a:pt x="0" y="1"/>
                  </a:moveTo>
                  <a:lnTo>
                    <a:pt x="0" y="1119"/>
                  </a:lnTo>
                  <a:lnTo>
                    <a:pt x="13010" y="1119"/>
                  </a:lnTo>
                  <a:lnTo>
                    <a:pt x="130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6"/>
            <p:cNvSpPr/>
            <p:nvPr/>
          </p:nvSpPr>
          <p:spPr>
            <a:xfrm>
              <a:off x="965726" y="3428488"/>
              <a:ext cx="79552" cy="81171"/>
            </a:xfrm>
            <a:custGeom>
              <a:avLst/>
              <a:gdLst/>
              <a:ahLst/>
              <a:cxnLst/>
              <a:rect l="l" t="t" r="r" b="b"/>
              <a:pathLst>
                <a:path w="2260" h="2306" extrusionOk="0">
                  <a:moveTo>
                    <a:pt x="0" y="0"/>
                  </a:moveTo>
                  <a:lnTo>
                    <a:pt x="0" y="2306"/>
                  </a:lnTo>
                  <a:lnTo>
                    <a:pt x="2260" y="2306"/>
                  </a:lnTo>
                  <a:lnTo>
                    <a:pt x="22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6"/>
            <p:cNvSpPr/>
            <p:nvPr/>
          </p:nvSpPr>
          <p:spPr>
            <a:xfrm>
              <a:off x="1799684" y="3427678"/>
              <a:ext cx="1509728" cy="81171"/>
            </a:xfrm>
            <a:custGeom>
              <a:avLst/>
              <a:gdLst/>
              <a:ahLst/>
              <a:cxnLst/>
              <a:rect l="l" t="t" r="r" b="b"/>
              <a:pathLst>
                <a:path w="42890" h="2306" extrusionOk="0">
                  <a:moveTo>
                    <a:pt x="1347" y="1"/>
                  </a:moveTo>
                  <a:lnTo>
                    <a:pt x="1" y="2306"/>
                  </a:lnTo>
                  <a:lnTo>
                    <a:pt x="41543" y="2306"/>
                  </a:lnTo>
                  <a:lnTo>
                    <a:pt x="42890" y="1"/>
                  </a:lnTo>
                  <a:close/>
                </a:path>
              </a:pathLst>
            </a:custGeom>
            <a:solidFill>
              <a:srgbClr val="FFFFFF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6"/>
            <p:cNvSpPr/>
            <p:nvPr/>
          </p:nvSpPr>
          <p:spPr>
            <a:xfrm>
              <a:off x="2796759" y="3427678"/>
              <a:ext cx="823574" cy="81171"/>
            </a:xfrm>
            <a:custGeom>
              <a:avLst/>
              <a:gdLst/>
              <a:ahLst/>
              <a:cxnLst/>
              <a:rect l="l" t="t" r="r" b="b"/>
              <a:pathLst>
                <a:path w="23397" h="2306" extrusionOk="0">
                  <a:moveTo>
                    <a:pt x="709" y="1"/>
                  </a:moveTo>
                  <a:lnTo>
                    <a:pt x="1" y="2306"/>
                  </a:lnTo>
                  <a:lnTo>
                    <a:pt x="22667" y="2306"/>
                  </a:lnTo>
                  <a:lnTo>
                    <a:pt x="2339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6"/>
            <p:cNvSpPr/>
            <p:nvPr/>
          </p:nvSpPr>
          <p:spPr>
            <a:xfrm>
              <a:off x="2796759" y="3427678"/>
              <a:ext cx="823574" cy="81171"/>
            </a:xfrm>
            <a:custGeom>
              <a:avLst/>
              <a:gdLst/>
              <a:ahLst/>
              <a:cxnLst/>
              <a:rect l="l" t="t" r="r" b="b"/>
              <a:pathLst>
                <a:path w="23397" h="2306" extrusionOk="0">
                  <a:moveTo>
                    <a:pt x="709" y="1"/>
                  </a:moveTo>
                  <a:lnTo>
                    <a:pt x="1" y="2306"/>
                  </a:lnTo>
                  <a:lnTo>
                    <a:pt x="22667" y="2306"/>
                  </a:lnTo>
                  <a:lnTo>
                    <a:pt x="23397" y="1"/>
                  </a:lnTo>
                  <a:close/>
                </a:path>
              </a:pathLst>
            </a:custGeom>
            <a:solidFill>
              <a:srgbClr val="FFFFFF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46"/>
            <p:cNvSpPr/>
            <p:nvPr/>
          </p:nvSpPr>
          <p:spPr>
            <a:xfrm>
              <a:off x="965726" y="3428488"/>
              <a:ext cx="79552" cy="81171"/>
            </a:xfrm>
            <a:custGeom>
              <a:avLst/>
              <a:gdLst/>
              <a:ahLst/>
              <a:cxnLst/>
              <a:rect l="l" t="t" r="r" b="b"/>
              <a:pathLst>
                <a:path w="2260" h="2306" extrusionOk="0">
                  <a:moveTo>
                    <a:pt x="0" y="0"/>
                  </a:moveTo>
                  <a:lnTo>
                    <a:pt x="0" y="2306"/>
                  </a:lnTo>
                  <a:lnTo>
                    <a:pt x="2260" y="2306"/>
                  </a:lnTo>
                  <a:lnTo>
                    <a:pt x="2260" y="0"/>
                  </a:ln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p51"/>
          <p:cNvSpPr txBox="1">
            <a:spLocks noGrp="1"/>
          </p:cNvSpPr>
          <p:nvPr>
            <p:ph type="subTitle" idx="14"/>
          </p:nvPr>
        </p:nvSpPr>
        <p:spPr>
          <a:xfrm>
            <a:off x="4923270" y="3923990"/>
            <a:ext cx="2604425" cy="504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Preparado para integrarse en otras jurisdicciones</a:t>
            </a:r>
            <a:endParaRPr/>
          </a:p>
        </p:txBody>
      </p:sp>
      <p:sp>
        <p:nvSpPr>
          <p:cNvPr id="2429" name="Google Shape;2429;p51"/>
          <p:cNvSpPr txBox="1">
            <a:spLocks noGrp="1"/>
          </p:cNvSpPr>
          <p:nvPr>
            <p:ph type="subTitle" idx="7"/>
          </p:nvPr>
        </p:nvSpPr>
        <p:spPr>
          <a:xfrm>
            <a:off x="1909677" y="3923990"/>
            <a:ext cx="2491248" cy="504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Estructura homogénea y verificable</a:t>
            </a:r>
            <a:endParaRPr/>
          </a:p>
        </p:txBody>
      </p:sp>
      <p:sp>
        <p:nvSpPr>
          <p:cNvPr id="2431" name="Google Shape;2431;p51"/>
          <p:cNvSpPr txBox="1">
            <a:spLocks noGrp="1"/>
          </p:cNvSpPr>
          <p:nvPr>
            <p:ph type="subTitle" idx="9"/>
          </p:nvPr>
        </p:nvSpPr>
        <p:spPr>
          <a:xfrm>
            <a:off x="6177595" y="2139900"/>
            <a:ext cx="2246400" cy="504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Verificación automática</a:t>
            </a:r>
            <a:endParaRPr/>
          </a:p>
        </p:txBody>
      </p:sp>
      <p:sp>
        <p:nvSpPr>
          <p:cNvPr id="2432" name="Google Shape;2432;p51"/>
          <p:cNvSpPr txBox="1">
            <a:spLocks noGrp="1"/>
          </p:cNvSpPr>
          <p:nvPr>
            <p:ph type="subTitle" idx="3"/>
          </p:nvPr>
        </p:nvSpPr>
        <p:spPr>
          <a:xfrm>
            <a:off x="3442920" y="2139900"/>
            <a:ext cx="2246400" cy="504000"/>
          </a:xfrm>
          <a:prstGeom prst="rect">
            <a:avLst/>
          </a:prstGeom>
        </p:spPr>
        <p:txBody>
          <a:bodyPr spcFirstLastPara="1" wrap="square" lIns="90000" tIns="91425" rIns="8277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Aplicación estricta de las guías oficiales</a:t>
            </a:r>
            <a:endParaRPr/>
          </a:p>
        </p:txBody>
      </p:sp>
      <p:sp>
        <p:nvSpPr>
          <p:cNvPr id="2435" name="Google Shape;2435;p51"/>
          <p:cNvSpPr txBox="1">
            <a:spLocks noGrp="1"/>
          </p:cNvSpPr>
          <p:nvPr>
            <p:ph type="subTitle" idx="1"/>
          </p:nvPr>
        </p:nvSpPr>
        <p:spPr>
          <a:xfrm>
            <a:off x="584355" y="2196112"/>
            <a:ext cx="2672862" cy="504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 automática del tipo de documento</a:t>
            </a:r>
            <a:endParaRPr/>
          </a:p>
        </p:txBody>
      </p:sp>
      <p:sp>
        <p:nvSpPr>
          <p:cNvPr id="2440" name="Google Shape;2440;p51"/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NUESTRO ENFOQUE</a:t>
            </a:r>
            <a:endParaRPr/>
          </a:p>
        </p:txBody>
      </p:sp>
      <p:sp>
        <p:nvSpPr>
          <p:cNvPr id="2442" name="Google Shape;2442;p51"/>
          <p:cNvSpPr/>
          <p:nvPr/>
        </p:nvSpPr>
        <p:spPr>
          <a:xfrm>
            <a:off x="4320000" y="1389600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443" name="Google Shape;2443;p51"/>
          <p:cNvSpPr/>
          <p:nvPr/>
        </p:nvSpPr>
        <p:spPr>
          <a:xfrm>
            <a:off x="7048795" y="1389600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445" name="Google Shape;2445;p51"/>
          <p:cNvSpPr/>
          <p:nvPr/>
        </p:nvSpPr>
        <p:spPr>
          <a:xfrm>
            <a:off x="2903301" y="3186051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446" name="Google Shape;2446;p51"/>
          <p:cNvSpPr/>
          <p:nvPr/>
        </p:nvSpPr>
        <p:spPr>
          <a:xfrm>
            <a:off x="5971993" y="3187872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450" name="Google Shape;2450;p51"/>
          <p:cNvGrpSpPr/>
          <p:nvPr/>
        </p:nvGrpSpPr>
        <p:grpSpPr>
          <a:xfrm>
            <a:off x="2987311" y="3258044"/>
            <a:ext cx="335980" cy="360013"/>
            <a:chOff x="2055125" y="1757375"/>
            <a:chExt cx="404600" cy="432500"/>
          </a:xfrm>
        </p:grpSpPr>
        <p:sp>
          <p:nvSpPr>
            <p:cNvPr id="2451" name="Google Shape;2451;p51"/>
            <p:cNvSpPr/>
            <p:nvPr/>
          </p:nvSpPr>
          <p:spPr>
            <a:xfrm>
              <a:off x="2055125" y="1757375"/>
              <a:ext cx="404600" cy="432500"/>
            </a:xfrm>
            <a:custGeom>
              <a:avLst/>
              <a:gdLst/>
              <a:ahLst/>
              <a:cxnLst/>
              <a:rect l="l" t="t" r="r" b="b"/>
              <a:pathLst>
                <a:path w="16184" h="17300" extrusionOk="0">
                  <a:moveTo>
                    <a:pt x="11718" y="1014"/>
                  </a:moveTo>
                  <a:cubicBezTo>
                    <a:pt x="12446" y="2281"/>
                    <a:pt x="13713" y="3136"/>
                    <a:pt x="15170" y="3294"/>
                  </a:cubicBezTo>
                  <a:lnTo>
                    <a:pt x="15170" y="9090"/>
                  </a:lnTo>
                  <a:lnTo>
                    <a:pt x="15138" y="9090"/>
                  </a:lnTo>
                  <a:cubicBezTo>
                    <a:pt x="15170" y="12098"/>
                    <a:pt x="10135" y="15202"/>
                    <a:pt x="8171" y="16215"/>
                  </a:cubicBezTo>
                  <a:cubicBezTo>
                    <a:pt x="6176" y="15202"/>
                    <a:pt x="1109" y="12098"/>
                    <a:pt x="1204" y="9090"/>
                  </a:cubicBezTo>
                  <a:lnTo>
                    <a:pt x="1204" y="3294"/>
                  </a:lnTo>
                  <a:cubicBezTo>
                    <a:pt x="2629" y="3136"/>
                    <a:pt x="3927" y="2281"/>
                    <a:pt x="4624" y="1014"/>
                  </a:cubicBezTo>
                  <a:close/>
                  <a:moveTo>
                    <a:pt x="4276" y="1"/>
                  </a:moveTo>
                  <a:cubicBezTo>
                    <a:pt x="4086" y="1"/>
                    <a:pt x="3896" y="127"/>
                    <a:pt x="3801" y="286"/>
                  </a:cubicBezTo>
                  <a:cubicBezTo>
                    <a:pt x="3262" y="1521"/>
                    <a:pt x="1996" y="2312"/>
                    <a:pt x="634" y="2312"/>
                  </a:cubicBezTo>
                  <a:cubicBezTo>
                    <a:pt x="349" y="2312"/>
                    <a:pt x="127" y="2534"/>
                    <a:pt x="127" y="2819"/>
                  </a:cubicBezTo>
                  <a:lnTo>
                    <a:pt x="127" y="9090"/>
                  </a:lnTo>
                  <a:cubicBezTo>
                    <a:pt x="1" y="12731"/>
                    <a:pt x="5828" y="16247"/>
                    <a:pt x="7886" y="17228"/>
                  </a:cubicBezTo>
                  <a:cubicBezTo>
                    <a:pt x="7965" y="17276"/>
                    <a:pt x="8044" y="17300"/>
                    <a:pt x="8120" y="17300"/>
                  </a:cubicBezTo>
                  <a:cubicBezTo>
                    <a:pt x="8195" y="17300"/>
                    <a:pt x="8266" y="17276"/>
                    <a:pt x="8329" y="17228"/>
                  </a:cubicBezTo>
                  <a:cubicBezTo>
                    <a:pt x="10388" y="16247"/>
                    <a:pt x="16183" y="12731"/>
                    <a:pt x="16088" y="9090"/>
                  </a:cubicBezTo>
                  <a:lnTo>
                    <a:pt x="16088" y="2819"/>
                  </a:lnTo>
                  <a:cubicBezTo>
                    <a:pt x="16120" y="2534"/>
                    <a:pt x="15867" y="2312"/>
                    <a:pt x="15613" y="2312"/>
                  </a:cubicBezTo>
                  <a:cubicBezTo>
                    <a:pt x="14252" y="2312"/>
                    <a:pt x="12985" y="1521"/>
                    <a:pt x="12446" y="286"/>
                  </a:cubicBezTo>
                  <a:cubicBezTo>
                    <a:pt x="12351" y="96"/>
                    <a:pt x="12161" y="1"/>
                    <a:pt x="119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51"/>
            <p:cNvSpPr/>
            <p:nvPr/>
          </p:nvSpPr>
          <p:spPr>
            <a:xfrm>
              <a:off x="2111350" y="1816750"/>
              <a:ext cx="292950" cy="303650"/>
            </a:xfrm>
            <a:custGeom>
              <a:avLst/>
              <a:gdLst/>
              <a:ahLst/>
              <a:cxnLst/>
              <a:rect l="l" t="t" r="r" b="b"/>
              <a:pathLst>
                <a:path w="11718" h="12146" extrusionOk="0">
                  <a:moveTo>
                    <a:pt x="8234" y="1014"/>
                  </a:moveTo>
                  <a:cubicBezTo>
                    <a:pt x="8772" y="1838"/>
                    <a:pt x="9596" y="2408"/>
                    <a:pt x="10577" y="2598"/>
                  </a:cubicBezTo>
                  <a:lnTo>
                    <a:pt x="10577" y="6113"/>
                  </a:lnTo>
                  <a:cubicBezTo>
                    <a:pt x="10672" y="7823"/>
                    <a:pt x="7727" y="10071"/>
                    <a:pt x="5859" y="11053"/>
                  </a:cubicBezTo>
                  <a:cubicBezTo>
                    <a:pt x="4022" y="10071"/>
                    <a:pt x="1077" y="7823"/>
                    <a:pt x="1172" y="6113"/>
                  </a:cubicBezTo>
                  <a:lnTo>
                    <a:pt x="1172" y="2598"/>
                  </a:lnTo>
                  <a:cubicBezTo>
                    <a:pt x="2154" y="2408"/>
                    <a:pt x="2977" y="1838"/>
                    <a:pt x="3484" y="1014"/>
                  </a:cubicBezTo>
                  <a:close/>
                  <a:moveTo>
                    <a:pt x="3167" y="1"/>
                  </a:moveTo>
                  <a:cubicBezTo>
                    <a:pt x="2977" y="1"/>
                    <a:pt x="2787" y="127"/>
                    <a:pt x="2692" y="286"/>
                  </a:cubicBezTo>
                  <a:cubicBezTo>
                    <a:pt x="2344" y="1077"/>
                    <a:pt x="1520" y="1648"/>
                    <a:pt x="633" y="1648"/>
                  </a:cubicBezTo>
                  <a:cubicBezTo>
                    <a:pt x="380" y="1648"/>
                    <a:pt x="127" y="1869"/>
                    <a:pt x="127" y="2154"/>
                  </a:cubicBezTo>
                  <a:lnTo>
                    <a:pt x="127" y="6113"/>
                  </a:lnTo>
                  <a:cubicBezTo>
                    <a:pt x="0" y="8551"/>
                    <a:pt x="3895" y="11212"/>
                    <a:pt x="5637" y="12098"/>
                  </a:cubicBezTo>
                  <a:cubicBezTo>
                    <a:pt x="5716" y="12130"/>
                    <a:pt x="5795" y="12146"/>
                    <a:pt x="5875" y="12146"/>
                  </a:cubicBezTo>
                  <a:cubicBezTo>
                    <a:pt x="5954" y="12146"/>
                    <a:pt x="6033" y="12130"/>
                    <a:pt x="6112" y="12098"/>
                  </a:cubicBezTo>
                  <a:cubicBezTo>
                    <a:pt x="7854" y="11212"/>
                    <a:pt x="11718" y="8551"/>
                    <a:pt x="11623" y="6113"/>
                  </a:cubicBezTo>
                  <a:lnTo>
                    <a:pt x="11623" y="2154"/>
                  </a:lnTo>
                  <a:cubicBezTo>
                    <a:pt x="11623" y="1869"/>
                    <a:pt x="11369" y="1648"/>
                    <a:pt x="11084" y="1648"/>
                  </a:cubicBezTo>
                  <a:cubicBezTo>
                    <a:pt x="10229" y="1648"/>
                    <a:pt x="9406" y="1109"/>
                    <a:pt x="9026" y="286"/>
                  </a:cubicBezTo>
                  <a:cubicBezTo>
                    <a:pt x="8962" y="96"/>
                    <a:pt x="8772" y="1"/>
                    <a:pt x="85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1"/>
            <p:cNvSpPr/>
            <p:nvPr/>
          </p:nvSpPr>
          <p:spPr>
            <a:xfrm>
              <a:off x="2186550" y="1876925"/>
              <a:ext cx="144125" cy="159175"/>
            </a:xfrm>
            <a:custGeom>
              <a:avLst/>
              <a:gdLst/>
              <a:ahLst/>
              <a:cxnLst/>
              <a:rect l="l" t="t" r="r" b="b"/>
              <a:pathLst>
                <a:path w="5765" h="6367" extrusionOk="0">
                  <a:moveTo>
                    <a:pt x="2851" y="1711"/>
                  </a:moveTo>
                  <a:lnTo>
                    <a:pt x="3072" y="2186"/>
                  </a:lnTo>
                  <a:cubicBezTo>
                    <a:pt x="3136" y="2407"/>
                    <a:pt x="3326" y="2502"/>
                    <a:pt x="3548" y="2502"/>
                  </a:cubicBezTo>
                  <a:lnTo>
                    <a:pt x="4086" y="2502"/>
                  </a:lnTo>
                  <a:lnTo>
                    <a:pt x="3801" y="2819"/>
                  </a:lnTo>
                  <a:cubicBezTo>
                    <a:pt x="3643" y="3041"/>
                    <a:pt x="3643" y="3294"/>
                    <a:pt x="3801" y="3516"/>
                  </a:cubicBezTo>
                  <a:lnTo>
                    <a:pt x="4086" y="3833"/>
                  </a:lnTo>
                  <a:lnTo>
                    <a:pt x="3548" y="3833"/>
                  </a:lnTo>
                  <a:cubicBezTo>
                    <a:pt x="3326" y="3833"/>
                    <a:pt x="3136" y="3928"/>
                    <a:pt x="3072" y="4149"/>
                  </a:cubicBezTo>
                  <a:lnTo>
                    <a:pt x="2851" y="4624"/>
                  </a:lnTo>
                  <a:lnTo>
                    <a:pt x="2661" y="4149"/>
                  </a:lnTo>
                  <a:cubicBezTo>
                    <a:pt x="2597" y="3928"/>
                    <a:pt x="2376" y="3833"/>
                    <a:pt x="2186" y="3833"/>
                  </a:cubicBezTo>
                  <a:lnTo>
                    <a:pt x="1647" y="3833"/>
                  </a:lnTo>
                  <a:lnTo>
                    <a:pt x="1901" y="3516"/>
                  </a:lnTo>
                  <a:cubicBezTo>
                    <a:pt x="2059" y="3294"/>
                    <a:pt x="2059" y="3041"/>
                    <a:pt x="1901" y="2819"/>
                  </a:cubicBezTo>
                  <a:lnTo>
                    <a:pt x="1647" y="2502"/>
                  </a:lnTo>
                  <a:lnTo>
                    <a:pt x="2186" y="2502"/>
                  </a:lnTo>
                  <a:cubicBezTo>
                    <a:pt x="2376" y="2502"/>
                    <a:pt x="2597" y="2407"/>
                    <a:pt x="2661" y="2186"/>
                  </a:cubicBezTo>
                  <a:lnTo>
                    <a:pt x="2851" y="1711"/>
                  </a:lnTo>
                  <a:close/>
                  <a:moveTo>
                    <a:pt x="2867" y="1"/>
                  </a:moveTo>
                  <a:cubicBezTo>
                    <a:pt x="2677" y="1"/>
                    <a:pt x="2487" y="96"/>
                    <a:pt x="2407" y="286"/>
                  </a:cubicBezTo>
                  <a:lnTo>
                    <a:pt x="1869" y="1521"/>
                  </a:lnTo>
                  <a:lnTo>
                    <a:pt x="571" y="1521"/>
                  </a:lnTo>
                  <a:cubicBezTo>
                    <a:pt x="349" y="1521"/>
                    <a:pt x="159" y="1647"/>
                    <a:pt x="96" y="1806"/>
                  </a:cubicBezTo>
                  <a:cubicBezTo>
                    <a:pt x="1" y="1996"/>
                    <a:pt x="32" y="2186"/>
                    <a:pt x="159" y="2344"/>
                  </a:cubicBezTo>
                  <a:lnTo>
                    <a:pt x="887" y="3199"/>
                  </a:lnTo>
                  <a:lnTo>
                    <a:pt x="159" y="4023"/>
                  </a:lnTo>
                  <a:cubicBezTo>
                    <a:pt x="32" y="4181"/>
                    <a:pt x="1" y="4371"/>
                    <a:pt x="96" y="4561"/>
                  </a:cubicBezTo>
                  <a:cubicBezTo>
                    <a:pt x="159" y="4783"/>
                    <a:pt x="349" y="4846"/>
                    <a:pt x="571" y="4846"/>
                  </a:cubicBezTo>
                  <a:lnTo>
                    <a:pt x="1869" y="4846"/>
                  </a:lnTo>
                  <a:lnTo>
                    <a:pt x="2407" y="6081"/>
                  </a:lnTo>
                  <a:cubicBezTo>
                    <a:pt x="2487" y="6271"/>
                    <a:pt x="2677" y="6366"/>
                    <a:pt x="2867" y="6366"/>
                  </a:cubicBezTo>
                  <a:cubicBezTo>
                    <a:pt x="3057" y="6366"/>
                    <a:pt x="3247" y="6271"/>
                    <a:pt x="3326" y="6081"/>
                  </a:cubicBezTo>
                  <a:lnTo>
                    <a:pt x="3896" y="4846"/>
                  </a:lnTo>
                  <a:lnTo>
                    <a:pt x="5194" y="4846"/>
                  </a:lnTo>
                  <a:cubicBezTo>
                    <a:pt x="5384" y="4846"/>
                    <a:pt x="5543" y="4719"/>
                    <a:pt x="5669" y="4561"/>
                  </a:cubicBezTo>
                  <a:cubicBezTo>
                    <a:pt x="5733" y="4371"/>
                    <a:pt x="5701" y="4181"/>
                    <a:pt x="5606" y="4023"/>
                  </a:cubicBezTo>
                  <a:lnTo>
                    <a:pt x="4878" y="3199"/>
                  </a:lnTo>
                  <a:lnTo>
                    <a:pt x="5606" y="2344"/>
                  </a:lnTo>
                  <a:cubicBezTo>
                    <a:pt x="5701" y="2186"/>
                    <a:pt x="5764" y="1964"/>
                    <a:pt x="5669" y="1806"/>
                  </a:cubicBezTo>
                  <a:cubicBezTo>
                    <a:pt x="5606" y="1616"/>
                    <a:pt x="5384" y="1521"/>
                    <a:pt x="5194" y="1521"/>
                  </a:cubicBezTo>
                  <a:lnTo>
                    <a:pt x="3896" y="1521"/>
                  </a:lnTo>
                  <a:lnTo>
                    <a:pt x="3326" y="286"/>
                  </a:lnTo>
                  <a:cubicBezTo>
                    <a:pt x="3247" y="96"/>
                    <a:pt x="3057" y="1"/>
                    <a:pt x="28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54" name="Google Shape;2454;p51"/>
          <p:cNvSpPr/>
          <p:nvPr/>
        </p:nvSpPr>
        <p:spPr>
          <a:xfrm>
            <a:off x="4400925" y="1461597"/>
            <a:ext cx="342150" cy="360007"/>
          </a:xfrm>
          <a:custGeom>
            <a:avLst/>
            <a:gdLst/>
            <a:ahLst/>
            <a:cxnLst/>
            <a:rect l="l" t="t" r="r" b="b"/>
            <a:pathLst>
              <a:path w="16533" h="17356" extrusionOk="0">
                <a:moveTo>
                  <a:pt x="15487" y="8171"/>
                </a:moveTo>
                <a:lnTo>
                  <a:pt x="15487" y="9185"/>
                </a:lnTo>
                <a:lnTo>
                  <a:pt x="11687" y="9185"/>
                </a:lnTo>
                <a:lnTo>
                  <a:pt x="11687" y="8171"/>
                </a:lnTo>
                <a:close/>
                <a:moveTo>
                  <a:pt x="4941" y="8203"/>
                </a:moveTo>
                <a:lnTo>
                  <a:pt x="4941" y="9217"/>
                </a:lnTo>
                <a:lnTo>
                  <a:pt x="1141" y="9217"/>
                </a:lnTo>
                <a:lnTo>
                  <a:pt x="1141" y="8203"/>
                </a:lnTo>
                <a:close/>
                <a:moveTo>
                  <a:pt x="12953" y="951"/>
                </a:moveTo>
                <a:lnTo>
                  <a:pt x="12953" y="3801"/>
                </a:lnTo>
                <a:cubicBezTo>
                  <a:pt x="12953" y="4751"/>
                  <a:pt x="13587" y="5543"/>
                  <a:pt x="14505" y="5796"/>
                </a:cubicBezTo>
                <a:lnTo>
                  <a:pt x="14505" y="7126"/>
                </a:lnTo>
                <a:lnTo>
                  <a:pt x="11212" y="7126"/>
                </a:lnTo>
                <a:cubicBezTo>
                  <a:pt x="10927" y="7126"/>
                  <a:pt x="10705" y="7380"/>
                  <a:pt x="10705" y="7633"/>
                </a:cubicBezTo>
                <a:lnTo>
                  <a:pt x="10705" y="9660"/>
                </a:lnTo>
                <a:cubicBezTo>
                  <a:pt x="10705" y="9945"/>
                  <a:pt x="10927" y="10167"/>
                  <a:pt x="11212" y="10167"/>
                </a:cubicBezTo>
                <a:lnTo>
                  <a:pt x="14505" y="10167"/>
                </a:lnTo>
                <a:lnTo>
                  <a:pt x="14505" y="11212"/>
                </a:lnTo>
                <a:lnTo>
                  <a:pt x="11212" y="11212"/>
                </a:lnTo>
                <a:cubicBezTo>
                  <a:pt x="10958" y="11212"/>
                  <a:pt x="10705" y="11433"/>
                  <a:pt x="10705" y="11718"/>
                </a:cubicBezTo>
                <a:lnTo>
                  <a:pt x="5955" y="11718"/>
                </a:lnTo>
                <a:cubicBezTo>
                  <a:pt x="5955" y="11433"/>
                  <a:pt x="5733" y="11212"/>
                  <a:pt x="5448" y="11212"/>
                </a:cubicBezTo>
                <a:lnTo>
                  <a:pt x="2154" y="11212"/>
                </a:lnTo>
                <a:lnTo>
                  <a:pt x="2154" y="10167"/>
                </a:lnTo>
                <a:lnTo>
                  <a:pt x="5448" y="10167"/>
                </a:lnTo>
                <a:cubicBezTo>
                  <a:pt x="5733" y="10167"/>
                  <a:pt x="5955" y="9945"/>
                  <a:pt x="5955" y="9660"/>
                </a:cubicBezTo>
                <a:lnTo>
                  <a:pt x="5955" y="7633"/>
                </a:lnTo>
                <a:cubicBezTo>
                  <a:pt x="5955" y="7380"/>
                  <a:pt x="5733" y="7126"/>
                  <a:pt x="5448" y="7126"/>
                </a:cubicBezTo>
                <a:lnTo>
                  <a:pt x="2154" y="7126"/>
                </a:lnTo>
                <a:lnTo>
                  <a:pt x="2154" y="5796"/>
                </a:lnTo>
                <a:cubicBezTo>
                  <a:pt x="3009" y="5543"/>
                  <a:pt x="3706" y="4751"/>
                  <a:pt x="3706" y="3801"/>
                </a:cubicBezTo>
                <a:lnTo>
                  <a:pt x="3706" y="951"/>
                </a:lnTo>
                <a:lnTo>
                  <a:pt x="5733" y="951"/>
                </a:lnTo>
                <a:lnTo>
                  <a:pt x="5733" y="2503"/>
                </a:lnTo>
                <a:cubicBezTo>
                  <a:pt x="5796" y="4245"/>
                  <a:pt x="7071" y="5115"/>
                  <a:pt x="8342" y="5115"/>
                </a:cubicBezTo>
                <a:cubicBezTo>
                  <a:pt x="9612" y="5115"/>
                  <a:pt x="10879" y="4245"/>
                  <a:pt x="10927" y="2503"/>
                </a:cubicBezTo>
                <a:lnTo>
                  <a:pt x="10927" y="951"/>
                </a:lnTo>
                <a:close/>
                <a:moveTo>
                  <a:pt x="10705" y="12763"/>
                </a:moveTo>
                <a:lnTo>
                  <a:pt x="10705" y="13745"/>
                </a:lnTo>
                <a:lnTo>
                  <a:pt x="5955" y="13745"/>
                </a:lnTo>
                <a:lnTo>
                  <a:pt x="5955" y="12763"/>
                </a:lnTo>
                <a:close/>
                <a:moveTo>
                  <a:pt x="4941" y="12225"/>
                </a:moveTo>
                <a:lnTo>
                  <a:pt x="4941" y="14252"/>
                </a:lnTo>
                <a:lnTo>
                  <a:pt x="1141" y="14252"/>
                </a:lnTo>
                <a:lnTo>
                  <a:pt x="1141" y="12225"/>
                </a:lnTo>
                <a:close/>
                <a:moveTo>
                  <a:pt x="15487" y="12225"/>
                </a:moveTo>
                <a:lnTo>
                  <a:pt x="15487" y="14252"/>
                </a:lnTo>
                <a:lnTo>
                  <a:pt x="11687" y="14252"/>
                </a:lnTo>
                <a:lnTo>
                  <a:pt x="11687" y="12225"/>
                </a:lnTo>
                <a:close/>
                <a:moveTo>
                  <a:pt x="10705" y="14727"/>
                </a:moveTo>
                <a:cubicBezTo>
                  <a:pt x="10705" y="15012"/>
                  <a:pt x="10958" y="15234"/>
                  <a:pt x="11212" y="15234"/>
                </a:cubicBezTo>
                <a:lnTo>
                  <a:pt x="14505" y="15234"/>
                </a:lnTo>
                <a:lnTo>
                  <a:pt x="14505" y="16279"/>
                </a:lnTo>
                <a:lnTo>
                  <a:pt x="2154" y="16279"/>
                </a:lnTo>
                <a:lnTo>
                  <a:pt x="2154" y="15234"/>
                </a:lnTo>
                <a:lnTo>
                  <a:pt x="5448" y="15234"/>
                </a:lnTo>
                <a:cubicBezTo>
                  <a:pt x="5733" y="15234"/>
                  <a:pt x="5955" y="15012"/>
                  <a:pt x="5955" y="14727"/>
                </a:cubicBezTo>
                <a:close/>
                <a:moveTo>
                  <a:pt x="3104" y="1"/>
                </a:moveTo>
                <a:cubicBezTo>
                  <a:pt x="2819" y="1"/>
                  <a:pt x="2598" y="254"/>
                  <a:pt x="2598" y="508"/>
                </a:cubicBezTo>
                <a:lnTo>
                  <a:pt x="2598" y="3833"/>
                </a:lnTo>
                <a:cubicBezTo>
                  <a:pt x="2598" y="4403"/>
                  <a:pt x="2123" y="4878"/>
                  <a:pt x="1553" y="4878"/>
                </a:cubicBezTo>
                <a:cubicBezTo>
                  <a:pt x="1268" y="4878"/>
                  <a:pt x="1046" y="5100"/>
                  <a:pt x="1046" y="5385"/>
                </a:cubicBezTo>
                <a:lnTo>
                  <a:pt x="1046" y="7158"/>
                </a:lnTo>
                <a:lnTo>
                  <a:pt x="539" y="7158"/>
                </a:lnTo>
                <a:cubicBezTo>
                  <a:pt x="254" y="7158"/>
                  <a:pt x="1" y="7411"/>
                  <a:pt x="1" y="7696"/>
                </a:cubicBezTo>
                <a:lnTo>
                  <a:pt x="1" y="9692"/>
                </a:lnTo>
                <a:cubicBezTo>
                  <a:pt x="1" y="9977"/>
                  <a:pt x="254" y="10230"/>
                  <a:pt x="539" y="10230"/>
                </a:cubicBezTo>
                <a:lnTo>
                  <a:pt x="1046" y="10230"/>
                </a:lnTo>
                <a:lnTo>
                  <a:pt x="1046" y="11243"/>
                </a:lnTo>
                <a:lnTo>
                  <a:pt x="539" y="11243"/>
                </a:lnTo>
                <a:cubicBezTo>
                  <a:pt x="254" y="11243"/>
                  <a:pt x="1" y="11465"/>
                  <a:pt x="1" y="11750"/>
                </a:cubicBezTo>
                <a:lnTo>
                  <a:pt x="1" y="14790"/>
                </a:lnTo>
                <a:cubicBezTo>
                  <a:pt x="1" y="15075"/>
                  <a:pt x="254" y="15329"/>
                  <a:pt x="539" y="15329"/>
                </a:cubicBezTo>
                <a:lnTo>
                  <a:pt x="1046" y="15329"/>
                </a:lnTo>
                <a:lnTo>
                  <a:pt x="1046" y="16817"/>
                </a:lnTo>
                <a:cubicBezTo>
                  <a:pt x="1046" y="17102"/>
                  <a:pt x="1268" y="17355"/>
                  <a:pt x="1553" y="17355"/>
                </a:cubicBezTo>
                <a:lnTo>
                  <a:pt x="14949" y="17355"/>
                </a:lnTo>
                <a:cubicBezTo>
                  <a:pt x="15202" y="17355"/>
                  <a:pt x="15455" y="17102"/>
                  <a:pt x="15455" y="16817"/>
                </a:cubicBezTo>
                <a:lnTo>
                  <a:pt x="15455" y="15329"/>
                </a:lnTo>
                <a:lnTo>
                  <a:pt x="15962" y="15329"/>
                </a:lnTo>
                <a:cubicBezTo>
                  <a:pt x="16247" y="15329"/>
                  <a:pt x="16469" y="15075"/>
                  <a:pt x="16469" y="14790"/>
                </a:cubicBezTo>
                <a:lnTo>
                  <a:pt x="16469" y="11750"/>
                </a:lnTo>
                <a:cubicBezTo>
                  <a:pt x="16469" y="11465"/>
                  <a:pt x="16247" y="11243"/>
                  <a:pt x="15962" y="11243"/>
                </a:cubicBezTo>
                <a:lnTo>
                  <a:pt x="15455" y="11243"/>
                </a:lnTo>
                <a:lnTo>
                  <a:pt x="15455" y="10230"/>
                </a:lnTo>
                <a:lnTo>
                  <a:pt x="16025" y="10230"/>
                </a:lnTo>
                <a:cubicBezTo>
                  <a:pt x="16279" y="10230"/>
                  <a:pt x="16532" y="9977"/>
                  <a:pt x="16532" y="9692"/>
                </a:cubicBezTo>
                <a:lnTo>
                  <a:pt x="16532" y="7696"/>
                </a:lnTo>
                <a:cubicBezTo>
                  <a:pt x="16532" y="7411"/>
                  <a:pt x="16279" y="7158"/>
                  <a:pt x="16025" y="7158"/>
                </a:cubicBezTo>
                <a:lnTo>
                  <a:pt x="15487" y="7158"/>
                </a:lnTo>
                <a:lnTo>
                  <a:pt x="15487" y="5385"/>
                </a:lnTo>
                <a:cubicBezTo>
                  <a:pt x="15487" y="5100"/>
                  <a:pt x="15265" y="4878"/>
                  <a:pt x="14980" y="4878"/>
                </a:cubicBezTo>
                <a:cubicBezTo>
                  <a:pt x="14442" y="4878"/>
                  <a:pt x="13967" y="4403"/>
                  <a:pt x="13967" y="3833"/>
                </a:cubicBezTo>
                <a:lnTo>
                  <a:pt x="13967" y="508"/>
                </a:lnTo>
                <a:cubicBezTo>
                  <a:pt x="13967" y="254"/>
                  <a:pt x="13713" y="1"/>
                  <a:pt x="13428" y="1"/>
                </a:cubicBezTo>
                <a:lnTo>
                  <a:pt x="10388" y="1"/>
                </a:lnTo>
                <a:cubicBezTo>
                  <a:pt x="10103" y="1"/>
                  <a:pt x="9882" y="254"/>
                  <a:pt x="9882" y="508"/>
                </a:cubicBezTo>
                <a:lnTo>
                  <a:pt x="9882" y="2566"/>
                </a:lnTo>
                <a:cubicBezTo>
                  <a:pt x="9834" y="3643"/>
                  <a:pt x="9050" y="4181"/>
                  <a:pt x="8266" y="4181"/>
                </a:cubicBezTo>
                <a:cubicBezTo>
                  <a:pt x="7483" y="4181"/>
                  <a:pt x="6699" y="3643"/>
                  <a:pt x="6651" y="2566"/>
                </a:cubicBezTo>
                <a:lnTo>
                  <a:pt x="6651" y="508"/>
                </a:lnTo>
                <a:cubicBezTo>
                  <a:pt x="6651" y="254"/>
                  <a:pt x="6430" y="1"/>
                  <a:pt x="614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1" name="Google Shape;2461;p51"/>
          <p:cNvSpPr/>
          <p:nvPr/>
        </p:nvSpPr>
        <p:spPr>
          <a:xfrm>
            <a:off x="6043997" y="3261687"/>
            <a:ext cx="359993" cy="356370"/>
          </a:xfrm>
          <a:custGeom>
            <a:avLst/>
            <a:gdLst/>
            <a:ahLst/>
            <a:cxnLst/>
            <a:rect l="l" t="t" r="r" b="b"/>
            <a:pathLst>
              <a:path w="11752" h="11690" extrusionOk="0">
                <a:moveTo>
                  <a:pt x="5923" y="694"/>
                </a:moveTo>
                <a:cubicBezTo>
                  <a:pt x="6490" y="694"/>
                  <a:pt x="6963" y="1166"/>
                  <a:pt x="6963" y="1765"/>
                </a:cubicBezTo>
                <a:cubicBezTo>
                  <a:pt x="6963" y="2332"/>
                  <a:pt x="6490" y="2805"/>
                  <a:pt x="5923" y="2805"/>
                </a:cubicBezTo>
                <a:cubicBezTo>
                  <a:pt x="5325" y="2805"/>
                  <a:pt x="4852" y="2332"/>
                  <a:pt x="4852" y="1765"/>
                </a:cubicBezTo>
                <a:cubicBezTo>
                  <a:pt x="4852" y="1229"/>
                  <a:pt x="5325" y="694"/>
                  <a:pt x="5923" y="694"/>
                </a:cubicBezTo>
                <a:close/>
                <a:moveTo>
                  <a:pt x="2489" y="3466"/>
                </a:moveTo>
                <a:cubicBezTo>
                  <a:pt x="2678" y="3466"/>
                  <a:pt x="2836" y="3624"/>
                  <a:pt x="2836" y="3813"/>
                </a:cubicBezTo>
                <a:lnTo>
                  <a:pt x="2836" y="4916"/>
                </a:lnTo>
                <a:cubicBezTo>
                  <a:pt x="2678" y="4947"/>
                  <a:pt x="2584" y="5042"/>
                  <a:pt x="2458" y="5168"/>
                </a:cubicBezTo>
                <a:cubicBezTo>
                  <a:pt x="2363" y="5231"/>
                  <a:pt x="2300" y="5357"/>
                  <a:pt x="2237" y="5420"/>
                </a:cubicBezTo>
                <a:cubicBezTo>
                  <a:pt x="2174" y="5357"/>
                  <a:pt x="2143" y="5262"/>
                  <a:pt x="2143" y="5199"/>
                </a:cubicBezTo>
                <a:lnTo>
                  <a:pt x="2143" y="3813"/>
                </a:lnTo>
                <a:cubicBezTo>
                  <a:pt x="2143" y="3624"/>
                  <a:pt x="2300" y="3466"/>
                  <a:pt x="2489" y="3466"/>
                </a:cubicBezTo>
                <a:close/>
                <a:moveTo>
                  <a:pt x="9326" y="3466"/>
                </a:moveTo>
                <a:cubicBezTo>
                  <a:pt x="9546" y="3466"/>
                  <a:pt x="9704" y="3624"/>
                  <a:pt x="9704" y="3813"/>
                </a:cubicBezTo>
                <a:lnTo>
                  <a:pt x="9704" y="5199"/>
                </a:lnTo>
                <a:cubicBezTo>
                  <a:pt x="9704" y="5262"/>
                  <a:pt x="9641" y="5357"/>
                  <a:pt x="9578" y="5420"/>
                </a:cubicBezTo>
                <a:cubicBezTo>
                  <a:pt x="9546" y="5294"/>
                  <a:pt x="9452" y="5231"/>
                  <a:pt x="9389" y="5168"/>
                </a:cubicBezTo>
                <a:cubicBezTo>
                  <a:pt x="9263" y="5042"/>
                  <a:pt x="9137" y="4947"/>
                  <a:pt x="8979" y="4916"/>
                </a:cubicBezTo>
                <a:lnTo>
                  <a:pt x="8979" y="3813"/>
                </a:lnTo>
                <a:cubicBezTo>
                  <a:pt x="9011" y="3624"/>
                  <a:pt x="9168" y="3466"/>
                  <a:pt x="9326" y="3466"/>
                </a:cubicBezTo>
                <a:close/>
                <a:moveTo>
                  <a:pt x="5923" y="3466"/>
                </a:moveTo>
                <a:cubicBezTo>
                  <a:pt x="6900" y="3466"/>
                  <a:pt x="7814" y="4096"/>
                  <a:pt x="8160" y="4947"/>
                </a:cubicBezTo>
                <a:cubicBezTo>
                  <a:pt x="8066" y="5010"/>
                  <a:pt x="8003" y="5042"/>
                  <a:pt x="7971" y="5105"/>
                </a:cubicBezTo>
                <a:lnTo>
                  <a:pt x="6081" y="6963"/>
                </a:lnTo>
                <a:cubicBezTo>
                  <a:pt x="6018" y="6995"/>
                  <a:pt x="5955" y="7089"/>
                  <a:pt x="5923" y="7152"/>
                </a:cubicBezTo>
                <a:cubicBezTo>
                  <a:pt x="5860" y="7089"/>
                  <a:pt x="5797" y="7026"/>
                  <a:pt x="5766" y="6963"/>
                </a:cubicBezTo>
                <a:lnTo>
                  <a:pt x="3876" y="5105"/>
                </a:lnTo>
                <a:cubicBezTo>
                  <a:pt x="3781" y="5042"/>
                  <a:pt x="3750" y="5010"/>
                  <a:pt x="3655" y="4947"/>
                </a:cubicBezTo>
                <a:cubicBezTo>
                  <a:pt x="4033" y="4096"/>
                  <a:pt x="4915" y="3466"/>
                  <a:pt x="5923" y="3466"/>
                </a:cubicBezTo>
                <a:close/>
                <a:moveTo>
                  <a:pt x="10744" y="2049"/>
                </a:moveTo>
                <a:cubicBezTo>
                  <a:pt x="10964" y="2049"/>
                  <a:pt x="11122" y="2206"/>
                  <a:pt x="11122" y="2395"/>
                </a:cubicBezTo>
                <a:lnTo>
                  <a:pt x="11122" y="6144"/>
                </a:lnTo>
                <a:lnTo>
                  <a:pt x="11059" y="6144"/>
                </a:lnTo>
                <a:cubicBezTo>
                  <a:pt x="11059" y="6333"/>
                  <a:pt x="11027" y="6491"/>
                  <a:pt x="10901" y="6648"/>
                </a:cubicBezTo>
                <a:lnTo>
                  <a:pt x="9263" y="9421"/>
                </a:lnTo>
                <a:cubicBezTo>
                  <a:pt x="9105" y="9673"/>
                  <a:pt x="9011" y="9956"/>
                  <a:pt x="9011" y="10271"/>
                </a:cubicBezTo>
                <a:lnTo>
                  <a:pt x="9011" y="10933"/>
                </a:lnTo>
                <a:lnTo>
                  <a:pt x="6270" y="10933"/>
                </a:lnTo>
                <a:lnTo>
                  <a:pt x="6270" y="8097"/>
                </a:lnTo>
                <a:cubicBezTo>
                  <a:pt x="6270" y="7845"/>
                  <a:pt x="6396" y="7593"/>
                  <a:pt x="6585" y="7404"/>
                </a:cubicBezTo>
                <a:lnTo>
                  <a:pt x="8475" y="5546"/>
                </a:lnTo>
                <a:cubicBezTo>
                  <a:pt x="8538" y="5483"/>
                  <a:pt x="8625" y="5451"/>
                  <a:pt x="8712" y="5451"/>
                </a:cubicBezTo>
                <a:cubicBezTo>
                  <a:pt x="8798" y="5451"/>
                  <a:pt x="8885" y="5483"/>
                  <a:pt x="8948" y="5546"/>
                </a:cubicBezTo>
                <a:cubicBezTo>
                  <a:pt x="9074" y="5672"/>
                  <a:pt x="9074" y="5892"/>
                  <a:pt x="8948" y="6018"/>
                </a:cubicBezTo>
                <a:lnTo>
                  <a:pt x="7751" y="7215"/>
                </a:lnTo>
                <a:cubicBezTo>
                  <a:pt x="7656" y="7310"/>
                  <a:pt x="7656" y="7562"/>
                  <a:pt x="7751" y="7656"/>
                </a:cubicBezTo>
                <a:cubicBezTo>
                  <a:pt x="7814" y="7719"/>
                  <a:pt x="7908" y="7751"/>
                  <a:pt x="7999" y="7751"/>
                </a:cubicBezTo>
                <a:cubicBezTo>
                  <a:pt x="8089" y="7751"/>
                  <a:pt x="8176" y="7719"/>
                  <a:pt x="8223" y="7656"/>
                </a:cubicBezTo>
                <a:lnTo>
                  <a:pt x="10082" y="5829"/>
                </a:lnTo>
                <a:cubicBezTo>
                  <a:pt x="10271" y="5609"/>
                  <a:pt x="10397" y="5388"/>
                  <a:pt x="10397" y="5105"/>
                </a:cubicBezTo>
                <a:lnTo>
                  <a:pt x="10397" y="2395"/>
                </a:lnTo>
                <a:cubicBezTo>
                  <a:pt x="10397" y="2206"/>
                  <a:pt x="10555" y="2049"/>
                  <a:pt x="10744" y="2049"/>
                </a:cubicBezTo>
                <a:close/>
                <a:moveTo>
                  <a:pt x="1103" y="2080"/>
                </a:moveTo>
                <a:cubicBezTo>
                  <a:pt x="1292" y="2080"/>
                  <a:pt x="1450" y="2238"/>
                  <a:pt x="1450" y="2427"/>
                </a:cubicBezTo>
                <a:lnTo>
                  <a:pt x="1450" y="5168"/>
                </a:lnTo>
                <a:cubicBezTo>
                  <a:pt x="1450" y="5420"/>
                  <a:pt x="1576" y="5672"/>
                  <a:pt x="1796" y="5861"/>
                </a:cubicBezTo>
                <a:lnTo>
                  <a:pt x="3624" y="7719"/>
                </a:lnTo>
                <a:cubicBezTo>
                  <a:pt x="3687" y="7782"/>
                  <a:pt x="3781" y="7814"/>
                  <a:pt x="3872" y="7814"/>
                </a:cubicBezTo>
                <a:cubicBezTo>
                  <a:pt x="3962" y="7814"/>
                  <a:pt x="4049" y="7782"/>
                  <a:pt x="4096" y="7719"/>
                </a:cubicBezTo>
                <a:cubicBezTo>
                  <a:pt x="4222" y="7593"/>
                  <a:pt x="4222" y="7373"/>
                  <a:pt x="4096" y="7247"/>
                </a:cubicBezTo>
                <a:lnTo>
                  <a:pt x="2930" y="6050"/>
                </a:lnTo>
                <a:cubicBezTo>
                  <a:pt x="2804" y="5955"/>
                  <a:pt x="2804" y="5703"/>
                  <a:pt x="2930" y="5577"/>
                </a:cubicBezTo>
                <a:cubicBezTo>
                  <a:pt x="2978" y="5530"/>
                  <a:pt x="3064" y="5506"/>
                  <a:pt x="3155" y="5506"/>
                </a:cubicBezTo>
                <a:cubicBezTo>
                  <a:pt x="3245" y="5506"/>
                  <a:pt x="3340" y="5530"/>
                  <a:pt x="3403" y="5577"/>
                </a:cubicBezTo>
                <a:lnTo>
                  <a:pt x="5293" y="7436"/>
                </a:lnTo>
                <a:cubicBezTo>
                  <a:pt x="5482" y="7625"/>
                  <a:pt x="5608" y="7877"/>
                  <a:pt x="5608" y="8161"/>
                </a:cubicBezTo>
                <a:lnTo>
                  <a:pt x="5608" y="10996"/>
                </a:lnTo>
                <a:lnTo>
                  <a:pt x="2836" y="10996"/>
                </a:lnTo>
                <a:lnTo>
                  <a:pt x="2836" y="10303"/>
                </a:lnTo>
                <a:cubicBezTo>
                  <a:pt x="2804" y="10051"/>
                  <a:pt x="2710" y="9736"/>
                  <a:pt x="2552" y="9452"/>
                </a:cubicBezTo>
                <a:lnTo>
                  <a:pt x="914" y="6680"/>
                </a:lnTo>
                <a:cubicBezTo>
                  <a:pt x="851" y="6522"/>
                  <a:pt x="757" y="6333"/>
                  <a:pt x="757" y="6176"/>
                </a:cubicBezTo>
                <a:lnTo>
                  <a:pt x="757" y="2427"/>
                </a:lnTo>
                <a:cubicBezTo>
                  <a:pt x="757" y="2238"/>
                  <a:pt x="914" y="2080"/>
                  <a:pt x="1103" y="2080"/>
                </a:cubicBezTo>
                <a:close/>
                <a:moveTo>
                  <a:pt x="5860" y="1"/>
                </a:moveTo>
                <a:cubicBezTo>
                  <a:pt x="4915" y="1"/>
                  <a:pt x="4128" y="788"/>
                  <a:pt x="4128" y="1734"/>
                </a:cubicBezTo>
                <a:cubicBezTo>
                  <a:pt x="4128" y="2206"/>
                  <a:pt x="4348" y="2647"/>
                  <a:pt x="4695" y="2994"/>
                </a:cubicBezTo>
                <a:cubicBezTo>
                  <a:pt x="4411" y="3120"/>
                  <a:pt x="4191" y="3214"/>
                  <a:pt x="3939" y="3435"/>
                </a:cubicBezTo>
                <a:cubicBezTo>
                  <a:pt x="3750" y="3592"/>
                  <a:pt x="3592" y="3750"/>
                  <a:pt x="3435" y="3939"/>
                </a:cubicBezTo>
                <a:lnTo>
                  <a:pt x="3435" y="3813"/>
                </a:lnTo>
                <a:cubicBezTo>
                  <a:pt x="3435" y="3246"/>
                  <a:pt x="2962" y="2805"/>
                  <a:pt x="2395" y="2805"/>
                </a:cubicBezTo>
                <a:cubicBezTo>
                  <a:pt x="2300" y="2805"/>
                  <a:pt x="2174" y="2836"/>
                  <a:pt x="2048" y="2836"/>
                </a:cubicBezTo>
                <a:lnTo>
                  <a:pt x="2048" y="2427"/>
                </a:lnTo>
                <a:cubicBezTo>
                  <a:pt x="2048" y="1891"/>
                  <a:pt x="1576" y="1418"/>
                  <a:pt x="1040" y="1418"/>
                </a:cubicBezTo>
                <a:cubicBezTo>
                  <a:pt x="473" y="1418"/>
                  <a:pt x="0" y="1891"/>
                  <a:pt x="0" y="2427"/>
                </a:cubicBezTo>
                <a:lnTo>
                  <a:pt x="0" y="6176"/>
                </a:lnTo>
                <a:cubicBezTo>
                  <a:pt x="0" y="6491"/>
                  <a:pt x="95" y="6806"/>
                  <a:pt x="253" y="7026"/>
                </a:cubicBezTo>
                <a:lnTo>
                  <a:pt x="1891" y="9799"/>
                </a:lnTo>
                <a:cubicBezTo>
                  <a:pt x="1985" y="9956"/>
                  <a:pt x="2048" y="10145"/>
                  <a:pt x="2048" y="10303"/>
                </a:cubicBezTo>
                <a:lnTo>
                  <a:pt x="2048" y="11342"/>
                </a:lnTo>
                <a:cubicBezTo>
                  <a:pt x="2048" y="11532"/>
                  <a:pt x="2206" y="11689"/>
                  <a:pt x="2395" y="11689"/>
                </a:cubicBezTo>
                <a:lnTo>
                  <a:pt x="9294" y="11689"/>
                </a:lnTo>
                <a:cubicBezTo>
                  <a:pt x="9483" y="11689"/>
                  <a:pt x="9641" y="11532"/>
                  <a:pt x="9641" y="11342"/>
                </a:cubicBezTo>
                <a:lnTo>
                  <a:pt x="9641" y="10303"/>
                </a:lnTo>
                <a:cubicBezTo>
                  <a:pt x="9641" y="10114"/>
                  <a:pt x="9704" y="9956"/>
                  <a:pt x="9799" y="9799"/>
                </a:cubicBezTo>
                <a:lnTo>
                  <a:pt x="11468" y="7026"/>
                </a:lnTo>
                <a:cubicBezTo>
                  <a:pt x="11626" y="6774"/>
                  <a:pt x="11689" y="6491"/>
                  <a:pt x="11689" y="6176"/>
                </a:cubicBezTo>
                <a:lnTo>
                  <a:pt x="11689" y="2427"/>
                </a:lnTo>
                <a:cubicBezTo>
                  <a:pt x="11752" y="1891"/>
                  <a:pt x="11279" y="1418"/>
                  <a:pt x="10712" y="1418"/>
                </a:cubicBezTo>
                <a:cubicBezTo>
                  <a:pt x="10177" y="1418"/>
                  <a:pt x="9704" y="1891"/>
                  <a:pt x="9704" y="2427"/>
                </a:cubicBezTo>
                <a:lnTo>
                  <a:pt x="9704" y="2836"/>
                </a:lnTo>
                <a:cubicBezTo>
                  <a:pt x="9578" y="2805"/>
                  <a:pt x="9452" y="2805"/>
                  <a:pt x="9326" y="2805"/>
                </a:cubicBezTo>
                <a:cubicBezTo>
                  <a:pt x="8790" y="2805"/>
                  <a:pt x="8318" y="3246"/>
                  <a:pt x="8318" y="3813"/>
                </a:cubicBezTo>
                <a:lnTo>
                  <a:pt x="8318" y="3939"/>
                </a:lnTo>
                <a:cubicBezTo>
                  <a:pt x="8160" y="3750"/>
                  <a:pt x="8003" y="3592"/>
                  <a:pt x="7814" y="3435"/>
                </a:cubicBezTo>
                <a:cubicBezTo>
                  <a:pt x="7562" y="3246"/>
                  <a:pt x="7341" y="3088"/>
                  <a:pt x="7058" y="2994"/>
                </a:cubicBezTo>
                <a:cubicBezTo>
                  <a:pt x="7404" y="2647"/>
                  <a:pt x="7593" y="2206"/>
                  <a:pt x="7593" y="1734"/>
                </a:cubicBezTo>
                <a:cubicBezTo>
                  <a:pt x="7593" y="788"/>
                  <a:pt x="6806" y="1"/>
                  <a:pt x="58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62" name="Google Shape;2462;p51"/>
          <p:cNvGrpSpPr/>
          <p:nvPr/>
        </p:nvGrpSpPr>
        <p:grpSpPr>
          <a:xfrm>
            <a:off x="7120794" y="1461597"/>
            <a:ext cx="360003" cy="360005"/>
            <a:chOff x="2821450" y="2957850"/>
            <a:chExt cx="259275" cy="258550"/>
          </a:xfrm>
        </p:grpSpPr>
        <p:sp>
          <p:nvSpPr>
            <p:cNvPr id="2463" name="Google Shape;2463;p51"/>
            <p:cNvSpPr/>
            <p:nvPr/>
          </p:nvSpPr>
          <p:spPr>
            <a:xfrm>
              <a:off x="2821450" y="3080500"/>
              <a:ext cx="259275" cy="135900"/>
            </a:xfrm>
            <a:custGeom>
              <a:avLst/>
              <a:gdLst/>
              <a:ahLst/>
              <a:cxnLst/>
              <a:rect l="l" t="t" r="r" b="b"/>
              <a:pathLst>
                <a:path w="10371" h="5436" extrusionOk="0">
                  <a:moveTo>
                    <a:pt x="2677" y="585"/>
                  </a:moveTo>
                  <a:cubicBezTo>
                    <a:pt x="3151" y="585"/>
                    <a:pt x="3569" y="1004"/>
                    <a:pt x="3569" y="1505"/>
                  </a:cubicBezTo>
                  <a:cubicBezTo>
                    <a:pt x="3569" y="1979"/>
                    <a:pt x="3151" y="2397"/>
                    <a:pt x="2677" y="2397"/>
                  </a:cubicBezTo>
                  <a:cubicBezTo>
                    <a:pt x="2147" y="2397"/>
                    <a:pt x="1757" y="1979"/>
                    <a:pt x="1757" y="1505"/>
                  </a:cubicBezTo>
                  <a:cubicBezTo>
                    <a:pt x="1757" y="1004"/>
                    <a:pt x="2175" y="585"/>
                    <a:pt x="2677" y="585"/>
                  </a:cubicBezTo>
                  <a:close/>
                  <a:moveTo>
                    <a:pt x="7555" y="585"/>
                  </a:moveTo>
                  <a:cubicBezTo>
                    <a:pt x="8029" y="585"/>
                    <a:pt x="8447" y="1004"/>
                    <a:pt x="8447" y="1505"/>
                  </a:cubicBezTo>
                  <a:cubicBezTo>
                    <a:pt x="8447" y="1979"/>
                    <a:pt x="8029" y="2397"/>
                    <a:pt x="7555" y="2397"/>
                  </a:cubicBezTo>
                  <a:cubicBezTo>
                    <a:pt x="7025" y="2397"/>
                    <a:pt x="6635" y="1979"/>
                    <a:pt x="6635" y="1505"/>
                  </a:cubicBezTo>
                  <a:cubicBezTo>
                    <a:pt x="6635" y="1004"/>
                    <a:pt x="7053" y="585"/>
                    <a:pt x="7555" y="585"/>
                  </a:cubicBezTo>
                  <a:close/>
                  <a:moveTo>
                    <a:pt x="2677" y="2983"/>
                  </a:moveTo>
                  <a:cubicBezTo>
                    <a:pt x="3736" y="2983"/>
                    <a:pt x="4628" y="3791"/>
                    <a:pt x="4795" y="4795"/>
                  </a:cubicBezTo>
                  <a:lnTo>
                    <a:pt x="586" y="4795"/>
                  </a:lnTo>
                  <a:cubicBezTo>
                    <a:pt x="698" y="3791"/>
                    <a:pt x="1618" y="2983"/>
                    <a:pt x="2677" y="2983"/>
                  </a:cubicBezTo>
                  <a:close/>
                  <a:moveTo>
                    <a:pt x="7555" y="2983"/>
                  </a:moveTo>
                  <a:cubicBezTo>
                    <a:pt x="8614" y="2983"/>
                    <a:pt x="9506" y="3791"/>
                    <a:pt x="9646" y="4795"/>
                  </a:cubicBezTo>
                  <a:lnTo>
                    <a:pt x="5409" y="4795"/>
                  </a:lnTo>
                  <a:cubicBezTo>
                    <a:pt x="5548" y="3791"/>
                    <a:pt x="6468" y="2983"/>
                    <a:pt x="7555" y="2983"/>
                  </a:cubicBezTo>
                  <a:close/>
                  <a:moveTo>
                    <a:pt x="2733" y="0"/>
                  </a:moveTo>
                  <a:cubicBezTo>
                    <a:pt x="1896" y="0"/>
                    <a:pt x="1227" y="669"/>
                    <a:pt x="1227" y="1505"/>
                  </a:cubicBezTo>
                  <a:cubicBezTo>
                    <a:pt x="1227" y="1951"/>
                    <a:pt x="1395" y="2342"/>
                    <a:pt x="1729" y="2620"/>
                  </a:cubicBezTo>
                  <a:cubicBezTo>
                    <a:pt x="698" y="3039"/>
                    <a:pt x="1" y="4014"/>
                    <a:pt x="1" y="5129"/>
                  </a:cubicBezTo>
                  <a:cubicBezTo>
                    <a:pt x="1" y="5296"/>
                    <a:pt x="140" y="5436"/>
                    <a:pt x="335" y="5436"/>
                  </a:cubicBezTo>
                  <a:lnTo>
                    <a:pt x="10036" y="5436"/>
                  </a:lnTo>
                  <a:cubicBezTo>
                    <a:pt x="10231" y="5436"/>
                    <a:pt x="10370" y="5296"/>
                    <a:pt x="10370" y="5129"/>
                  </a:cubicBezTo>
                  <a:cubicBezTo>
                    <a:pt x="10259" y="3958"/>
                    <a:pt x="9562" y="2983"/>
                    <a:pt x="8559" y="2620"/>
                  </a:cubicBezTo>
                  <a:cubicBezTo>
                    <a:pt x="8865" y="2342"/>
                    <a:pt x="9032" y="1951"/>
                    <a:pt x="9032" y="1505"/>
                  </a:cubicBezTo>
                  <a:cubicBezTo>
                    <a:pt x="9032" y="669"/>
                    <a:pt x="8391" y="0"/>
                    <a:pt x="7555" y="0"/>
                  </a:cubicBezTo>
                  <a:cubicBezTo>
                    <a:pt x="6719" y="0"/>
                    <a:pt x="6050" y="669"/>
                    <a:pt x="6050" y="1505"/>
                  </a:cubicBezTo>
                  <a:cubicBezTo>
                    <a:pt x="6050" y="1951"/>
                    <a:pt x="6217" y="2342"/>
                    <a:pt x="6524" y="2620"/>
                  </a:cubicBezTo>
                  <a:cubicBezTo>
                    <a:pt x="5910" y="2843"/>
                    <a:pt x="5409" y="3317"/>
                    <a:pt x="5130" y="3903"/>
                  </a:cubicBezTo>
                  <a:cubicBezTo>
                    <a:pt x="4823" y="3317"/>
                    <a:pt x="4322" y="2843"/>
                    <a:pt x="3736" y="2620"/>
                  </a:cubicBezTo>
                  <a:cubicBezTo>
                    <a:pt x="4043" y="2342"/>
                    <a:pt x="4238" y="1951"/>
                    <a:pt x="4238" y="1505"/>
                  </a:cubicBezTo>
                  <a:cubicBezTo>
                    <a:pt x="4238" y="669"/>
                    <a:pt x="3569" y="0"/>
                    <a:pt x="27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51"/>
            <p:cNvSpPr/>
            <p:nvPr/>
          </p:nvSpPr>
          <p:spPr>
            <a:xfrm>
              <a:off x="2831900" y="2957850"/>
              <a:ext cx="228625" cy="106350"/>
            </a:xfrm>
            <a:custGeom>
              <a:avLst/>
              <a:gdLst/>
              <a:ahLst/>
              <a:cxnLst/>
              <a:rect l="l" t="t" r="r" b="b"/>
              <a:pathLst>
                <a:path w="9145" h="4254" extrusionOk="0">
                  <a:moveTo>
                    <a:pt x="8336" y="585"/>
                  </a:moveTo>
                  <a:cubicBezTo>
                    <a:pt x="8531" y="585"/>
                    <a:pt x="8642" y="725"/>
                    <a:pt x="8642" y="892"/>
                  </a:cubicBezTo>
                  <a:lnTo>
                    <a:pt x="8642" y="2119"/>
                  </a:lnTo>
                  <a:cubicBezTo>
                    <a:pt x="8642" y="2286"/>
                    <a:pt x="8531" y="2425"/>
                    <a:pt x="8336" y="2425"/>
                  </a:cubicBezTo>
                  <a:lnTo>
                    <a:pt x="7137" y="2425"/>
                  </a:lnTo>
                  <a:cubicBezTo>
                    <a:pt x="6942" y="2425"/>
                    <a:pt x="6803" y="2565"/>
                    <a:pt x="6803" y="2732"/>
                  </a:cubicBezTo>
                  <a:lnTo>
                    <a:pt x="6803" y="3234"/>
                  </a:lnTo>
                  <a:lnTo>
                    <a:pt x="6106" y="2537"/>
                  </a:lnTo>
                  <a:cubicBezTo>
                    <a:pt x="6050" y="2453"/>
                    <a:pt x="5966" y="2425"/>
                    <a:pt x="5911" y="2425"/>
                  </a:cubicBezTo>
                  <a:lnTo>
                    <a:pt x="3430" y="2425"/>
                  </a:lnTo>
                  <a:cubicBezTo>
                    <a:pt x="3346" y="2425"/>
                    <a:pt x="3262" y="2453"/>
                    <a:pt x="3207" y="2537"/>
                  </a:cubicBezTo>
                  <a:lnTo>
                    <a:pt x="2510" y="3234"/>
                  </a:lnTo>
                  <a:lnTo>
                    <a:pt x="2510" y="2732"/>
                  </a:lnTo>
                  <a:cubicBezTo>
                    <a:pt x="2510" y="2565"/>
                    <a:pt x="2370" y="2425"/>
                    <a:pt x="2203" y="2425"/>
                  </a:cubicBezTo>
                  <a:lnTo>
                    <a:pt x="1032" y="2425"/>
                  </a:lnTo>
                  <a:cubicBezTo>
                    <a:pt x="865" y="2425"/>
                    <a:pt x="726" y="2286"/>
                    <a:pt x="726" y="2119"/>
                  </a:cubicBezTo>
                  <a:lnTo>
                    <a:pt x="726" y="892"/>
                  </a:lnTo>
                  <a:cubicBezTo>
                    <a:pt x="726" y="725"/>
                    <a:pt x="865" y="585"/>
                    <a:pt x="1032" y="585"/>
                  </a:cubicBezTo>
                  <a:close/>
                  <a:moveTo>
                    <a:pt x="921" y="0"/>
                  </a:moveTo>
                  <a:cubicBezTo>
                    <a:pt x="447" y="0"/>
                    <a:pt x="1" y="418"/>
                    <a:pt x="1" y="892"/>
                  </a:cubicBezTo>
                  <a:lnTo>
                    <a:pt x="1" y="2119"/>
                  </a:lnTo>
                  <a:cubicBezTo>
                    <a:pt x="1" y="2592"/>
                    <a:pt x="419" y="3011"/>
                    <a:pt x="921" y="3011"/>
                  </a:cubicBezTo>
                  <a:lnTo>
                    <a:pt x="1841" y="3011"/>
                  </a:lnTo>
                  <a:lnTo>
                    <a:pt x="1841" y="3958"/>
                  </a:lnTo>
                  <a:cubicBezTo>
                    <a:pt x="1924" y="4098"/>
                    <a:pt x="2008" y="4209"/>
                    <a:pt x="2120" y="4237"/>
                  </a:cubicBezTo>
                  <a:cubicBezTo>
                    <a:pt x="2150" y="4247"/>
                    <a:pt x="2188" y="4254"/>
                    <a:pt x="2228" y="4254"/>
                  </a:cubicBezTo>
                  <a:cubicBezTo>
                    <a:pt x="2298" y="4254"/>
                    <a:pt x="2373" y="4234"/>
                    <a:pt x="2426" y="4181"/>
                  </a:cubicBezTo>
                  <a:lnTo>
                    <a:pt x="3541" y="3011"/>
                  </a:lnTo>
                  <a:lnTo>
                    <a:pt x="5743" y="3011"/>
                  </a:lnTo>
                  <a:lnTo>
                    <a:pt x="6830" y="4181"/>
                  </a:lnTo>
                  <a:cubicBezTo>
                    <a:pt x="6883" y="4234"/>
                    <a:pt x="6959" y="4254"/>
                    <a:pt x="7035" y="4254"/>
                  </a:cubicBezTo>
                  <a:cubicBezTo>
                    <a:pt x="7080" y="4254"/>
                    <a:pt x="7124" y="4247"/>
                    <a:pt x="7165" y="4237"/>
                  </a:cubicBezTo>
                  <a:cubicBezTo>
                    <a:pt x="7249" y="4209"/>
                    <a:pt x="7332" y="4070"/>
                    <a:pt x="7332" y="3958"/>
                  </a:cubicBezTo>
                  <a:lnTo>
                    <a:pt x="7332" y="3011"/>
                  </a:lnTo>
                  <a:lnTo>
                    <a:pt x="8224" y="3011"/>
                  </a:lnTo>
                  <a:cubicBezTo>
                    <a:pt x="8726" y="3011"/>
                    <a:pt x="9144" y="2592"/>
                    <a:pt x="9144" y="2119"/>
                  </a:cubicBezTo>
                  <a:lnTo>
                    <a:pt x="9144" y="892"/>
                  </a:lnTo>
                  <a:cubicBezTo>
                    <a:pt x="9144" y="418"/>
                    <a:pt x="8726" y="0"/>
                    <a:pt x="8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51"/>
            <p:cNvSpPr/>
            <p:nvPr/>
          </p:nvSpPr>
          <p:spPr>
            <a:xfrm>
              <a:off x="3024600" y="2966925"/>
              <a:ext cx="29875" cy="58497"/>
            </a:xfrm>
            <a:custGeom>
              <a:avLst/>
              <a:gdLst/>
              <a:ahLst/>
              <a:cxnLst/>
              <a:rect l="l" t="t" r="r" b="b"/>
              <a:pathLst>
                <a:path w="1195" h="2376" extrusionOk="0">
                  <a:moveTo>
                    <a:pt x="159" y="2269"/>
                  </a:moveTo>
                  <a:cubicBezTo>
                    <a:pt x="131" y="2225"/>
                    <a:pt x="349" y="2178"/>
                    <a:pt x="444" y="2102"/>
                  </a:cubicBezTo>
                  <a:cubicBezTo>
                    <a:pt x="539" y="2027"/>
                    <a:pt x="682" y="2090"/>
                    <a:pt x="730" y="1816"/>
                  </a:cubicBezTo>
                  <a:cubicBezTo>
                    <a:pt x="778" y="1542"/>
                    <a:pt x="774" y="725"/>
                    <a:pt x="730" y="459"/>
                  </a:cubicBezTo>
                  <a:cubicBezTo>
                    <a:pt x="686" y="193"/>
                    <a:pt x="587" y="273"/>
                    <a:pt x="468" y="221"/>
                  </a:cubicBezTo>
                  <a:cubicBezTo>
                    <a:pt x="349" y="169"/>
                    <a:pt x="-16" y="185"/>
                    <a:pt x="16" y="149"/>
                  </a:cubicBezTo>
                  <a:cubicBezTo>
                    <a:pt x="48" y="113"/>
                    <a:pt x="473" y="-21"/>
                    <a:pt x="659" y="7"/>
                  </a:cubicBezTo>
                  <a:cubicBezTo>
                    <a:pt x="846" y="35"/>
                    <a:pt x="1048" y="54"/>
                    <a:pt x="1135" y="316"/>
                  </a:cubicBezTo>
                  <a:cubicBezTo>
                    <a:pt x="1222" y="578"/>
                    <a:pt x="1183" y="1276"/>
                    <a:pt x="1183" y="1578"/>
                  </a:cubicBezTo>
                  <a:cubicBezTo>
                    <a:pt x="1183" y="1880"/>
                    <a:pt x="1230" y="1995"/>
                    <a:pt x="1135" y="2126"/>
                  </a:cubicBezTo>
                  <a:cubicBezTo>
                    <a:pt x="1040" y="2257"/>
                    <a:pt x="774" y="2340"/>
                    <a:pt x="611" y="2364"/>
                  </a:cubicBezTo>
                  <a:cubicBezTo>
                    <a:pt x="448" y="2388"/>
                    <a:pt x="187" y="2313"/>
                    <a:pt x="159" y="22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2" name="Google Shape;2455;p51">
            <a:extLst>
              <a:ext uri="{FF2B5EF4-FFF2-40B4-BE49-F238E27FC236}">
                <a16:creationId xmlns:a16="http://schemas.microsoft.com/office/drawing/2014/main" id="{18DA4379-2E98-98AA-1EAA-17F2809A89DF}"/>
              </a:ext>
            </a:extLst>
          </p:cNvPr>
          <p:cNvGrpSpPr/>
          <p:nvPr/>
        </p:nvGrpSpPr>
        <p:grpSpPr>
          <a:xfrm>
            <a:off x="1687141" y="1620683"/>
            <a:ext cx="289134" cy="150525"/>
            <a:chOff x="5795250" y="3629800"/>
            <a:chExt cx="330175" cy="172225"/>
          </a:xfrm>
        </p:grpSpPr>
        <p:sp>
          <p:nvSpPr>
            <p:cNvPr id="4" name="Google Shape;2457;p51">
              <a:extLst>
                <a:ext uri="{FF2B5EF4-FFF2-40B4-BE49-F238E27FC236}">
                  <a16:creationId xmlns:a16="http://schemas.microsoft.com/office/drawing/2014/main" id="{201E7966-6356-BCF6-EF02-83E2B74391F7}"/>
                </a:ext>
              </a:extLst>
            </p:cNvPr>
            <p:cNvSpPr/>
            <p:nvPr/>
          </p:nvSpPr>
          <p:spPr>
            <a:xfrm>
              <a:off x="5998725" y="3675725"/>
              <a:ext cx="126700" cy="126300"/>
            </a:xfrm>
            <a:custGeom>
              <a:avLst/>
              <a:gdLst/>
              <a:ahLst/>
              <a:cxnLst/>
              <a:rect l="l" t="t" r="r" b="b"/>
              <a:pathLst>
                <a:path w="5068" h="5052" extrusionOk="0">
                  <a:moveTo>
                    <a:pt x="2522" y="1014"/>
                  </a:moveTo>
                  <a:cubicBezTo>
                    <a:pt x="3262" y="1014"/>
                    <a:pt x="4006" y="1520"/>
                    <a:pt x="4054" y="2534"/>
                  </a:cubicBezTo>
                  <a:cubicBezTo>
                    <a:pt x="4054" y="3389"/>
                    <a:pt x="3389" y="4086"/>
                    <a:pt x="2534" y="4086"/>
                  </a:cubicBezTo>
                  <a:cubicBezTo>
                    <a:pt x="1710" y="4086"/>
                    <a:pt x="1014" y="3389"/>
                    <a:pt x="1014" y="2534"/>
                  </a:cubicBezTo>
                  <a:cubicBezTo>
                    <a:pt x="1045" y="1520"/>
                    <a:pt x="1782" y="1014"/>
                    <a:pt x="2522" y="1014"/>
                  </a:cubicBezTo>
                  <a:close/>
                  <a:moveTo>
                    <a:pt x="2534" y="0"/>
                  </a:moveTo>
                  <a:cubicBezTo>
                    <a:pt x="1172" y="0"/>
                    <a:pt x="0" y="1140"/>
                    <a:pt x="0" y="2534"/>
                  </a:cubicBezTo>
                  <a:cubicBezTo>
                    <a:pt x="79" y="4212"/>
                    <a:pt x="1322" y="5051"/>
                    <a:pt x="2557" y="5051"/>
                  </a:cubicBezTo>
                  <a:cubicBezTo>
                    <a:pt x="3793" y="5051"/>
                    <a:pt x="5020" y="4212"/>
                    <a:pt x="5067" y="2534"/>
                  </a:cubicBezTo>
                  <a:cubicBezTo>
                    <a:pt x="5067" y="1140"/>
                    <a:pt x="3927" y="0"/>
                    <a:pt x="25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458;p51">
              <a:extLst>
                <a:ext uri="{FF2B5EF4-FFF2-40B4-BE49-F238E27FC236}">
                  <a16:creationId xmlns:a16="http://schemas.microsoft.com/office/drawing/2014/main" id="{C9FB9C75-AEA2-3A55-A961-FC50A746CD20}"/>
                </a:ext>
              </a:extLst>
            </p:cNvPr>
            <p:cNvSpPr/>
            <p:nvPr/>
          </p:nvSpPr>
          <p:spPr>
            <a:xfrm>
              <a:off x="6049374" y="3629800"/>
              <a:ext cx="25375" cy="26150"/>
            </a:xfrm>
            <a:custGeom>
              <a:avLst/>
              <a:gdLst/>
              <a:ahLst/>
              <a:cxnLst/>
              <a:rect l="l" t="t" r="r" b="b"/>
              <a:pathLst>
                <a:path w="1015" h="1046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46"/>
                    <a:pt x="508" y="1046"/>
                  </a:cubicBezTo>
                  <a:cubicBezTo>
                    <a:pt x="793" y="1046"/>
                    <a:pt x="1014" y="792"/>
                    <a:pt x="1014" y="507"/>
                  </a:cubicBezTo>
                  <a:cubicBezTo>
                    <a:pt x="1014" y="254"/>
                    <a:pt x="793" y="1"/>
                    <a:pt x="5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59;p51">
              <a:extLst>
                <a:ext uri="{FF2B5EF4-FFF2-40B4-BE49-F238E27FC236}">
                  <a16:creationId xmlns:a16="http://schemas.microsoft.com/office/drawing/2014/main" id="{6BD016E5-C403-166D-85DE-2CF83CEF047E}"/>
                </a:ext>
              </a:extLst>
            </p:cNvPr>
            <p:cNvSpPr/>
            <p:nvPr/>
          </p:nvSpPr>
          <p:spPr>
            <a:xfrm>
              <a:off x="5795250" y="3675725"/>
              <a:ext cx="126700" cy="126300"/>
            </a:xfrm>
            <a:custGeom>
              <a:avLst/>
              <a:gdLst/>
              <a:ahLst/>
              <a:cxnLst/>
              <a:rect l="l" t="t" r="r" b="b"/>
              <a:pathLst>
                <a:path w="5068" h="5052" extrusionOk="0">
                  <a:moveTo>
                    <a:pt x="2514" y="1014"/>
                  </a:moveTo>
                  <a:cubicBezTo>
                    <a:pt x="3254" y="1014"/>
                    <a:pt x="3990" y="1520"/>
                    <a:pt x="4022" y="2534"/>
                  </a:cubicBezTo>
                  <a:cubicBezTo>
                    <a:pt x="4054" y="3389"/>
                    <a:pt x="3389" y="4086"/>
                    <a:pt x="2534" y="4086"/>
                  </a:cubicBezTo>
                  <a:cubicBezTo>
                    <a:pt x="1679" y="4086"/>
                    <a:pt x="982" y="3389"/>
                    <a:pt x="982" y="2534"/>
                  </a:cubicBezTo>
                  <a:cubicBezTo>
                    <a:pt x="1029" y="1520"/>
                    <a:pt x="1774" y="1014"/>
                    <a:pt x="2514" y="1014"/>
                  </a:cubicBezTo>
                  <a:close/>
                  <a:moveTo>
                    <a:pt x="2534" y="0"/>
                  </a:moveTo>
                  <a:cubicBezTo>
                    <a:pt x="1140" y="0"/>
                    <a:pt x="0" y="1140"/>
                    <a:pt x="0" y="2534"/>
                  </a:cubicBezTo>
                  <a:cubicBezTo>
                    <a:pt x="79" y="4212"/>
                    <a:pt x="1314" y="5051"/>
                    <a:pt x="2546" y="5051"/>
                  </a:cubicBezTo>
                  <a:cubicBezTo>
                    <a:pt x="3777" y="5051"/>
                    <a:pt x="5004" y="4212"/>
                    <a:pt x="5067" y="2534"/>
                  </a:cubicBezTo>
                  <a:cubicBezTo>
                    <a:pt x="5067" y="1140"/>
                    <a:pt x="3959" y="0"/>
                    <a:pt x="25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60;p51">
              <a:extLst>
                <a:ext uri="{FF2B5EF4-FFF2-40B4-BE49-F238E27FC236}">
                  <a16:creationId xmlns:a16="http://schemas.microsoft.com/office/drawing/2014/main" id="{94BB7AE4-D88C-F413-358A-8881C877899A}"/>
                </a:ext>
              </a:extLst>
            </p:cNvPr>
            <p:cNvSpPr/>
            <p:nvPr/>
          </p:nvSpPr>
          <p:spPr>
            <a:xfrm>
              <a:off x="5845925" y="3629800"/>
              <a:ext cx="25350" cy="26150"/>
            </a:xfrm>
            <a:custGeom>
              <a:avLst/>
              <a:gdLst/>
              <a:ahLst/>
              <a:cxnLst/>
              <a:rect l="l" t="t" r="r" b="b"/>
              <a:pathLst>
                <a:path w="1014" h="1046" extrusionOk="0">
                  <a:moveTo>
                    <a:pt x="507" y="1"/>
                  </a:moveTo>
                  <a:cubicBezTo>
                    <a:pt x="222" y="1"/>
                    <a:pt x="0" y="254"/>
                    <a:pt x="0" y="507"/>
                  </a:cubicBezTo>
                  <a:cubicBezTo>
                    <a:pt x="32" y="792"/>
                    <a:pt x="222" y="1046"/>
                    <a:pt x="507" y="1046"/>
                  </a:cubicBezTo>
                  <a:cubicBezTo>
                    <a:pt x="792" y="1046"/>
                    <a:pt x="1013" y="792"/>
                    <a:pt x="1013" y="507"/>
                  </a:cubicBezTo>
                  <a:cubicBezTo>
                    <a:pt x="1013" y="254"/>
                    <a:pt x="760" y="1"/>
                    <a:pt x="5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1" name="Google Shape;2441;p51"/>
          <p:cNvSpPr/>
          <p:nvPr/>
        </p:nvSpPr>
        <p:spPr>
          <a:xfrm>
            <a:off x="1564348" y="1433330"/>
            <a:ext cx="504000" cy="50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9" name="Google Shape;2423;p50">
            <a:extLst>
              <a:ext uri="{FF2B5EF4-FFF2-40B4-BE49-F238E27FC236}">
                <a16:creationId xmlns:a16="http://schemas.microsoft.com/office/drawing/2014/main" id="{C15AD68C-C66A-3D84-F29E-DDC398B4EACF}"/>
              </a:ext>
            </a:extLst>
          </p:cNvPr>
          <p:cNvSpPr/>
          <p:nvPr/>
        </p:nvSpPr>
        <p:spPr>
          <a:xfrm>
            <a:off x="1652396" y="1480816"/>
            <a:ext cx="360003" cy="360001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5923" y="2080"/>
                </a:moveTo>
                <a:cubicBezTo>
                  <a:pt x="6459" y="2080"/>
                  <a:pt x="6932" y="2552"/>
                  <a:pt x="6932" y="3119"/>
                </a:cubicBezTo>
                <a:lnTo>
                  <a:pt x="6932" y="3466"/>
                </a:lnTo>
                <a:lnTo>
                  <a:pt x="4884" y="3466"/>
                </a:lnTo>
                <a:lnTo>
                  <a:pt x="4884" y="3119"/>
                </a:lnTo>
                <a:cubicBezTo>
                  <a:pt x="4884" y="2521"/>
                  <a:pt x="5356" y="2080"/>
                  <a:pt x="5923" y="2080"/>
                </a:cubicBezTo>
                <a:close/>
                <a:moveTo>
                  <a:pt x="5923" y="662"/>
                </a:moveTo>
                <a:cubicBezTo>
                  <a:pt x="7247" y="662"/>
                  <a:pt x="8349" y="1765"/>
                  <a:pt x="8349" y="3119"/>
                </a:cubicBezTo>
                <a:lnTo>
                  <a:pt x="8349" y="3466"/>
                </a:lnTo>
                <a:lnTo>
                  <a:pt x="7656" y="3466"/>
                </a:lnTo>
                <a:lnTo>
                  <a:pt x="7656" y="3119"/>
                </a:lnTo>
                <a:cubicBezTo>
                  <a:pt x="7656" y="2174"/>
                  <a:pt x="6869" y="1387"/>
                  <a:pt x="5923" y="1387"/>
                </a:cubicBezTo>
                <a:cubicBezTo>
                  <a:pt x="4978" y="1387"/>
                  <a:pt x="4191" y="2174"/>
                  <a:pt x="4191" y="3119"/>
                </a:cubicBezTo>
                <a:lnTo>
                  <a:pt x="4191" y="3466"/>
                </a:lnTo>
                <a:lnTo>
                  <a:pt x="3466" y="3466"/>
                </a:lnTo>
                <a:lnTo>
                  <a:pt x="3466" y="3119"/>
                </a:lnTo>
                <a:cubicBezTo>
                  <a:pt x="3466" y="1765"/>
                  <a:pt x="4569" y="662"/>
                  <a:pt x="5923" y="662"/>
                </a:cubicBezTo>
                <a:close/>
                <a:moveTo>
                  <a:pt x="1387" y="4191"/>
                </a:moveTo>
                <a:lnTo>
                  <a:pt x="1387" y="6742"/>
                </a:lnTo>
                <a:cubicBezTo>
                  <a:pt x="946" y="6490"/>
                  <a:pt x="662" y="6018"/>
                  <a:pt x="662" y="5545"/>
                </a:cubicBezTo>
                <a:lnTo>
                  <a:pt x="662" y="4537"/>
                </a:lnTo>
                <a:cubicBezTo>
                  <a:pt x="662" y="4348"/>
                  <a:pt x="820" y="4191"/>
                  <a:pt x="1040" y="4191"/>
                </a:cubicBezTo>
                <a:close/>
                <a:moveTo>
                  <a:pt x="10775" y="4128"/>
                </a:moveTo>
                <a:cubicBezTo>
                  <a:pt x="10996" y="4128"/>
                  <a:pt x="11153" y="4285"/>
                  <a:pt x="11153" y="4506"/>
                </a:cubicBezTo>
                <a:lnTo>
                  <a:pt x="11153" y="5545"/>
                </a:lnTo>
                <a:cubicBezTo>
                  <a:pt x="11153" y="6081"/>
                  <a:pt x="10870" y="6490"/>
                  <a:pt x="10429" y="6742"/>
                </a:cubicBezTo>
                <a:lnTo>
                  <a:pt x="10429" y="4128"/>
                </a:lnTo>
                <a:close/>
                <a:moveTo>
                  <a:pt x="8349" y="4191"/>
                </a:moveTo>
                <a:lnTo>
                  <a:pt x="8349" y="6931"/>
                </a:lnTo>
                <a:lnTo>
                  <a:pt x="3498" y="6931"/>
                </a:lnTo>
                <a:lnTo>
                  <a:pt x="3498" y="4191"/>
                </a:lnTo>
                <a:close/>
                <a:moveTo>
                  <a:pt x="6270" y="7593"/>
                </a:moveTo>
                <a:lnTo>
                  <a:pt x="6270" y="7971"/>
                </a:lnTo>
                <a:cubicBezTo>
                  <a:pt x="6270" y="8160"/>
                  <a:pt x="6112" y="8318"/>
                  <a:pt x="5923" y="8318"/>
                </a:cubicBezTo>
                <a:cubicBezTo>
                  <a:pt x="5703" y="8318"/>
                  <a:pt x="5545" y="8160"/>
                  <a:pt x="5545" y="7971"/>
                </a:cubicBezTo>
                <a:lnTo>
                  <a:pt x="5545" y="7593"/>
                </a:lnTo>
                <a:close/>
                <a:moveTo>
                  <a:pt x="662" y="7089"/>
                </a:moveTo>
                <a:cubicBezTo>
                  <a:pt x="883" y="7278"/>
                  <a:pt x="1103" y="7404"/>
                  <a:pt x="1387" y="7467"/>
                </a:cubicBezTo>
                <a:lnTo>
                  <a:pt x="1387" y="11153"/>
                </a:lnTo>
                <a:lnTo>
                  <a:pt x="1040" y="11153"/>
                </a:lnTo>
                <a:cubicBezTo>
                  <a:pt x="820" y="11153"/>
                  <a:pt x="662" y="10996"/>
                  <a:pt x="662" y="10807"/>
                </a:cubicBezTo>
                <a:lnTo>
                  <a:pt x="662" y="7089"/>
                </a:lnTo>
                <a:close/>
                <a:moveTo>
                  <a:pt x="2804" y="4191"/>
                </a:moveTo>
                <a:lnTo>
                  <a:pt x="2804" y="11153"/>
                </a:lnTo>
                <a:lnTo>
                  <a:pt x="2080" y="11153"/>
                </a:lnTo>
                <a:lnTo>
                  <a:pt x="2080" y="4191"/>
                </a:lnTo>
                <a:close/>
                <a:moveTo>
                  <a:pt x="8318" y="7656"/>
                </a:moveTo>
                <a:lnTo>
                  <a:pt x="8318" y="11153"/>
                </a:lnTo>
                <a:lnTo>
                  <a:pt x="3498" y="11153"/>
                </a:lnTo>
                <a:lnTo>
                  <a:pt x="3498" y="7656"/>
                </a:lnTo>
                <a:lnTo>
                  <a:pt x="4884" y="7656"/>
                </a:lnTo>
                <a:lnTo>
                  <a:pt x="4884" y="8003"/>
                </a:lnTo>
                <a:cubicBezTo>
                  <a:pt x="4884" y="8601"/>
                  <a:pt x="5356" y="9011"/>
                  <a:pt x="5923" y="9011"/>
                </a:cubicBezTo>
                <a:cubicBezTo>
                  <a:pt x="6459" y="9011"/>
                  <a:pt x="6932" y="8538"/>
                  <a:pt x="6932" y="8003"/>
                </a:cubicBezTo>
                <a:lnTo>
                  <a:pt x="6932" y="7656"/>
                </a:lnTo>
                <a:close/>
                <a:moveTo>
                  <a:pt x="9767" y="4191"/>
                </a:moveTo>
                <a:lnTo>
                  <a:pt x="9767" y="11153"/>
                </a:lnTo>
                <a:lnTo>
                  <a:pt x="9074" y="11153"/>
                </a:lnTo>
                <a:lnTo>
                  <a:pt x="9074" y="4191"/>
                </a:lnTo>
                <a:close/>
                <a:moveTo>
                  <a:pt x="11153" y="7120"/>
                </a:moveTo>
                <a:lnTo>
                  <a:pt x="11153" y="10807"/>
                </a:lnTo>
                <a:cubicBezTo>
                  <a:pt x="11153" y="10996"/>
                  <a:pt x="10996" y="11153"/>
                  <a:pt x="10807" y="11153"/>
                </a:cubicBezTo>
                <a:lnTo>
                  <a:pt x="10429" y="11153"/>
                </a:lnTo>
                <a:lnTo>
                  <a:pt x="10429" y="7530"/>
                </a:lnTo>
                <a:cubicBezTo>
                  <a:pt x="10712" y="7436"/>
                  <a:pt x="10964" y="7278"/>
                  <a:pt x="11153" y="7120"/>
                </a:cubicBezTo>
                <a:close/>
                <a:moveTo>
                  <a:pt x="5923" y="0"/>
                </a:moveTo>
                <a:cubicBezTo>
                  <a:pt x="4191" y="0"/>
                  <a:pt x="2804" y="1418"/>
                  <a:pt x="2804" y="3119"/>
                </a:cubicBezTo>
                <a:lnTo>
                  <a:pt x="2804" y="3466"/>
                </a:lnTo>
                <a:lnTo>
                  <a:pt x="1040" y="3466"/>
                </a:lnTo>
                <a:cubicBezTo>
                  <a:pt x="442" y="3466"/>
                  <a:pt x="1" y="3939"/>
                  <a:pt x="1" y="4474"/>
                </a:cubicBezTo>
                <a:lnTo>
                  <a:pt x="1" y="5514"/>
                </a:lnTo>
                <a:lnTo>
                  <a:pt x="1" y="10744"/>
                </a:lnTo>
                <a:cubicBezTo>
                  <a:pt x="1" y="11342"/>
                  <a:pt x="473" y="11783"/>
                  <a:pt x="1040" y="11783"/>
                </a:cubicBezTo>
                <a:lnTo>
                  <a:pt x="10807" y="11783"/>
                </a:lnTo>
                <a:cubicBezTo>
                  <a:pt x="11374" y="11783"/>
                  <a:pt x="11815" y="11311"/>
                  <a:pt x="11815" y="10744"/>
                </a:cubicBezTo>
                <a:lnTo>
                  <a:pt x="11815" y="5514"/>
                </a:lnTo>
                <a:lnTo>
                  <a:pt x="11815" y="4474"/>
                </a:lnTo>
                <a:cubicBezTo>
                  <a:pt x="11815" y="3939"/>
                  <a:pt x="11374" y="3466"/>
                  <a:pt x="10807" y="3466"/>
                </a:cubicBezTo>
                <a:lnTo>
                  <a:pt x="9011" y="3466"/>
                </a:lnTo>
                <a:lnTo>
                  <a:pt x="9011" y="3119"/>
                </a:lnTo>
                <a:cubicBezTo>
                  <a:pt x="9011" y="1387"/>
                  <a:pt x="7593" y="0"/>
                  <a:pt x="59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413;p50">
            <a:extLst>
              <a:ext uri="{FF2B5EF4-FFF2-40B4-BE49-F238E27FC236}">
                <a16:creationId xmlns:a16="http://schemas.microsoft.com/office/drawing/2014/main" id="{B6D0ABD9-85A4-414F-851F-EE2B355533AD}"/>
              </a:ext>
            </a:extLst>
          </p:cNvPr>
          <p:cNvSpPr/>
          <p:nvPr/>
        </p:nvSpPr>
        <p:spPr>
          <a:xfrm>
            <a:off x="4314120" y="1399800"/>
            <a:ext cx="504000" cy="50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2" name="Google Shape;2415;p50">
            <a:extLst>
              <a:ext uri="{FF2B5EF4-FFF2-40B4-BE49-F238E27FC236}">
                <a16:creationId xmlns:a16="http://schemas.microsoft.com/office/drawing/2014/main" id="{A0DDED00-ACDF-42F5-078C-F6F473FC8F07}"/>
              </a:ext>
            </a:extLst>
          </p:cNvPr>
          <p:cNvGrpSpPr/>
          <p:nvPr/>
        </p:nvGrpSpPr>
        <p:grpSpPr>
          <a:xfrm>
            <a:off x="4386124" y="1471506"/>
            <a:ext cx="359993" cy="359987"/>
            <a:chOff x="807375" y="2315100"/>
            <a:chExt cx="433100" cy="431950"/>
          </a:xfrm>
        </p:grpSpPr>
        <p:sp>
          <p:nvSpPr>
            <p:cNvPr id="13" name="Google Shape;2416;p50">
              <a:extLst>
                <a:ext uri="{FF2B5EF4-FFF2-40B4-BE49-F238E27FC236}">
                  <a16:creationId xmlns:a16="http://schemas.microsoft.com/office/drawing/2014/main" id="{12C66E3E-A22E-3EB0-1260-76620BAF7C3C}"/>
                </a:ext>
              </a:extLst>
            </p:cNvPr>
            <p:cNvSpPr/>
            <p:nvPr/>
          </p:nvSpPr>
          <p:spPr>
            <a:xfrm>
              <a:off x="992625" y="2620350"/>
              <a:ext cx="247850" cy="126700"/>
            </a:xfrm>
            <a:custGeom>
              <a:avLst/>
              <a:gdLst/>
              <a:ahLst/>
              <a:cxnLst/>
              <a:rect l="l" t="t" r="r" b="b"/>
              <a:pathLst>
                <a:path w="9914" h="5068" extrusionOk="0">
                  <a:moveTo>
                    <a:pt x="7031" y="1077"/>
                  </a:moveTo>
                  <a:cubicBezTo>
                    <a:pt x="7506" y="1077"/>
                    <a:pt x="7855" y="1489"/>
                    <a:pt x="7855" y="1901"/>
                  </a:cubicBezTo>
                  <a:lnTo>
                    <a:pt x="7855" y="2059"/>
                  </a:lnTo>
                  <a:lnTo>
                    <a:pt x="2059" y="2059"/>
                  </a:lnTo>
                  <a:lnTo>
                    <a:pt x="2059" y="1901"/>
                  </a:lnTo>
                  <a:cubicBezTo>
                    <a:pt x="2059" y="1426"/>
                    <a:pt x="2439" y="1077"/>
                    <a:pt x="2883" y="1077"/>
                  </a:cubicBezTo>
                  <a:close/>
                  <a:moveTo>
                    <a:pt x="8900" y="3073"/>
                  </a:moveTo>
                  <a:lnTo>
                    <a:pt x="8900" y="4054"/>
                  </a:lnTo>
                  <a:lnTo>
                    <a:pt x="1014" y="4054"/>
                  </a:lnTo>
                  <a:lnTo>
                    <a:pt x="1014" y="3073"/>
                  </a:lnTo>
                  <a:close/>
                  <a:moveTo>
                    <a:pt x="2883" y="1"/>
                  </a:moveTo>
                  <a:cubicBezTo>
                    <a:pt x="1837" y="1"/>
                    <a:pt x="1014" y="856"/>
                    <a:pt x="1014" y="1869"/>
                  </a:cubicBezTo>
                  <a:lnTo>
                    <a:pt x="1014" y="2027"/>
                  </a:lnTo>
                  <a:lnTo>
                    <a:pt x="507" y="2027"/>
                  </a:lnTo>
                  <a:cubicBezTo>
                    <a:pt x="222" y="2027"/>
                    <a:pt x="1" y="2281"/>
                    <a:pt x="1" y="2534"/>
                  </a:cubicBezTo>
                  <a:lnTo>
                    <a:pt x="1" y="4561"/>
                  </a:lnTo>
                  <a:cubicBezTo>
                    <a:pt x="1" y="4846"/>
                    <a:pt x="222" y="5068"/>
                    <a:pt x="507" y="5068"/>
                  </a:cubicBezTo>
                  <a:lnTo>
                    <a:pt x="9406" y="5068"/>
                  </a:lnTo>
                  <a:cubicBezTo>
                    <a:pt x="9691" y="5068"/>
                    <a:pt x="9913" y="4846"/>
                    <a:pt x="9913" y="4561"/>
                  </a:cubicBezTo>
                  <a:lnTo>
                    <a:pt x="9913" y="2534"/>
                  </a:lnTo>
                  <a:cubicBezTo>
                    <a:pt x="9913" y="2281"/>
                    <a:pt x="9691" y="2027"/>
                    <a:pt x="9406" y="2027"/>
                  </a:cubicBezTo>
                  <a:lnTo>
                    <a:pt x="8900" y="2027"/>
                  </a:lnTo>
                  <a:lnTo>
                    <a:pt x="8900" y="1869"/>
                  </a:lnTo>
                  <a:cubicBezTo>
                    <a:pt x="8900" y="856"/>
                    <a:pt x="8076" y="1"/>
                    <a:pt x="70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17;p50">
              <a:extLst>
                <a:ext uri="{FF2B5EF4-FFF2-40B4-BE49-F238E27FC236}">
                  <a16:creationId xmlns:a16="http://schemas.microsoft.com/office/drawing/2014/main" id="{63B4D659-C868-97CD-D058-CE0B0869BD4F}"/>
                </a:ext>
              </a:extLst>
            </p:cNvPr>
            <p:cNvSpPr/>
            <p:nvPr/>
          </p:nvSpPr>
          <p:spPr>
            <a:xfrm>
              <a:off x="807375" y="2315100"/>
              <a:ext cx="338075" cy="431675"/>
            </a:xfrm>
            <a:custGeom>
              <a:avLst/>
              <a:gdLst/>
              <a:ahLst/>
              <a:cxnLst/>
              <a:rect l="l" t="t" r="r" b="b"/>
              <a:pathLst>
                <a:path w="13523" h="17267" extrusionOk="0">
                  <a:moveTo>
                    <a:pt x="4824" y="1006"/>
                  </a:moveTo>
                  <a:cubicBezTo>
                    <a:pt x="4906" y="1006"/>
                    <a:pt x="4990" y="1024"/>
                    <a:pt x="5067" y="1063"/>
                  </a:cubicBezTo>
                  <a:lnTo>
                    <a:pt x="5479" y="1285"/>
                  </a:lnTo>
                  <a:lnTo>
                    <a:pt x="3104" y="5560"/>
                  </a:lnTo>
                  <a:lnTo>
                    <a:pt x="2692" y="5370"/>
                  </a:lnTo>
                  <a:cubicBezTo>
                    <a:pt x="2565" y="5307"/>
                    <a:pt x="2502" y="5212"/>
                    <a:pt x="2439" y="5054"/>
                  </a:cubicBezTo>
                  <a:cubicBezTo>
                    <a:pt x="2407" y="4927"/>
                    <a:pt x="2407" y="4768"/>
                    <a:pt x="2502" y="4673"/>
                  </a:cubicBezTo>
                  <a:lnTo>
                    <a:pt x="4370" y="1253"/>
                  </a:lnTo>
                  <a:cubicBezTo>
                    <a:pt x="4458" y="1099"/>
                    <a:pt x="4638" y="1006"/>
                    <a:pt x="4824" y="1006"/>
                  </a:cubicBezTo>
                  <a:close/>
                  <a:moveTo>
                    <a:pt x="6017" y="2520"/>
                  </a:moveTo>
                  <a:lnTo>
                    <a:pt x="6936" y="2995"/>
                  </a:lnTo>
                  <a:lnTo>
                    <a:pt x="5352" y="5877"/>
                  </a:lnTo>
                  <a:lnTo>
                    <a:pt x="4434" y="5402"/>
                  </a:lnTo>
                  <a:lnTo>
                    <a:pt x="6017" y="2520"/>
                  </a:lnTo>
                  <a:close/>
                  <a:moveTo>
                    <a:pt x="8202" y="2805"/>
                  </a:moveTo>
                  <a:lnTo>
                    <a:pt x="9089" y="3280"/>
                  </a:lnTo>
                  <a:lnTo>
                    <a:pt x="6714" y="7555"/>
                  </a:lnTo>
                  <a:lnTo>
                    <a:pt x="5827" y="7080"/>
                  </a:lnTo>
                  <a:lnTo>
                    <a:pt x="8202" y="2805"/>
                  </a:lnTo>
                  <a:close/>
                  <a:moveTo>
                    <a:pt x="9532" y="4515"/>
                  </a:moveTo>
                  <a:lnTo>
                    <a:pt x="10451" y="4990"/>
                  </a:lnTo>
                  <a:lnTo>
                    <a:pt x="8867" y="7872"/>
                  </a:lnTo>
                  <a:lnTo>
                    <a:pt x="7949" y="7397"/>
                  </a:lnTo>
                  <a:lnTo>
                    <a:pt x="9532" y="4515"/>
                  </a:lnTo>
                  <a:close/>
                  <a:moveTo>
                    <a:pt x="11749" y="4832"/>
                  </a:moveTo>
                  <a:lnTo>
                    <a:pt x="12193" y="5022"/>
                  </a:lnTo>
                  <a:cubicBezTo>
                    <a:pt x="12319" y="5085"/>
                    <a:pt x="12383" y="5180"/>
                    <a:pt x="12414" y="5339"/>
                  </a:cubicBezTo>
                  <a:cubicBezTo>
                    <a:pt x="12446" y="5465"/>
                    <a:pt x="12446" y="5624"/>
                    <a:pt x="12383" y="5719"/>
                  </a:cubicBezTo>
                  <a:lnTo>
                    <a:pt x="10483" y="9139"/>
                  </a:lnTo>
                  <a:cubicBezTo>
                    <a:pt x="10395" y="9293"/>
                    <a:pt x="10215" y="9386"/>
                    <a:pt x="10039" y="9386"/>
                  </a:cubicBezTo>
                  <a:cubicBezTo>
                    <a:pt x="9962" y="9386"/>
                    <a:pt x="9885" y="9368"/>
                    <a:pt x="9817" y="9329"/>
                  </a:cubicBezTo>
                  <a:lnTo>
                    <a:pt x="9374" y="9107"/>
                  </a:lnTo>
                  <a:lnTo>
                    <a:pt x="11749" y="4832"/>
                  </a:lnTo>
                  <a:close/>
                  <a:moveTo>
                    <a:pt x="5352" y="7999"/>
                  </a:moveTo>
                  <a:lnTo>
                    <a:pt x="6239" y="8474"/>
                  </a:lnTo>
                  <a:lnTo>
                    <a:pt x="2122" y="16106"/>
                  </a:lnTo>
                  <a:lnTo>
                    <a:pt x="1235" y="15631"/>
                  </a:lnTo>
                  <a:lnTo>
                    <a:pt x="5352" y="7999"/>
                  </a:lnTo>
                  <a:close/>
                  <a:moveTo>
                    <a:pt x="4819" y="1"/>
                  </a:moveTo>
                  <a:cubicBezTo>
                    <a:pt x="4276" y="1"/>
                    <a:pt x="3745" y="277"/>
                    <a:pt x="3484" y="778"/>
                  </a:cubicBezTo>
                  <a:lnTo>
                    <a:pt x="1584" y="4167"/>
                  </a:lnTo>
                  <a:cubicBezTo>
                    <a:pt x="1172" y="4895"/>
                    <a:pt x="1457" y="5845"/>
                    <a:pt x="2185" y="6225"/>
                  </a:cubicBezTo>
                  <a:lnTo>
                    <a:pt x="3072" y="6764"/>
                  </a:lnTo>
                  <a:cubicBezTo>
                    <a:pt x="3146" y="6791"/>
                    <a:pt x="3225" y="6806"/>
                    <a:pt x="3303" y="6806"/>
                  </a:cubicBezTo>
                  <a:cubicBezTo>
                    <a:pt x="3494" y="6806"/>
                    <a:pt x="3679" y="6721"/>
                    <a:pt x="3769" y="6542"/>
                  </a:cubicBezTo>
                  <a:lnTo>
                    <a:pt x="3927" y="6289"/>
                  </a:lnTo>
                  <a:lnTo>
                    <a:pt x="4814" y="6764"/>
                  </a:lnTo>
                  <a:lnTo>
                    <a:pt x="127" y="15536"/>
                  </a:lnTo>
                  <a:cubicBezTo>
                    <a:pt x="0" y="15789"/>
                    <a:pt x="63" y="16106"/>
                    <a:pt x="317" y="16201"/>
                  </a:cubicBezTo>
                  <a:lnTo>
                    <a:pt x="2090" y="17214"/>
                  </a:lnTo>
                  <a:cubicBezTo>
                    <a:pt x="2164" y="17251"/>
                    <a:pt x="2249" y="17267"/>
                    <a:pt x="2333" y="17267"/>
                  </a:cubicBezTo>
                  <a:cubicBezTo>
                    <a:pt x="2392" y="17267"/>
                    <a:pt x="2449" y="17259"/>
                    <a:pt x="2502" y="17246"/>
                  </a:cubicBezTo>
                  <a:cubicBezTo>
                    <a:pt x="2597" y="17214"/>
                    <a:pt x="2724" y="17119"/>
                    <a:pt x="2819" y="16993"/>
                  </a:cubicBezTo>
                  <a:lnTo>
                    <a:pt x="7474" y="8252"/>
                  </a:lnTo>
                  <a:lnTo>
                    <a:pt x="8392" y="8727"/>
                  </a:lnTo>
                  <a:lnTo>
                    <a:pt x="8234" y="9012"/>
                  </a:lnTo>
                  <a:cubicBezTo>
                    <a:pt x="8139" y="9139"/>
                    <a:pt x="8139" y="9234"/>
                    <a:pt x="8202" y="9392"/>
                  </a:cubicBezTo>
                  <a:cubicBezTo>
                    <a:pt x="8234" y="9519"/>
                    <a:pt x="8297" y="9645"/>
                    <a:pt x="8424" y="9740"/>
                  </a:cubicBezTo>
                  <a:lnTo>
                    <a:pt x="9342" y="10247"/>
                  </a:lnTo>
                  <a:cubicBezTo>
                    <a:pt x="9566" y="10369"/>
                    <a:pt x="9816" y="10429"/>
                    <a:pt x="10066" y="10429"/>
                  </a:cubicBezTo>
                  <a:cubicBezTo>
                    <a:pt x="10594" y="10429"/>
                    <a:pt x="11121" y="10161"/>
                    <a:pt x="11401" y="9645"/>
                  </a:cubicBezTo>
                  <a:lnTo>
                    <a:pt x="13301" y="6257"/>
                  </a:lnTo>
                  <a:cubicBezTo>
                    <a:pt x="13491" y="5877"/>
                    <a:pt x="13523" y="5497"/>
                    <a:pt x="13428" y="5085"/>
                  </a:cubicBezTo>
                  <a:cubicBezTo>
                    <a:pt x="13301" y="4705"/>
                    <a:pt x="13048" y="4388"/>
                    <a:pt x="12699" y="4167"/>
                  </a:cubicBezTo>
                  <a:lnTo>
                    <a:pt x="11781" y="3660"/>
                  </a:lnTo>
                  <a:cubicBezTo>
                    <a:pt x="11713" y="3621"/>
                    <a:pt x="11637" y="3603"/>
                    <a:pt x="11559" y="3603"/>
                  </a:cubicBezTo>
                  <a:cubicBezTo>
                    <a:pt x="11383" y="3603"/>
                    <a:pt x="11204" y="3696"/>
                    <a:pt x="11116" y="3850"/>
                  </a:cubicBezTo>
                  <a:lnTo>
                    <a:pt x="10958" y="4135"/>
                  </a:lnTo>
                  <a:lnTo>
                    <a:pt x="10039" y="3660"/>
                  </a:lnTo>
                  <a:lnTo>
                    <a:pt x="10198" y="3375"/>
                  </a:lnTo>
                  <a:cubicBezTo>
                    <a:pt x="10293" y="3280"/>
                    <a:pt x="10293" y="3153"/>
                    <a:pt x="10261" y="2995"/>
                  </a:cubicBezTo>
                  <a:cubicBezTo>
                    <a:pt x="10198" y="2868"/>
                    <a:pt x="10134" y="2742"/>
                    <a:pt x="10007" y="2678"/>
                  </a:cubicBezTo>
                  <a:lnTo>
                    <a:pt x="8234" y="1697"/>
                  </a:lnTo>
                  <a:cubicBezTo>
                    <a:pt x="8150" y="1654"/>
                    <a:pt x="8058" y="1633"/>
                    <a:pt x="7969" y="1633"/>
                  </a:cubicBezTo>
                  <a:cubicBezTo>
                    <a:pt x="7791" y="1633"/>
                    <a:pt x="7622" y="1718"/>
                    <a:pt x="7537" y="1887"/>
                  </a:cubicBezTo>
                  <a:lnTo>
                    <a:pt x="7379" y="2172"/>
                  </a:lnTo>
                  <a:lnTo>
                    <a:pt x="6492" y="1697"/>
                  </a:lnTo>
                  <a:lnTo>
                    <a:pt x="6651" y="1412"/>
                  </a:lnTo>
                  <a:cubicBezTo>
                    <a:pt x="6714" y="1285"/>
                    <a:pt x="6714" y="1158"/>
                    <a:pt x="6682" y="1000"/>
                  </a:cubicBezTo>
                  <a:cubicBezTo>
                    <a:pt x="6651" y="905"/>
                    <a:pt x="6556" y="778"/>
                    <a:pt x="6461" y="683"/>
                  </a:cubicBezTo>
                  <a:lnTo>
                    <a:pt x="5542" y="176"/>
                  </a:lnTo>
                  <a:cubicBezTo>
                    <a:pt x="5315" y="58"/>
                    <a:pt x="5066" y="1"/>
                    <a:pt x="48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2445;p51">
            <a:extLst>
              <a:ext uri="{FF2B5EF4-FFF2-40B4-BE49-F238E27FC236}">
                <a16:creationId xmlns:a16="http://schemas.microsoft.com/office/drawing/2014/main" id="{B80017BA-B69F-E513-1940-4903BEB2E8E6}"/>
              </a:ext>
            </a:extLst>
          </p:cNvPr>
          <p:cNvSpPr/>
          <p:nvPr/>
        </p:nvSpPr>
        <p:spPr>
          <a:xfrm>
            <a:off x="7048795" y="1410595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6" name="Google Shape;2450;p51">
            <a:extLst>
              <a:ext uri="{FF2B5EF4-FFF2-40B4-BE49-F238E27FC236}">
                <a16:creationId xmlns:a16="http://schemas.microsoft.com/office/drawing/2014/main" id="{7A384B31-0DAF-9D3E-845C-21F1481F9049}"/>
              </a:ext>
            </a:extLst>
          </p:cNvPr>
          <p:cNvGrpSpPr/>
          <p:nvPr/>
        </p:nvGrpSpPr>
        <p:grpSpPr>
          <a:xfrm>
            <a:off x="7132805" y="1482588"/>
            <a:ext cx="335980" cy="360013"/>
            <a:chOff x="2055125" y="1757375"/>
            <a:chExt cx="404600" cy="432500"/>
          </a:xfrm>
        </p:grpSpPr>
        <p:sp>
          <p:nvSpPr>
            <p:cNvPr id="17" name="Google Shape;2451;p51">
              <a:extLst>
                <a:ext uri="{FF2B5EF4-FFF2-40B4-BE49-F238E27FC236}">
                  <a16:creationId xmlns:a16="http://schemas.microsoft.com/office/drawing/2014/main" id="{4DFA38C8-B255-7217-5E56-2721EFE8D325}"/>
                </a:ext>
              </a:extLst>
            </p:cNvPr>
            <p:cNvSpPr/>
            <p:nvPr/>
          </p:nvSpPr>
          <p:spPr>
            <a:xfrm>
              <a:off x="2055125" y="1757375"/>
              <a:ext cx="404600" cy="432500"/>
            </a:xfrm>
            <a:custGeom>
              <a:avLst/>
              <a:gdLst/>
              <a:ahLst/>
              <a:cxnLst/>
              <a:rect l="l" t="t" r="r" b="b"/>
              <a:pathLst>
                <a:path w="16184" h="17300" extrusionOk="0">
                  <a:moveTo>
                    <a:pt x="11718" y="1014"/>
                  </a:moveTo>
                  <a:cubicBezTo>
                    <a:pt x="12446" y="2281"/>
                    <a:pt x="13713" y="3136"/>
                    <a:pt x="15170" y="3294"/>
                  </a:cubicBezTo>
                  <a:lnTo>
                    <a:pt x="15170" y="9090"/>
                  </a:lnTo>
                  <a:lnTo>
                    <a:pt x="15138" y="9090"/>
                  </a:lnTo>
                  <a:cubicBezTo>
                    <a:pt x="15170" y="12098"/>
                    <a:pt x="10135" y="15202"/>
                    <a:pt x="8171" y="16215"/>
                  </a:cubicBezTo>
                  <a:cubicBezTo>
                    <a:pt x="6176" y="15202"/>
                    <a:pt x="1109" y="12098"/>
                    <a:pt x="1204" y="9090"/>
                  </a:cubicBezTo>
                  <a:lnTo>
                    <a:pt x="1204" y="3294"/>
                  </a:lnTo>
                  <a:cubicBezTo>
                    <a:pt x="2629" y="3136"/>
                    <a:pt x="3927" y="2281"/>
                    <a:pt x="4624" y="1014"/>
                  </a:cubicBezTo>
                  <a:close/>
                  <a:moveTo>
                    <a:pt x="4276" y="1"/>
                  </a:moveTo>
                  <a:cubicBezTo>
                    <a:pt x="4086" y="1"/>
                    <a:pt x="3896" y="127"/>
                    <a:pt x="3801" y="286"/>
                  </a:cubicBezTo>
                  <a:cubicBezTo>
                    <a:pt x="3262" y="1521"/>
                    <a:pt x="1996" y="2312"/>
                    <a:pt x="634" y="2312"/>
                  </a:cubicBezTo>
                  <a:cubicBezTo>
                    <a:pt x="349" y="2312"/>
                    <a:pt x="127" y="2534"/>
                    <a:pt x="127" y="2819"/>
                  </a:cubicBezTo>
                  <a:lnTo>
                    <a:pt x="127" y="9090"/>
                  </a:lnTo>
                  <a:cubicBezTo>
                    <a:pt x="1" y="12731"/>
                    <a:pt x="5828" y="16247"/>
                    <a:pt x="7886" y="17228"/>
                  </a:cubicBezTo>
                  <a:cubicBezTo>
                    <a:pt x="7965" y="17276"/>
                    <a:pt x="8044" y="17300"/>
                    <a:pt x="8120" y="17300"/>
                  </a:cubicBezTo>
                  <a:cubicBezTo>
                    <a:pt x="8195" y="17300"/>
                    <a:pt x="8266" y="17276"/>
                    <a:pt x="8329" y="17228"/>
                  </a:cubicBezTo>
                  <a:cubicBezTo>
                    <a:pt x="10388" y="16247"/>
                    <a:pt x="16183" y="12731"/>
                    <a:pt x="16088" y="9090"/>
                  </a:cubicBezTo>
                  <a:lnTo>
                    <a:pt x="16088" y="2819"/>
                  </a:lnTo>
                  <a:cubicBezTo>
                    <a:pt x="16120" y="2534"/>
                    <a:pt x="15867" y="2312"/>
                    <a:pt x="15613" y="2312"/>
                  </a:cubicBezTo>
                  <a:cubicBezTo>
                    <a:pt x="14252" y="2312"/>
                    <a:pt x="12985" y="1521"/>
                    <a:pt x="12446" y="286"/>
                  </a:cubicBezTo>
                  <a:cubicBezTo>
                    <a:pt x="12351" y="96"/>
                    <a:pt x="12161" y="1"/>
                    <a:pt x="119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52;p51">
              <a:extLst>
                <a:ext uri="{FF2B5EF4-FFF2-40B4-BE49-F238E27FC236}">
                  <a16:creationId xmlns:a16="http://schemas.microsoft.com/office/drawing/2014/main" id="{A50755ED-3226-1577-9D9A-D5EA34BA616E}"/>
                </a:ext>
              </a:extLst>
            </p:cNvPr>
            <p:cNvSpPr/>
            <p:nvPr/>
          </p:nvSpPr>
          <p:spPr>
            <a:xfrm>
              <a:off x="2111350" y="1816750"/>
              <a:ext cx="292950" cy="303650"/>
            </a:xfrm>
            <a:custGeom>
              <a:avLst/>
              <a:gdLst/>
              <a:ahLst/>
              <a:cxnLst/>
              <a:rect l="l" t="t" r="r" b="b"/>
              <a:pathLst>
                <a:path w="11718" h="12146" extrusionOk="0">
                  <a:moveTo>
                    <a:pt x="8234" y="1014"/>
                  </a:moveTo>
                  <a:cubicBezTo>
                    <a:pt x="8772" y="1838"/>
                    <a:pt x="9596" y="2408"/>
                    <a:pt x="10577" y="2598"/>
                  </a:cubicBezTo>
                  <a:lnTo>
                    <a:pt x="10577" y="6113"/>
                  </a:lnTo>
                  <a:cubicBezTo>
                    <a:pt x="10672" y="7823"/>
                    <a:pt x="7727" y="10071"/>
                    <a:pt x="5859" y="11053"/>
                  </a:cubicBezTo>
                  <a:cubicBezTo>
                    <a:pt x="4022" y="10071"/>
                    <a:pt x="1077" y="7823"/>
                    <a:pt x="1172" y="6113"/>
                  </a:cubicBezTo>
                  <a:lnTo>
                    <a:pt x="1172" y="2598"/>
                  </a:lnTo>
                  <a:cubicBezTo>
                    <a:pt x="2154" y="2408"/>
                    <a:pt x="2977" y="1838"/>
                    <a:pt x="3484" y="1014"/>
                  </a:cubicBezTo>
                  <a:close/>
                  <a:moveTo>
                    <a:pt x="3167" y="1"/>
                  </a:moveTo>
                  <a:cubicBezTo>
                    <a:pt x="2977" y="1"/>
                    <a:pt x="2787" y="127"/>
                    <a:pt x="2692" y="286"/>
                  </a:cubicBezTo>
                  <a:cubicBezTo>
                    <a:pt x="2344" y="1077"/>
                    <a:pt x="1520" y="1648"/>
                    <a:pt x="633" y="1648"/>
                  </a:cubicBezTo>
                  <a:cubicBezTo>
                    <a:pt x="380" y="1648"/>
                    <a:pt x="127" y="1869"/>
                    <a:pt x="127" y="2154"/>
                  </a:cubicBezTo>
                  <a:lnTo>
                    <a:pt x="127" y="6113"/>
                  </a:lnTo>
                  <a:cubicBezTo>
                    <a:pt x="0" y="8551"/>
                    <a:pt x="3895" y="11212"/>
                    <a:pt x="5637" y="12098"/>
                  </a:cubicBezTo>
                  <a:cubicBezTo>
                    <a:pt x="5716" y="12130"/>
                    <a:pt x="5795" y="12146"/>
                    <a:pt x="5875" y="12146"/>
                  </a:cubicBezTo>
                  <a:cubicBezTo>
                    <a:pt x="5954" y="12146"/>
                    <a:pt x="6033" y="12130"/>
                    <a:pt x="6112" y="12098"/>
                  </a:cubicBezTo>
                  <a:cubicBezTo>
                    <a:pt x="7854" y="11212"/>
                    <a:pt x="11718" y="8551"/>
                    <a:pt x="11623" y="6113"/>
                  </a:cubicBezTo>
                  <a:lnTo>
                    <a:pt x="11623" y="2154"/>
                  </a:lnTo>
                  <a:cubicBezTo>
                    <a:pt x="11623" y="1869"/>
                    <a:pt x="11369" y="1648"/>
                    <a:pt x="11084" y="1648"/>
                  </a:cubicBezTo>
                  <a:cubicBezTo>
                    <a:pt x="10229" y="1648"/>
                    <a:pt x="9406" y="1109"/>
                    <a:pt x="9026" y="286"/>
                  </a:cubicBezTo>
                  <a:cubicBezTo>
                    <a:pt x="8962" y="96"/>
                    <a:pt x="8772" y="1"/>
                    <a:pt x="85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53;p51">
              <a:extLst>
                <a:ext uri="{FF2B5EF4-FFF2-40B4-BE49-F238E27FC236}">
                  <a16:creationId xmlns:a16="http://schemas.microsoft.com/office/drawing/2014/main" id="{3204E6C2-E2A7-3265-A5FB-CF1055C189B8}"/>
                </a:ext>
              </a:extLst>
            </p:cNvPr>
            <p:cNvSpPr/>
            <p:nvPr/>
          </p:nvSpPr>
          <p:spPr>
            <a:xfrm>
              <a:off x="2186550" y="1876925"/>
              <a:ext cx="144125" cy="159175"/>
            </a:xfrm>
            <a:custGeom>
              <a:avLst/>
              <a:gdLst/>
              <a:ahLst/>
              <a:cxnLst/>
              <a:rect l="l" t="t" r="r" b="b"/>
              <a:pathLst>
                <a:path w="5765" h="6367" extrusionOk="0">
                  <a:moveTo>
                    <a:pt x="2851" y="1711"/>
                  </a:moveTo>
                  <a:lnTo>
                    <a:pt x="3072" y="2186"/>
                  </a:lnTo>
                  <a:cubicBezTo>
                    <a:pt x="3136" y="2407"/>
                    <a:pt x="3326" y="2502"/>
                    <a:pt x="3548" y="2502"/>
                  </a:cubicBezTo>
                  <a:lnTo>
                    <a:pt x="4086" y="2502"/>
                  </a:lnTo>
                  <a:lnTo>
                    <a:pt x="3801" y="2819"/>
                  </a:lnTo>
                  <a:cubicBezTo>
                    <a:pt x="3643" y="3041"/>
                    <a:pt x="3643" y="3294"/>
                    <a:pt x="3801" y="3516"/>
                  </a:cubicBezTo>
                  <a:lnTo>
                    <a:pt x="4086" y="3833"/>
                  </a:lnTo>
                  <a:lnTo>
                    <a:pt x="3548" y="3833"/>
                  </a:lnTo>
                  <a:cubicBezTo>
                    <a:pt x="3326" y="3833"/>
                    <a:pt x="3136" y="3928"/>
                    <a:pt x="3072" y="4149"/>
                  </a:cubicBezTo>
                  <a:lnTo>
                    <a:pt x="2851" y="4624"/>
                  </a:lnTo>
                  <a:lnTo>
                    <a:pt x="2661" y="4149"/>
                  </a:lnTo>
                  <a:cubicBezTo>
                    <a:pt x="2597" y="3928"/>
                    <a:pt x="2376" y="3833"/>
                    <a:pt x="2186" y="3833"/>
                  </a:cubicBezTo>
                  <a:lnTo>
                    <a:pt x="1647" y="3833"/>
                  </a:lnTo>
                  <a:lnTo>
                    <a:pt x="1901" y="3516"/>
                  </a:lnTo>
                  <a:cubicBezTo>
                    <a:pt x="2059" y="3294"/>
                    <a:pt x="2059" y="3041"/>
                    <a:pt x="1901" y="2819"/>
                  </a:cubicBezTo>
                  <a:lnTo>
                    <a:pt x="1647" y="2502"/>
                  </a:lnTo>
                  <a:lnTo>
                    <a:pt x="2186" y="2502"/>
                  </a:lnTo>
                  <a:cubicBezTo>
                    <a:pt x="2376" y="2502"/>
                    <a:pt x="2597" y="2407"/>
                    <a:pt x="2661" y="2186"/>
                  </a:cubicBezTo>
                  <a:lnTo>
                    <a:pt x="2851" y="1711"/>
                  </a:lnTo>
                  <a:close/>
                  <a:moveTo>
                    <a:pt x="2867" y="1"/>
                  </a:moveTo>
                  <a:cubicBezTo>
                    <a:pt x="2677" y="1"/>
                    <a:pt x="2487" y="96"/>
                    <a:pt x="2407" y="286"/>
                  </a:cubicBezTo>
                  <a:lnTo>
                    <a:pt x="1869" y="1521"/>
                  </a:lnTo>
                  <a:lnTo>
                    <a:pt x="571" y="1521"/>
                  </a:lnTo>
                  <a:cubicBezTo>
                    <a:pt x="349" y="1521"/>
                    <a:pt x="159" y="1647"/>
                    <a:pt x="96" y="1806"/>
                  </a:cubicBezTo>
                  <a:cubicBezTo>
                    <a:pt x="1" y="1996"/>
                    <a:pt x="32" y="2186"/>
                    <a:pt x="159" y="2344"/>
                  </a:cubicBezTo>
                  <a:lnTo>
                    <a:pt x="887" y="3199"/>
                  </a:lnTo>
                  <a:lnTo>
                    <a:pt x="159" y="4023"/>
                  </a:lnTo>
                  <a:cubicBezTo>
                    <a:pt x="32" y="4181"/>
                    <a:pt x="1" y="4371"/>
                    <a:pt x="96" y="4561"/>
                  </a:cubicBezTo>
                  <a:cubicBezTo>
                    <a:pt x="159" y="4783"/>
                    <a:pt x="349" y="4846"/>
                    <a:pt x="571" y="4846"/>
                  </a:cubicBezTo>
                  <a:lnTo>
                    <a:pt x="1869" y="4846"/>
                  </a:lnTo>
                  <a:lnTo>
                    <a:pt x="2407" y="6081"/>
                  </a:lnTo>
                  <a:cubicBezTo>
                    <a:pt x="2487" y="6271"/>
                    <a:pt x="2677" y="6366"/>
                    <a:pt x="2867" y="6366"/>
                  </a:cubicBezTo>
                  <a:cubicBezTo>
                    <a:pt x="3057" y="6366"/>
                    <a:pt x="3247" y="6271"/>
                    <a:pt x="3326" y="6081"/>
                  </a:cubicBezTo>
                  <a:lnTo>
                    <a:pt x="3896" y="4846"/>
                  </a:lnTo>
                  <a:lnTo>
                    <a:pt x="5194" y="4846"/>
                  </a:lnTo>
                  <a:cubicBezTo>
                    <a:pt x="5384" y="4846"/>
                    <a:pt x="5543" y="4719"/>
                    <a:pt x="5669" y="4561"/>
                  </a:cubicBezTo>
                  <a:cubicBezTo>
                    <a:pt x="5733" y="4371"/>
                    <a:pt x="5701" y="4181"/>
                    <a:pt x="5606" y="4023"/>
                  </a:cubicBezTo>
                  <a:lnTo>
                    <a:pt x="4878" y="3199"/>
                  </a:lnTo>
                  <a:lnTo>
                    <a:pt x="5606" y="2344"/>
                  </a:lnTo>
                  <a:cubicBezTo>
                    <a:pt x="5701" y="2186"/>
                    <a:pt x="5764" y="1964"/>
                    <a:pt x="5669" y="1806"/>
                  </a:cubicBezTo>
                  <a:cubicBezTo>
                    <a:pt x="5606" y="1616"/>
                    <a:pt x="5384" y="1521"/>
                    <a:pt x="5194" y="1521"/>
                  </a:cubicBezTo>
                  <a:lnTo>
                    <a:pt x="3896" y="1521"/>
                  </a:lnTo>
                  <a:lnTo>
                    <a:pt x="3326" y="286"/>
                  </a:lnTo>
                  <a:cubicBezTo>
                    <a:pt x="3247" y="96"/>
                    <a:pt x="3057" y="1"/>
                    <a:pt x="28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5" name="Google Shape;2895;p6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r>
              <a:rPr lang="en"/>
              <a:t>PIPELINE INTELIGENTE</a:t>
            </a:r>
            <a:endParaRPr lang="es-ES"/>
          </a:p>
        </p:txBody>
      </p:sp>
      <p:cxnSp>
        <p:nvCxnSpPr>
          <p:cNvPr id="2896" name="Google Shape;2896;p66"/>
          <p:cNvCxnSpPr>
            <a:stCxn id="2897" idx="3"/>
            <a:endCxn id="2898" idx="1"/>
          </p:cNvCxnSpPr>
          <p:nvPr/>
        </p:nvCxnSpPr>
        <p:spPr>
          <a:xfrm>
            <a:off x="4255500" y="1544400"/>
            <a:ext cx="6336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9" name="Google Shape;2899;p66"/>
          <p:cNvCxnSpPr>
            <a:stCxn id="2898" idx="2"/>
            <a:endCxn id="2900" idx="0"/>
          </p:cNvCxnSpPr>
          <p:nvPr/>
        </p:nvCxnSpPr>
        <p:spPr>
          <a:xfrm rot="5400000">
            <a:off x="4228500" y="1571400"/>
            <a:ext cx="687600" cy="1137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1" name="Google Shape;2901;p66"/>
          <p:cNvCxnSpPr>
            <a:stCxn id="2900" idx="3"/>
            <a:endCxn id="2902" idx="1"/>
          </p:cNvCxnSpPr>
          <p:nvPr/>
        </p:nvCxnSpPr>
        <p:spPr>
          <a:xfrm>
            <a:off x="4255500" y="2736000"/>
            <a:ext cx="6336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3" name="Google Shape;2903;p66"/>
          <p:cNvCxnSpPr>
            <a:stCxn id="2902" idx="2"/>
            <a:endCxn id="2904" idx="0"/>
          </p:cNvCxnSpPr>
          <p:nvPr/>
        </p:nvCxnSpPr>
        <p:spPr>
          <a:xfrm rot="5400000">
            <a:off x="4228950" y="2762550"/>
            <a:ext cx="686700" cy="1137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5" name="Google Shape;2905;p66"/>
          <p:cNvCxnSpPr>
            <a:stCxn id="2904" idx="3"/>
            <a:endCxn id="2906" idx="1"/>
          </p:cNvCxnSpPr>
          <p:nvPr/>
        </p:nvCxnSpPr>
        <p:spPr>
          <a:xfrm>
            <a:off x="4255500" y="3926700"/>
            <a:ext cx="6336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04" name="Google Shape;2904;p66"/>
          <p:cNvSpPr/>
          <p:nvPr/>
        </p:nvSpPr>
        <p:spPr>
          <a:xfrm>
            <a:off x="3751500" y="3674700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898" name="Google Shape;2898;p66"/>
          <p:cNvSpPr/>
          <p:nvPr/>
        </p:nvSpPr>
        <p:spPr>
          <a:xfrm>
            <a:off x="4889100" y="1292400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06" name="Google Shape;2906;p66"/>
          <p:cNvSpPr/>
          <p:nvPr/>
        </p:nvSpPr>
        <p:spPr>
          <a:xfrm>
            <a:off x="4889100" y="3674700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02" name="Google Shape;2902;p66"/>
          <p:cNvSpPr/>
          <p:nvPr/>
        </p:nvSpPr>
        <p:spPr>
          <a:xfrm>
            <a:off x="4889100" y="2484000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897" name="Google Shape;2897;p66"/>
          <p:cNvSpPr/>
          <p:nvPr/>
        </p:nvSpPr>
        <p:spPr>
          <a:xfrm>
            <a:off x="3751500" y="1292400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00" name="Google Shape;2900;p66"/>
          <p:cNvSpPr/>
          <p:nvPr/>
        </p:nvSpPr>
        <p:spPr>
          <a:xfrm>
            <a:off x="3751500" y="2484000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907" name="Google Shape;2907;p66"/>
          <p:cNvGrpSpPr/>
          <p:nvPr/>
        </p:nvGrpSpPr>
        <p:grpSpPr>
          <a:xfrm>
            <a:off x="4961100" y="1364400"/>
            <a:ext cx="359999" cy="359999"/>
            <a:chOff x="-33673825" y="1916675"/>
            <a:chExt cx="291450" cy="291450"/>
          </a:xfrm>
        </p:grpSpPr>
        <p:sp>
          <p:nvSpPr>
            <p:cNvPr id="2908" name="Google Shape;2908;p66"/>
            <p:cNvSpPr/>
            <p:nvPr/>
          </p:nvSpPr>
          <p:spPr>
            <a:xfrm>
              <a:off x="-33486375" y="1950550"/>
              <a:ext cx="85875" cy="85075"/>
            </a:xfrm>
            <a:custGeom>
              <a:avLst/>
              <a:gdLst/>
              <a:ahLst/>
              <a:cxnLst/>
              <a:rect l="l" t="t" r="r" b="b"/>
              <a:pathLst>
                <a:path w="3435" h="3403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1072" y="693"/>
                  </a:lnTo>
                  <a:cubicBezTo>
                    <a:pt x="1639" y="693"/>
                    <a:pt x="2111" y="1166"/>
                    <a:pt x="2111" y="1733"/>
                  </a:cubicBezTo>
                  <a:lnTo>
                    <a:pt x="2111" y="2269"/>
                  </a:lnTo>
                  <a:lnTo>
                    <a:pt x="1985" y="2174"/>
                  </a:lnTo>
                  <a:cubicBezTo>
                    <a:pt x="1922" y="2111"/>
                    <a:pt x="1836" y="2080"/>
                    <a:pt x="1749" y="2080"/>
                  </a:cubicBezTo>
                  <a:cubicBezTo>
                    <a:pt x="1663" y="2080"/>
                    <a:pt x="1576" y="2111"/>
                    <a:pt x="1513" y="2174"/>
                  </a:cubicBezTo>
                  <a:cubicBezTo>
                    <a:pt x="1387" y="2269"/>
                    <a:pt x="1387" y="2521"/>
                    <a:pt x="1513" y="2647"/>
                  </a:cubicBezTo>
                  <a:lnTo>
                    <a:pt x="2174" y="3308"/>
                  </a:lnTo>
                  <a:cubicBezTo>
                    <a:pt x="2237" y="3371"/>
                    <a:pt x="2324" y="3403"/>
                    <a:pt x="2411" y="3403"/>
                  </a:cubicBezTo>
                  <a:cubicBezTo>
                    <a:pt x="2497" y="3403"/>
                    <a:pt x="2584" y="3371"/>
                    <a:pt x="2647" y="3308"/>
                  </a:cubicBezTo>
                  <a:lnTo>
                    <a:pt x="3309" y="2647"/>
                  </a:lnTo>
                  <a:cubicBezTo>
                    <a:pt x="3435" y="2521"/>
                    <a:pt x="3435" y="2269"/>
                    <a:pt x="3309" y="2174"/>
                  </a:cubicBezTo>
                  <a:cubicBezTo>
                    <a:pt x="3261" y="2111"/>
                    <a:pt x="3175" y="2080"/>
                    <a:pt x="3084" y="2080"/>
                  </a:cubicBezTo>
                  <a:cubicBezTo>
                    <a:pt x="2994" y="2080"/>
                    <a:pt x="2899" y="2111"/>
                    <a:pt x="2836" y="2174"/>
                  </a:cubicBezTo>
                  <a:lnTo>
                    <a:pt x="2742" y="2269"/>
                  </a:lnTo>
                  <a:lnTo>
                    <a:pt x="2742" y="1733"/>
                  </a:lnTo>
                  <a:cubicBezTo>
                    <a:pt x="2773" y="788"/>
                    <a:pt x="1985" y="0"/>
                    <a:pt x="10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66"/>
            <p:cNvSpPr/>
            <p:nvPr/>
          </p:nvSpPr>
          <p:spPr>
            <a:xfrm>
              <a:off x="-33605300" y="2122250"/>
              <a:ext cx="85075" cy="85875"/>
            </a:xfrm>
            <a:custGeom>
              <a:avLst/>
              <a:gdLst/>
              <a:ahLst/>
              <a:cxnLst/>
              <a:rect l="l" t="t" r="r" b="b"/>
              <a:pathLst>
                <a:path w="3403" h="3435" extrusionOk="0">
                  <a:moveTo>
                    <a:pt x="1024" y="0"/>
                  </a:moveTo>
                  <a:cubicBezTo>
                    <a:pt x="938" y="0"/>
                    <a:pt x="851" y="32"/>
                    <a:pt x="788" y="95"/>
                  </a:cubicBezTo>
                  <a:lnTo>
                    <a:pt x="126" y="756"/>
                  </a:lnTo>
                  <a:cubicBezTo>
                    <a:pt x="0" y="882"/>
                    <a:pt x="0" y="1134"/>
                    <a:pt x="126" y="1229"/>
                  </a:cubicBezTo>
                  <a:cubicBezTo>
                    <a:pt x="189" y="1292"/>
                    <a:pt x="276" y="1323"/>
                    <a:pt x="363" y="1323"/>
                  </a:cubicBezTo>
                  <a:cubicBezTo>
                    <a:pt x="449" y="1323"/>
                    <a:pt x="536" y="1292"/>
                    <a:pt x="599" y="1229"/>
                  </a:cubicBezTo>
                  <a:lnTo>
                    <a:pt x="725" y="1134"/>
                  </a:lnTo>
                  <a:lnTo>
                    <a:pt x="725" y="1670"/>
                  </a:lnTo>
                  <a:cubicBezTo>
                    <a:pt x="662" y="2174"/>
                    <a:pt x="820" y="2615"/>
                    <a:pt x="1135" y="2930"/>
                  </a:cubicBezTo>
                  <a:cubicBezTo>
                    <a:pt x="1450" y="3245"/>
                    <a:pt x="1891" y="3434"/>
                    <a:pt x="2363" y="3434"/>
                  </a:cubicBezTo>
                  <a:lnTo>
                    <a:pt x="3025" y="3434"/>
                  </a:lnTo>
                  <a:cubicBezTo>
                    <a:pt x="3245" y="3434"/>
                    <a:pt x="3403" y="3277"/>
                    <a:pt x="3403" y="3088"/>
                  </a:cubicBezTo>
                  <a:cubicBezTo>
                    <a:pt x="3403" y="2899"/>
                    <a:pt x="3245" y="2741"/>
                    <a:pt x="3025" y="2741"/>
                  </a:cubicBezTo>
                  <a:lnTo>
                    <a:pt x="2363" y="2741"/>
                  </a:lnTo>
                  <a:cubicBezTo>
                    <a:pt x="1828" y="2741"/>
                    <a:pt x="1355" y="2269"/>
                    <a:pt x="1355" y="1670"/>
                  </a:cubicBezTo>
                  <a:lnTo>
                    <a:pt x="1355" y="1134"/>
                  </a:lnTo>
                  <a:lnTo>
                    <a:pt x="1450" y="1229"/>
                  </a:lnTo>
                  <a:cubicBezTo>
                    <a:pt x="1513" y="1292"/>
                    <a:pt x="1607" y="1323"/>
                    <a:pt x="1698" y="1323"/>
                  </a:cubicBezTo>
                  <a:cubicBezTo>
                    <a:pt x="1788" y="1323"/>
                    <a:pt x="1875" y="1292"/>
                    <a:pt x="1922" y="1229"/>
                  </a:cubicBezTo>
                  <a:cubicBezTo>
                    <a:pt x="2048" y="1134"/>
                    <a:pt x="2048" y="882"/>
                    <a:pt x="1922" y="756"/>
                  </a:cubicBezTo>
                  <a:lnTo>
                    <a:pt x="1261" y="95"/>
                  </a:lnTo>
                  <a:cubicBezTo>
                    <a:pt x="1198" y="32"/>
                    <a:pt x="1111" y="0"/>
                    <a:pt x="10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66"/>
            <p:cNvSpPr/>
            <p:nvPr/>
          </p:nvSpPr>
          <p:spPr>
            <a:xfrm>
              <a:off x="-33673825" y="1916675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3718" y="694"/>
                  </a:moveTo>
                  <a:cubicBezTo>
                    <a:pt x="5073" y="694"/>
                    <a:pt x="6144" y="1733"/>
                    <a:pt x="6144" y="3088"/>
                  </a:cubicBezTo>
                  <a:lnTo>
                    <a:pt x="6144" y="3466"/>
                  </a:lnTo>
                  <a:lnTo>
                    <a:pt x="6081" y="3466"/>
                  </a:lnTo>
                  <a:cubicBezTo>
                    <a:pt x="5986" y="2647"/>
                    <a:pt x="5262" y="2048"/>
                    <a:pt x="4411" y="2048"/>
                  </a:cubicBezTo>
                  <a:lnTo>
                    <a:pt x="3025" y="2048"/>
                  </a:lnTo>
                  <a:cubicBezTo>
                    <a:pt x="2143" y="2048"/>
                    <a:pt x="1481" y="2678"/>
                    <a:pt x="1324" y="3466"/>
                  </a:cubicBezTo>
                  <a:lnTo>
                    <a:pt x="1292" y="3466"/>
                  </a:lnTo>
                  <a:lnTo>
                    <a:pt x="1292" y="3088"/>
                  </a:lnTo>
                  <a:cubicBezTo>
                    <a:pt x="1355" y="1733"/>
                    <a:pt x="2426" y="694"/>
                    <a:pt x="3718" y="694"/>
                  </a:cubicBezTo>
                  <a:close/>
                  <a:moveTo>
                    <a:pt x="4380" y="2741"/>
                  </a:moveTo>
                  <a:cubicBezTo>
                    <a:pt x="4915" y="2741"/>
                    <a:pt x="5388" y="3214"/>
                    <a:pt x="5388" y="3750"/>
                  </a:cubicBezTo>
                  <a:lnTo>
                    <a:pt x="5388" y="4096"/>
                  </a:lnTo>
                  <a:lnTo>
                    <a:pt x="5388" y="4096"/>
                  </a:lnTo>
                  <a:cubicBezTo>
                    <a:pt x="5153" y="4096"/>
                    <a:pt x="4907" y="4091"/>
                    <a:pt x="4821" y="4033"/>
                  </a:cubicBezTo>
                  <a:cubicBezTo>
                    <a:pt x="4789" y="4002"/>
                    <a:pt x="4758" y="3876"/>
                    <a:pt x="4758" y="3781"/>
                  </a:cubicBezTo>
                  <a:cubicBezTo>
                    <a:pt x="4758" y="3592"/>
                    <a:pt x="4600" y="3435"/>
                    <a:pt x="4411" y="3435"/>
                  </a:cubicBezTo>
                  <a:cubicBezTo>
                    <a:pt x="4191" y="3435"/>
                    <a:pt x="4033" y="3592"/>
                    <a:pt x="4033" y="3781"/>
                  </a:cubicBezTo>
                  <a:cubicBezTo>
                    <a:pt x="4033" y="3876"/>
                    <a:pt x="4033" y="4002"/>
                    <a:pt x="3970" y="4033"/>
                  </a:cubicBezTo>
                  <a:cubicBezTo>
                    <a:pt x="3907" y="4096"/>
                    <a:pt x="3757" y="4112"/>
                    <a:pt x="3576" y="4112"/>
                  </a:cubicBezTo>
                  <a:cubicBezTo>
                    <a:pt x="3395" y="4112"/>
                    <a:pt x="3182" y="4096"/>
                    <a:pt x="2993" y="4096"/>
                  </a:cubicBezTo>
                  <a:lnTo>
                    <a:pt x="1954" y="4096"/>
                  </a:lnTo>
                  <a:lnTo>
                    <a:pt x="1954" y="3750"/>
                  </a:lnTo>
                  <a:cubicBezTo>
                    <a:pt x="1954" y="3214"/>
                    <a:pt x="2426" y="2741"/>
                    <a:pt x="2993" y="2741"/>
                  </a:cubicBezTo>
                  <a:close/>
                  <a:moveTo>
                    <a:pt x="1009" y="4065"/>
                  </a:moveTo>
                  <a:cubicBezTo>
                    <a:pt x="1198" y="4065"/>
                    <a:pt x="1355" y="4222"/>
                    <a:pt x="1355" y="4411"/>
                  </a:cubicBezTo>
                  <a:lnTo>
                    <a:pt x="1355" y="5104"/>
                  </a:lnTo>
                  <a:cubicBezTo>
                    <a:pt x="1355" y="5293"/>
                    <a:pt x="1198" y="5451"/>
                    <a:pt x="1009" y="5451"/>
                  </a:cubicBezTo>
                  <a:cubicBezTo>
                    <a:pt x="820" y="5451"/>
                    <a:pt x="662" y="5293"/>
                    <a:pt x="662" y="5104"/>
                  </a:cubicBezTo>
                  <a:lnTo>
                    <a:pt x="662" y="4411"/>
                  </a:lnTo>
                  <a:cubicBezTo>
                    <a:pt x="662" y="4222"/>
                    <a:pt x="820" y="4065"/>
                    <a:pt x="1009" y="4065"/>
                  </a:cubicBezTo>
                  <a:close/>
                  <a:moveTo>
                    <a:pt x="6490" y="4096"/>
                  </a:moveTo>
                  <a:cubicBezTo>
                    <a:pt x="6679" y="4096"/>
                    <a:pt x="6837" y="4254"/>
                    <a:pt x="6837" y="4474"/>
                  </a:cubicBezTo>
                  <a:lnTo>
                    <a:pt x="6837" y="5136"/>
                  </a:lnTo>
                  <a:cubicBezTo>
                    <a:pt x="6837" y="5325"/>
                    <a:pt x="6679" y="5482"/>
                    <a:pt x="6490" y="5482"/>
                  </a:cubicBezTo>
                  <a:cubicBezTo>
                    <a:pt x="6301" y="5482"/>
                    <a:pt x="6144" y="5325"/>
                    <a:pt x="6144" y="5136"/>
                  </a:cubicBezTo>
                  <a:lnTo>
                    <a:pt x="6144" y="4474"/>
                  </a:lnTo>
                  <a:cubicBezTo>
                    <a:pt x="6144" y="4254"/>
                    <a:pt x="6301" y="4096"/>
                    <a:pt x="6490" y="4096"/>
                  </a:cubicBezTo>
                  <a:close/>
                  <a:moveTo>
                    <a:pt x="4443" y="4537"/>
                  </a:moveTo>
                  <a:cubicBezTo>
                    <a:pt x="4726" y="4726"/>
                    <a:pt x="5073" y="4789"/>
                    <a:pt x="5451" y="4789"/>
                  </a:cubicBezTo>
                  <a:lnTo>
                    <a:pt x="5451" y="5136"/>
                  </a:lnTo>
                  <a:cubicBezTo>
                    <a:pt x="5451" y="6081"/>
                    <a:pt x="4663" y="6869"/>
                    <a:pt x="3718" y="6869"/>
                  </a:cubicBezTo>
                  <a:cubicBezTo>
                    <a:pt x="2773" y="6869"/>
                    <a:pt x="2048" y="6081"/>
                    <a:pt x="2048" y="5136"/>
                  </a:cubicBezTo>
                  <a:lnTo>
                    <a:pt x="2048" y="4789"/>
                  </a:lnTo>
                  <a:lnTo>
                    <a:pt x="3056" y="4789"/>
                  </a:lnTo>
                  <a:cubicBezTo>
                    <a:pt x="3148" y="4789"/>
                    <a:pt x="3241" y="4790"/>
                    <a:pt x="3333" y="4790"/>
                  </a:cubicBezTo>
                  <a:cubicBezTo>
                    <a:pt x="3749" y="4790"/>
                    <a:pt x="4159" y="4769"/>
                    <a:pt x="4443" y="4537"/>
                  </a:cubicBezTo>
                  <a:close/>
                  <a:moveTo>
                    <a:pt x="3813" y="1"/>
                  </a:moveTo>
                  <a:cubicBezTo>
                    <a:pt x="2111" y="1"/>
                    <a:pt x="725" y="1387"/>
                    <a:pt x="725" y="3088"/>
                  </a:cubicBezTo>
                  <a:lnTo>
                    <a:pt x="725" y="3466"/>
                  </a:lnTo>
                  <a:cubicBezTo>
                    <a:pt x="347" y="3624"/>
                    <a:pt x="63" y="4002"/>
                    <a:pt x="63" y="4474"/>
                  </a:cubicBezTo>
                  <a:lnTo>
                    <a:pt x="63" y="5136"/>
                  </a:lnTo>
                  <a:cubicBezTo>
                    <a:pt x="0" y="5671"/>
                    <a:pt x="473" y="6144"/>
                    <a:pt x="1009" y="6144"/>
                  </a:cubicBezTo>
                  <a:cubicBezTo>
                    <a:pt x="1198" y="6144"/>
                    <a:pt x="1355" y="6112"/>
                    <a:pt x="1513" y="6049"/>
                  </a:cubicBezTo>
                  <a:cubicBezTo>
                    <a:pt x="1891" y="6932"/>
                    <a:pt x="2741" y="7562"/>
                    <a:pt x="3781" y="7562"/>
                  </a:cubicBezTo>
                  <a:cubicBezTo>
                    <a:pt x="4789" y="7562"/>
                    <a:pt x="5671" y="6932"/>
                    <a:pt x="6018" y="6049"/>
                  </a:cubicBezTo>
                  <a:cubicBezTo>
                    <a:pt x="6175" y="6112"/>
                    <a:pt x="6333" y="6144"/>
                    <a:pt x="6522" y="6144"/>
                  </a:cubicBezTo>
                  <a:cubicBezTo>
                    <a:pt x="7089" y="6144"/>
                    <a:pt x="7562" y="5671"/>
                    <a:pt x="7562" y="5136"/>
                  </a:cubicBezTo>
                  <a:lnTo>
                    <a:pt x="7562" y="4474"/>
                  </a:lnTo>
                  <a:cubicBezTo>
                    <a:pt x="7562" y="4033"/>
                    <a:pt x="7278" y="3624"/>
                    <a:pt x="6869" y="3466"/>
                  </a:cubicBezTo>
                  <a:lnTo>
                    <a:pt x="6869" y="3088"/>
                  </a:lnTo>
                  <a:cubicBezTo>
                    <a:pt x="6869" y="1387"/>
                    <a:pt x="5514" y="1"/>
                    <a:pt x="38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66"/>
            <p:cNvSpPr/>
            <p:nvPr/>
          </p:nvSpPr>
          <p:spPr>
            <a:xfrm>
              <a:off x="-33503700" y="2070250"/>
              <a:ext cx="121325" cy="137075"/>
            </a:xfrm>
            <a:custGeom>
              <a:avLst/>
              <a:gdLst/>
              <a:ahLst/>
              <a:cxnLst/>
              <a:rect l="l" t="t" r="r" b="b"/>
              <a:pathLst>
                <a:path w="4853" h="5483" extrusionOk="0">
                  <a:moveTo>
                    <a:pt x="3151" y="726"/>
                  </a:moveTo>
                  <a:cubicBezTo>
                    <a:pt x="3687" y="726"/>
                    <a:pt x="4222" y="1198"/>
                    <a:pt x="4222" y="1734"/>
                  </a:cubicBezTo>
                  <a:lnTo>
                    <a:pt x="4222" y="2112"/>
                  </a:lnTo>
                  <a:cubicBezTo>
                    <a:pt x="3939" y="2112"/>
                    <a:pt x="3655" y="2112"/>
                    <a:pt x="3592" y="1986"/>
                  </a:cubicBezTo>
                  <a:cubicBezTo>
                    <a:pt x="3529" y="1954"/>
                    <a:pt x="3498" y="1828"/>
                    <a:pt x="3498" y="1734"/>
                  </a:cubicBezTo>
                  <a:cubicBezTo>
                    <a:pt x="3498" y="1545"/>
                    <a:pt x="3340" y="1387"/>
                    <a:pt x="3151" y="1387"/>
                  </a:cubicBezTo>
                  <a:cubicBezTo>
                    <a:pt x="2962" y="1387"/>
                    <a:pt x="2804" y="1545"/>
                    <a:pt x="2804" y="1734"/>
                  </a:cubicBezTo>
                  <a:cubicBezTo>
                    <a:pt x="2804" y="1828"/>
                    <a:pt x="2804" y="1954"/>
                    <a:pt x="2710" y="1986"/>
                  </a:cubicBezTo>
                  <a:cubicBezTo>
                    <a:pt x="2636" y="2060"/>
                    <a:pt x="2487" y="2090"/>
                    <a:pt x="2312" y="2090"/>
                  </a:cubicBezTo>
                  <a:cubicBezTo>
                    <a:pt x="2189" y="2090"/>
                    <a:pt x="2053" y="2075"/>
                    <a:pt x="1922" y="2049"/>
                  </a:cubicBezTo>
                  <a:lnTo>
                    <a:pt x="694" y="2049"/>
                  </a:lnTo>
                  <a:lnTo>
                    <a:pt x="694" y="1734"/>
                  </a:lnTo>
                  <a:cubicBezTo>
                    <a:pt x="694" y="1198"/>
                    <a:pt x="1166" y="726"/>
                    <a:pt x="1765" y="726"/>
                  </a:cubicBezTo>
                  <a:close/>
                  <a:moveTo>
                    <a:pt x="3151" y="2521"/>
                  </a:moveTo>
                  <a:cubicBezTo>
                    <a:pt x="3435" y="2742"/>
                    <a:pt x="3813" y="2773"/>
                    <a:pt x="4222" y="2773"/>
                  </a:cubicBezTo>
                  <a:lnTo>
                    <a:pt x="4222" y="3120"/>
                  </a:lnTo>
                  <a:cubicBezTo>
                    <a:pt x="4159" y="4034"/>
                    <a:pt x="3372" y="4853"/>
                    <a:pt x="2426" y="4853"/>
                  </a:cubicBezTo>
                  <a:cubicBezTo>
                    <a:pt x="1481" y="4853"/>
                    <a:pt x="694" y="4065"/>
                    <a:pt x="694" y="3120"/>
                  </a:cubicBezTo>
                  <a:lnTo>
                    <a:pt x="694" y="2773"/>
                  </a:lnTo>
                  <a:lnTo>
                    <a:pt x="1765" y="2773"/>
                  </a:lnTo>
                  <a:cubicBezTo>
                    <a:pt x="1859" y="2773"/>
                    <a:pt x="2836" y="2773"/>
                    <a:pt x="3151" y="2521"/>
                  </a:cubicBezTo>
                  <a:close/>
                  <a:moveTo>
                    <a:pt x="1733" y="1"/>
                  </a:moveTo>
                  <a:cubicBezTo>
                    <a:pt x="788" y="1"/>
                    <a:pt x="1" y="757"/>
                    <a:pt x="1" y="1702"/>
                  </a:cubicBezTo>
                  <a:lnTo>
                    <a:pt x="1" y="3088"/>
                  </a:lnTo>
                  <a:cubicBezTo>
                    <a:pt x="1" y="4412"/>
                    <a:pt x="1103" y="5483"/>
                    <a:pt x="2395" y="5483"/>
                  </a:cubicBezTo>
                  <a:cubicBezTo>
                    <a:pt x="3750" y="5483"/>
                    <a:pt x="4789" y="4380"/>
                    <a:pt x="4789" y="3088"/>
                  </a:cubicBezTo>
                  <a:lnTo>
                    <a:pt x="4789" y="1702"/>
                  </a:lnTo>
                  <a:cubicBezTo>
                    <a:pt x="4852" y="789"/>
                    <a:pt x="4065" y="1"/>
                    <a:pt x="31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12" name="Google Shape;2912;p66"/>
          <p:cNvSpPr/>
          <p:nvPr/>
        </p:nvSpPr>
        <p:spPr>
          <a:xfrm>
            <a:off x="4961103" y="3748515"/>
            <a:ext cx="359993" cy="356370"/>
          </a:xfrm>
          <a:custGeom>
            <a:avLst/>
            <a:gdLst/>
            <a:ahLst/>
            <a:cxnLst/>
            <a:rect l="l" t="t" r="r" b="b"/>
            <a:pathLst>
              <a:path w="11752" h="11690" extrusionOk="0">
                <a:moveTo>
                  <a:pt x="5923" y="694"/>
                </a:moveTo>
                <a:cubicBezTo>
                  <a:pt x="6490" y="694"/>
                  <a:pt x="6963" y="1166"/>
                  <a:pt x="6963" y="1765"/>
                </a:cubicBezTo>
                <a:cubicBezTo>
                  <a:pt x="6963" y="2332"/>
                  <a:pt x="6490" y="2805"/>
                  <a:pt x="5923" y="2805"/>
                </a:cubicBezTo>
                <a:cubicBezTo>
                  <a:pt x="5325" y="2805"/>
                  <a:pt x="4852" y="2332"/>
                  <a:pt x="4852" y="1765"/>
                </a:cubicBezTo>
                <a:cubicBezTo>
                  <a:pt x="4852" y="1229"/>
                  <a:pt x="5325" y="694"/>
                  <a:pt x="5923" y="694"/>
                </a:cubicBezTo>
                <a:close/>
                <a:moveTo>
                  <a:pt x="2489" y="3466"/>
                </a:moveTo>
                <a:cubicBezTo>
                  <a:pt x="2678" y="3466"/>
                  <a:pt x="2836" y="3624"/>
                  <a:pt x="2836" y="3813"/>
                </a:cubicBezTo>
                <a:lnTo>
                  <a:pt x="2836" y="4916"/>
                </a:lnTo>
                <a:cubicBezTo>
                  <a:pt x="2678" y="4947"/>
                  <a:pt x="2584" y="5042"/>
                  <a:pt x="2458" y="5168"/>
                </a:cubicBezTo>
                <a:cubicBezTo>
                  <a:pt x="2363" y="5231"/>
                  <a:pt x="2300" y="5357"/>
                  <a:pt x="2237" y="5420"/>
                </a:cubicBezTo>
                <a:cubicBezTo>
                  <a:pt x="2174" y="5357"/>
                  <a:pt x="2143" y="5262"/>
                  <a:pt x="2143" y="5199"/>
                </a:cubicBezTo>
                <a:lnTo>
                  <a:pt x="2143" y="3813"/>
                </a:lnTo>
                <a:cubicBezTo>
                  <a:pt x="2143" y="3624"/>
                  <a:pt x="2300" y="3466"/>
                  <a:pt x="2489" y="3466"/>
                </a:cubicBezTo>
                <a:close/>
                <a:moveTo>
                  <a:pt x="9326" y="3466"/>
                </a:moveTo>
                <a:cubicBezTo>
                  <a:pt x="9546" y="3466"/>
                  <a:pt x="9704" y="3624"/>
                  <a:pt x="9704" y="3813"/>
                </a:cubicBezTo>
                <a:lnTo>
                  <a:pt x="9704" y="5199"/>
                </a:lnTo>
                <a:cubicBezTo>
                  <a:pt x="9704" y="5262"/>
                  <a:pt x="9641" y="5357"/>
                  <a:pt x="9578" y="5420"/>
                </a:cubicBezTo>
                <a:cubicBezTo>
                  <a:pt x="9546" y="5294"/>
                  <a:pt x="9452" y="5231"/>
                  <a:pt x="9389" y="5168"/>
                </a:cubicBezTo>
                <a:cubicBezTo>
                  <a:pt x="9263" y="5042"/>
                  <a:pt x="9137" y="4947"/>
                  <a:pt x="8979" y="4916"/>
                </a:cubicBezTo>
                <a:lnTo>
                  <a:pt x="8979" y="3813"/>
                </a:lnTo>
                <a:cubicBezTo>
                  <a:pt x="9011" y="3624"/>
                  <a:pt x="9168" y="3466"/>
                  <a:pt x="9326" y="3466"/>
                </a:cubicBezTo>
                <a:close/>
                <a:moveTo>
                  <a:pt x="5923" y="3466"/>
                </a:moveTo>
                <a:cubicBezTo>
                  <a:pt x="6900" y="3466"/>
                  <a:pt x="7814" y="4096"/>
                  <a:pt x="8160" y="4947"/>
                </a:cubicBezTo>
                <a:cubicBezTo>
                  <a:pt x="8066" y="5010"/>
                  <a:pt x="8003" y="5042"/>
                  <a:pt x="7971" y="5105"/>
                </a:cubicBezTo>
                <a:lnTo>
                  <a:pt x="6081" y="6963"/>
                </a:lnTo>
                <a:cubicBezTo>
                  <a:pt x="6018" y="6995"/>
                  <a:pt x="5955" y="7089"/>
                  <a:pt x="5923" y="7152"/>
                </a:cubicBezTo>
                <a:cubicBezTo>
                  <a:pt x="5860" y="7089"/>
                  <a:pt x="5797" y="7026"/>
                  <a:pt x="5766" y="6963"/>
                </a:cubicBezTo>
                <a:lnTo>
                  <a:pt x="3876" y="5105"/>
                </a:lnTo>
                <a:cubicBezTo>
                  <a:pt x="3781" y="5042"/>
                  <a:pt x="3750" y="5010"/>
                  <a:pt x="3655" y="4947"/>
                </a:cubicBezTo>
                <a:cubicBezTo>
                  <a:pt x="4033" y="4096"/>
                  <a:pt x="4915" y="3466"/>
                  <a:pt x="5923" y="3466"/>
                </a:cubicBezTo>
                <a:close/>
                <a:moveTo>
                  <a:pt x="10744" y="2049"/>
                </a:moveTo>
                <a:cubicBezTo>
                  <a:pt x="10964" y="2049"/>
                  <a:pt x="11122" y="2206"/>
                  <a:pt x="11122" y="2395"/>
                </a:cubicBezTo>
                <a:lnTo>
                  <a:pt x="11122" y="6144"/>
                </a:lnTo>
                <a:lnTo>
                  <a:pt x="11059" y="6144"/>
                </a:lnTo>
                <a:cubicBezTo>
                  <a:pt x="11059" y="6333"/>
                  <a:pt x="11027" y="6491"/>
                  <a:pt x="10901" y="6648"/>
                </a:cubicBezTo>
                <a:lnTo>
                  <a:pt x="9263" y="9421"/>
                </a:lnTo>
                <a:cubicBezTo>
                  <a:pt x="9105" y="9673"/>
                  <a:pt x="9011" y="9956"/>
                  <a:pt x="9011" y="10271"/>
                </a:cubicBezTo>
                <a:lnTo>
                  <a:pt x="9011" y="10933"/>
                </a:lnTo>
                <a:lnTo>
                  <a:pt x="6270" y="10933"/>
                </a:lnTo>
                <a:lnTo>
                  <a:pt x="6270" y="8097"/>
                </a:lnTo>
                <a:cubicBezTo>
                  <a:pt x="6270" y="7845"/>
                  <a:pt x="6396" y="7593"/>
                  <a:pt x="6585" y="7404"/>
                </a:cubicBezTo>
                <a:lnTo>
                  <a:pt x="8475" y="5546"/>
                </a:lnTo>
                <a:cubicBezTo>
                  <a:pt x="8538" y="5483"/>
                  <a:pt x="8625" y="5451"/>
                  <a:pt x="8712" y="5451"/>
                </a:cubicBezTo>
                <a:cubicBezTo>
                  <a:pt x="8798" y="5451"/>
                  <a:pt x="8885" y="5483"/>
                  <a:pt x="8948" y="5546"/>
                </a:cubicBezTo>
                <a:cubicBezTo>
                  <a:pt x="9074" y="5672"/>
                  <a:pt x="9074" y="5892"/>
                  <a:pt x="8948" y="6018"/>
                </a:cubicBezTo>
                <a:lnTo>
                  <a:pt x="7751" y="7215"/>
                </a:lnTo>
                <a:cubicBezTo>
                  <a:pt x="7656" y="7310"/>
                  <a:pt x="7656" y="7562"/>
                  <a:pt x="7751" y="7656"/>
                </a:cubicBezTo>
                <a:cubicBezTo>
                  <a:pt x="7814" y="7719"/>
                  <a:pt x="7908" y="7751"/>
                  <a:pt x="7999" y="7751"/>
                </a:cubicBezTo>
                <a:cubicBezTo>
                  <a:pt x="8089" y="7751"/>
                  <a:pt x="8176" y="7719"/>
                  <a:pt x="8223" y="7656"/>
                </a:cubicBezTo>
                <a:lnTo>
                  <a:pt x="10082" y="5829"/>
                </a:lnTo>
                <a:cubicBezTo>
                  <a:pt x="10271" y="5609"/>
                  <a:pt x="10397" y="5388"/>
                  <a:pt x="10397" y="5105"/>
                </a:cubicBezTo>
                <a:lnTo>
                  <a:pt x="10397" y="2395"/>
                </a:lnTo>
                <a:cubicBezTo>
                  <a:pt x="10397" y="2206"/>
                  <a:pt x="10555" y="2049"/>
                  <a:pt x="10744" y="2049"/>
                </a:cubicBezTo>
                <a:close/>
                <a:moveTo>
                  <a:pt x="1103" y="2080"/>
                </a:moveTo>
                <a:cubicBezTo>
                  <a:pt x="1292" y="2080"/>
                  <a:pt x="1450" y="2238"/>
                  <a:pt x="1450" y="2427"/>
                </a:cubicBezTo>
                <a:lnTo>
                  <a:pt x="1450" y="5168"/>
                </a:lnTo>
                <a:cubicBezTo>
                  <a:pt x="1450" y="5420"/>
                  <a:pt x="1576" y="5672"/>
                  <a:pt x="1796" y="5861"/>
                </a:cubicBezTo>
                <a:lnTo>
                  <a:pt x="3624" y="7719"/>
                </a:lnTo>
                <a:cubicBezTo>
                  <a:pt x="3687" y="7782"/>
                  <a:pt x="3781" y="7814"/>
                  <a:pt x="3872" y="7814"/>
                </a:cubicBezTo>
                <a:cubicBezTo>
                  <a:pt x="3962" y="7814"/>
                  <a:pt x="4049" y="7782"/>
                  <a:pt x="4096" y="7719"/>
                </a:cubicBezTo>
                <a:cubicBezTo>
                  <a:pt x="4222" y="7593"/>
                  <a:pt x="4222" y="7373"/>
                  <a:pt x="4096" y="7247"/>
                </a:cubicBezTo>
                <a:lnTo>
                  <a:pt x="2930" y="6050"/>
                </a:lnTo>
                <a:cubicBezTo>
                  <a:pt x="2804" y="5955"/>
                  <a:pt x="2804" y="5703"/>
                  <a:pt x="2930" y="5577"/>
                </a:cubicBezTo>
                <a:cubicBezTo>
                  <a:pt x="2978" y="5530"/>
                  <a:pt x="3064" y="5506"/>
                  <a:pt x="3155" y="5506"/>
                </a:cubicBezTo>
                <a:cubicBezTo>
                  <a:pt x="3245" y="5506"/>
                  <a:pt x="3340" y="5530"/>
                  <a:pt x="3403" y="5577"/>
                </a:cubicBezTo>
                <a:lnTo>
                  <a:pt x="5293" y="7436"/>
                </a:lnTo>
                <a:cubicBezTo>
                  <a:pt x="5482" y="7625"/>
                  <a:pt x="5608" y="7877"/>
                  <a:pt x="5608" y="8161"/>
                </a:cubicBezTo>
                <a:lnTo>
                  <a:pt x="5608" y="10996"/>
                </a:lnTo>
                <a:lnTo>
                  <a:pt x="2836" y="10996"/>
                </a:lnTo>
                <a:lnTo>
                  <a:pt x="2836" y="10303"/>
                </a:lnTo>
                <a:cubicBezTo>
                  <a:pt x="2804" y="10051"/>
                  <a:pt x="2710" y="9736"/>
                  <a:pt x="2552" y="9452"/>
                </a:cubicBezTo>
                <a:lnTo>
                  <a:pt x="914" y="6680"/>
                </a:lnTo>
                <a:cubicBezTo>
                  <a:pt x="851" y="6522"/>
                  <a:pt x="757" y="6333"/>
                  <a:pt x="757" y="6176"/>
                </a:cubicBezTo>
                <a:lnTo>
                  <a:pt x="757" y="2427"/>
                </a:lnTo>
                <a:cubicBezTo>
                  <a:pt x="757" y="2238"/>
                  <a:pt x="914" y="2080"/>
                  <a:pt x="1103" y="2080"/>
                </a:cubicBezTo>
                <a:close/>
                <a:moveTo>
                  <a:pt x="5860" y="1"/>
                </a:moveTo>
                <a:cubicBezTo>
                  <a:pt x="4915" y="1"/>
                  <a:pt x="4128" y="788"/>
                  <a:pt x="4128" y="1734"/>
                </a:cubicBezTo>
                <a:cubicBezTo>
                  <a:pt x="4128" y="2206"/>
                  <a:pt x="4348" y="2647"/>
                  <a:pt x="4695" y="2994"/>
                </a:cubicBezTo>
                <a:cubicBezTo>
                  <a:pt x="4411" y="3120"/>
                  <a:pt x="4191" y="3214"/>
                  <a:pt x="3939" y="3435"/>
                </a:cubicBezTo>
                <a:cubicBezTo>
                  <a:pt x="3750" y="3592"/>
                  <a:pt x="3592" y="3750"/>
                  <a:pt x="3435" y="3939"/>
                </a:cubicBezTo>
                <a:lnTo>
                  <a:pt x="3435" y="3813"/>
                </a:lnTo>
                <a:cubicBezTo>
                  <a:pt x="3435" y="3246"/>
                  <a:pt x="2962" y="2805"/>
                  <a:pt x="2395" y="2805"/>
                </a:cubicBezTo>
                <a:cubicBezTo>
                  <a:pt x="2300" y="2805"/>
                  <a:pt x="2174" y="2836"/>
                  <a:pt x="2048" y="2836"/>
                </a:cubicBezTo>
                <a:lnTo>
                  <a:pt x="2048" y="2427"/>
                </a:lnTo>
                <a:cubicBezTo>
                  <a:pt x="2048" y="1891"/>
                  <a:pt x="1576" y="1418"/>
                  <a:pt x="1040" y="1418"/>
                </a:cubicBezTo>
                <a:cubicBezTo>
                  <a:pt x="473" y="1418"/>
                  <a:pt x="0" y="1891"/>
                  <a:pt x="0" y="2427"/>
                </a:cubicBezTo>
                <a:lnTo>
                  <a:pt x="0" y="6176"/>
                </a:lnTo>
                <a:cubicBezTo>
                  <a:pt x="0" y="6491"/>
                  <a:pt x="95" y="6806"/>
                  <a:pt x="253" y="7026"/>
                </a:cubicBezTo>
                <a:lnTo>
                  <a:pt x="1891" y="9799"/>
                </a:lnTo>
                <a:cubicBezTo>
                  <a:pt x="1985" y="9956"/>
                  <a:pt x="2048" y="10145"/>
                  <a:pt x="2048" y="10303"/>
                </a:cubicBezTo>
                <a:lnTo>
                  <a:pt x="2048" y="11342"/>
                </a:lnTo>
                <a:cubicBezTo>
                  <a:pt x="2048" y="11532"/>
                  <a:pt x="2206" y="11689"/>
                  <a:pt x="2395" y="11689"/>
                </a:cubicBezTo>
                <a:lnTo>
                  <a:pt x="9294" y="11689"/>
                </a:lnTo>
                <a:cubicBezTo>
                  <a:pt x="9483" y="11689"/>
                  <a:pt x="9641" y="11532"/>
                  <a:pt x="9641" y="11342"/>
                </a:cubicBezTo>
                <a:lnTo>
                  <a:pt x="9641" y="10303"/>
                </a:lnTo>
                <a:cubicBezTo>
                  <a:pt x="9641" y="10114"/>
                  <a:pt x="9704" y="9956"/>
                  <a:pt x="9799" y="9799"/>
                </a:cubicBezTo>
                <a:lnTo>
                  <a:pt x="11468" y="7026"/>
                </a:lnTo>
                <a:cubicBezTo>
                  <a:pt x="11626" y="6774"/>
                  <a:pt x="11689" y="6491"/>
                  <a:pt x="11689" y="6176"/>
                </a:cubicBezTo>
                <a:lnTo>
                  <a:pt x="11689" y="2427"/>
                </a:lnTo>
                <a:cubicBezTo>
                  <a:pt x="11752" y="1891"/>
                  <a:pt x="11279" y="1418"/>
                  <a:pt x="10712" y="1418"/>
                </a:cubicBezTo>
                <a:cubicBezTo>
                  <a:pt x="10177" y="1418"/>
                  <a:pt x="9704" y="1891"/>
                  <a:pt x="9704" y="2427"/>
                </a:cubicBezTo>
                <a:lnTo>
                  <a:pt x="9704" y="2836"/>
                </a:lnTo>
                <a:cubicBezTo>
                  <a:pt x="9578" y="2805"/>
                  <a:pt x="9452" y="2805"/>
                  <a:pt x="9326" y="2805"/>
                </a:cubicBezTo>
                <a:cubicBezTo>
                  <a:pt x="8790" y="2805"/>
                  <a:pt x="8318" y="3246"/>
                  <a:pt x="8318" y="3813"/>
                </a:cubicBezTo>
                <a:lnTo>
                  <a:pt x="8318" y="3939"/>
                </a:lnTo>
                <a:cubicBezTo>
                  <a:pt x="8160" y="3750"/>
                  <a:pt x="8003" y="3592"/>
                  <a:pt x="7814" y="3435"/>
                </a:cubicBezTo>
                <a:cubicBezTo>
                  <a:pt x="7562" y="3246"/>
                  <a:pt x="7341" y="3088"/>
                  <a:pt x="7058" y="2994"/>
                </a:cubicBezTo>
                <a:cubicBezTo>
                  <a:pt x="7404" y="2647"/>
                  <a:pt x="7593" y="2206"/>
                  <a:pt x="7593" y="1734"/>
                </a:cubicBezTo>
                <a:cubicBezTo>
                  <a:pt x="7593" y="788"/>
                  <a:pt x="6806" y="1"/>
                  <a:pt x="58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13" name="Google Shape;2913;p66"/>
          <p:cNvGrpSpPr/>
          <p:nvPr/>
        </p:nvGrpSpPr>
        <p:grpSpPr>
          <a:xfrm>
            <a:off x="3823504" y="2554163"/>
            <a:ext cx="359992" cy="363673"/>
            <a:chOff x="-35136450" y="1912725"/>
            <a:chExt cx="292225" cy="293025"/>
          </a:xfrm>
        </p:grpSpPr>
        <p:sp>
          <p:nvSpPr>
            <p:cNvPr id="2914" name="Google Shape;2914;p66"/>
            <p:cNvSpPr/>
            <p:nvPr/>
          </p:nvSpPr>
          <p:spPr>
            <a:xfrm>
              <a:off x="-35136450" y="2050575"/>
              <a:ext cx="155975" cy="155175"/>
            </a:xfrm>
            <a:custGeom>
              <a:avLst/>
              <a:gdLst/>
              <a:ahLst/>
              <a:cxnLst/>
              <a:rect l="l" t="t" r="r" b="b"/>
              <a:pathLst>
                <a:path w="6239" h="6207" extrusionOk="0">
                  <a:moveTo>
                    <a:pt x="3120" y="693"/>
                  </a:moveTo>
                  <a:cubicBezTo>
                    <a:pt x="3718" y="693"/>
                    <a:pt x="4191" y="1166"/>
                    <a:pt x="4191" y="1702"/>
                  </a:cubicBezTo>
                  <a:cubicBezTo>
                    <a:pt x="4191" y="2269"/>
                    <a:pt x="3718" y="2741"/>
                    <a:pt x="3120" y="2741"/>
                  </a:cubicBezTo>
                  <a:cubicBezTo>
                    <a:pt x="2521" y="2741"/>
                    <a:pt x="2049" y="2269"/>
                    <a:pt x="2049" y="1702"/>
                  </a:cubicBezTo>
                  <a:cubicBezTo>
                    <a:pt x="2049" y="1166"/>
                    <a:pt x="2521" y="693"/>
                    <a:pt x="3120" y="693"/>
                  </a:cubicBezTo>
                  <a:close/>
                  <a:moveTo>
                    <a:pt x="3120" y="3434"/>
                  </a:moveTo>
                  <a:cubicBezTo>
                    <a:pt x="4348" y="3434"/>
                    <a:pt x="5357" y="4348"/>
                    <a:pt x="5514" y="5514"/>
                  </a:cubicBezTo>
                  <a:lnTo>
                    <a:pt x="757" y="5514"/>
                  </a:lnTo>
                  <a:cubicBezTo>
                    <a:pt x="883" y="4348"/>
                    <a:pt x="1891" y="3434"/>
                    <a:pt x="3120" y="3434"/>
                  </a:cubicBezTo>
                  <a:close/>
                  <a:moveTo>
                    <a:pt x="3120" y="0"/>
                  </a:moveTo>
                  <a:cubicBezTo>
                    <a:pt x="2175" y="0"/>
                    <a:pt x="1387" y="756"/>
                    <a:pt x="1387" y="1702"/>
                  </a:cubicBezTo>
                  <a:cubicBezTo>
                    <a:pt x="1387" y="2174"/>
                    <a:pt x="1576" y="2615"/>
                    <a:pt x="1891" y="2930"/>
                  </a:cubicBezTo>
                  <a:lnTo>
                    <a:pt x="1954" y="2962"/>
                  </a:lnTo>
                  <a:cubicBezTo>
                    <a:pt x="851" y="3403"/>
                    <a:pt x="1" y="4506"/>
                    <a:pt x="1" y="5829"/>
                  </a:cubicBezTo>
                  <a:cubicBezTo>
                    <a:pt x="1" y="6049"/>
                    <a:pt x="158" y="6207"/>
                    <a:pt x="379" y="6207"/>
                  </a:cubicBezTo>
                  <a:lnTo>
                    <a:pt x="5892" y="6207"/>
                  </a:lnTo>
                  <a:cubicBezTo>
                    <a:pt x="6081" y="6207"/>
                    <a:pt x="6239" y="6049"/>
                    <a:pt x="6239" y="5829"/>
                  </a:cubicBezTo>
                  <a:cubicBezTo>
                    <a:pt x="6239" y="4537"/>
                    <a:pt x="5420" y="3434"/>
                    <a:pt x="4317" y="2962"/>
                  </a:cubicBezTo>
                  <a:lnTo>
                    <a:pt x="4348" y="2930"/>
                  </a:lnTo>
                  <a:cubicBezTo>
                    <a:pt x="4663" y="2615"/>
                    <a:pt x="4852" y="2174"/>
                    <a:pt x="4852" y="1702"/>
                  </a:cubicBezTo>
                  <a:cubicBezTo>
                    <a:pt x="4852" y="756"/>
                    <a:pt x="4065" y="0"/>
                    <a:pt x="31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66"/>
            <p:cNvSpPr/>
            <p:nvPr/>
          </p:nvSpPr>
          <p:spPr>
            <a:xfrm>
              <a:off x="-34964750" y="1947400"/>
              <a:ext cx="68550" cy="103200"/>
            </a:xfrm>
            <a:custGeom>
              <a:avLst/>
              <a:gdLst/>
              <a:ahLst/>
              <a:cxnLst/>
              <a:rect l="l" t="t" r="r" b="b"/>
              <a:pathLst>
                <a:path w="2742" h="4128" extrusionOk="0">
                  <a:moveTo>
                    <a:pt x="1387" y="725"/>
                  </a:moveTo>
                  <a:cubicBezTo>
                    <a:pt x="1765" y="725"/>
                    <a:pt x="2049" y="1008"/>
                    <a:pt x="2049" y="1386"/>
                  </a:cubicBezTo>
                  <a:lnTo>
                    <a:pt x="2049" y="2773"/>
                  </a:lnTo>
                  <a:cubicBezTo>
                    <a:pt x="2049" y="2836"/>
                    <a:pt x="2049" y="2867"/>
                    <a:pt x="2017" y="2930"/>
                  </a:cubicBezTo>
                  <a:lnTo>
                    <a:pt x="1923" y="2836"/>
                  </a:lnTo>
                  <a:cubicBezTo>
                    <a:pt x="1860" y="2773"/>
                    <a:pt x="1773" y="2741"/>
                    <a:pt x="1686" y="2741"/>
                  </a:cubicBezTo>
                  <a:cubicBezTo>
                    <a:pt x="1600" y="2741"/>
                    <a:pt x="1513" y="2773"/>
                    <a:pt x="1450" y="2836"/>
                  </a:cubicBezTo>
                  <a:cubicBezTo>
                    <a:pt x="1324" y="2962"/>
                    <a:pt x="1324" y="3182"/>
                    <a:pt x="1450" y="3308"/>
                  </a:cubicBezTo>
                  <a:lnTo>
                    <a:pt x="1545" y="3403"/>
                  </a:lnTo>
                  <a:cubicBezTo>
                    <a:pt x="1482" y="3434"/>
                    <a:pt x="1450" y="3434"/>
                    <a:pt x="1387" y="3434"/>
                  </a:cubicBezTo>
                  <a:cubicBezTo>
                    <a:pt x="977" y="3434"/>
                    <a:pt x="694" y="3119"/>
                    <a:pt x="694" y="2773"/>
                  </a:cubicBezTo>
                  <a:lnTo>
                    <a:pt x="694" y="1386"/>
                  </a:lnTo>
                  <a:cubicBezTo>
                    <a:pt x="694" y="977"/>
                    <a:pt x="1040" y="725"/>
                    <a:pt x="1387" y="725"/>
                  </a:cubicBezTo>
                  <a:close/>
                  <a:moveTo>
                    <a:pt x="1387" y="0"/>
                  </a:moveTo>
                  <a:cubicBezTo>
                    <a:pt x="631" y="0"/>
                    <a:pt x="1" y="630"/>
                    <a:pt x="1" y="1386"/>
                  </a:cubicBezTo>
                  <a:lnTo>
                    <a:pt x="1" y="2773"/>
                  </a:lnTo>
                  <a:cubicBezTo>
                    <a:pt x="1" y="3497"/>
                    <a:pt x="631" y="4127"/>
                    <a:pt x="1387" y="4127"/>
                  </a:cubicBezTo>
                  <a:cubicBezTo>
                    <a:pt x="1608" y="4127"/>
                    <a:pt x="1860" y="4064"/>
                    <a:pt x="2080" y="3938"/>
                  </a:cubicBezTo>
                  <a:lnTo>
                    <a:pt x="2175" y="4033"/>
                  </a:lnTo>
                  <a:cubicBezTo>
                    <a:pt x="2222" y="4080"/>
                    <a:pt x="2309" y="4104"/>
                    <a:pt x="2399" y="4104"/>
                  </a:cubicBezTo>
                  <a:cubicBezTo>
                    <a:pt x="2490" y="4104"/>
                    <a:pt x="2584" y="4080"/>
                    <a:pt x="2647" y="4033"/>
                  </a:cubicBezTo>
                  <a:cubicBezTo>
                    <a:pt x="2742" y="3907"/>
                    <a:pt x="2742" y="3655"/>
                    <a:pt x="2647" y="3560"/>
                  </a:cubicBezTo>
                  <a:lnTo>
                    <a:pt x="2553" y="3466"/>
                  </a:lnTo>
                  <a:cubicBezTo>
                    <a:pt x="2679" y="3277"/>
                    <a:pt x="2742" y="3025"/>
                    <a:pt x="2742" y="2773"/>
                  </a:cubicBezTo>
                  <a:lnTo>
                    <a:pt x="2742" y="1386"/>
                  </a:lnTo>
                  <a:cubicBezTo>
                    <a:pt x="2742" y="630"/>
                    <a:pt x="2112" y="0"/>
                    <a:pt x="13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66"/>
            <p:cNvSpPr/>
            <p:nvPr/>
          </p:nvSpPr>
          <p:spPr>
            <a:xfrm>
              <a:off x="-35016725" y="1912725"/>
              <a:ext cx="172500" cy="172025"/>
            </a:xfrm>
            <a:custGeom>
              <a:avLst/>
              <a:gdLst/>
              <a:ahLst/>
              <a:cxnLst/>
              <a:rect l="l" t="t" r="r" b="b"/>
              <a:pathLst>
                <a:path w="6900" h="6881" extrusionOk="0">
                  <a:moveTo>
                    <a:pt x="3466" y="726"/>
                  </a:moveTo>
                  <a:cubicBezTo>
                    <a:pt x="4947" y="726"/>
                    <a:pt x="6175" y="1954"/>
                    <a:pt x="6175" y="3467"/>
                  </a:cubicBezTo>
                  <a:cubicBezTo>
                    <a:pt x="6207" y="4979"/>
                    <a:pt x="4978" y="6207"/>
                    <a:pt x="3466" y="6207"/>
                  </a:cubicBezTo>
                  <a:cubicBezTo>
                    <a:pt x="2930" y="6207"/>
                    <a:pt x="2426" y="6050"/>
                    <a:pt x="1985" y="5766"/>
                  </a:cubicBezTo>
                  <a:cubicBezTo>
                    <a:pt x="1942" y="5745"/>
                    <a:pt x="1868" y="5708"/>
                    <a:pt x="1806" y="5708"/>
                  </a:cubicBezTo>
                  <a:cubicBezTo>
                    <a:pt x="1778" y="5708"/>
                    <a:pt x="1753" y="5715"/>
                    <a:pt x="1733" y="5735"/>
                  </a:cubicBezTo>
                  <a:lnTo>
                    <a:pt x="946" y="5987"/>
                  </a:lnTo>
                  <a:lnTo>
                    <a:pt x="1198" y="5199"/>
                  </a:lnTo>
                  <a:cubicBezTo>
                    <a:pt x="1261" y="5136"/>
                    <a:pt x="1198" y="5010"/>
                    <a:pt x="1166" y="4947"/>
                  </a:cubicBezTo>
                  <a:cubicBezTo>
                    <a:pt x="914" y="4506"/>
                    <a:pt x="757" y="4002"/>
                    <a:pt x="757" y="3467"/>
                  </a:cubicBezTo>
                  <a:cubicBezTo>
                    <a:pt x="757" y="1954"/>
                    <a:pt x="1954" y="726"/>
                    <a:pt x="3466" y="726"/>
                  </a:cubicBezTo>
                  <a:close/>
                  <a:moveTo>
                    <a:pt x="3466" y="1"/>
                  </a:moveTo>
                  <a:cubicBezTo>
                    <a:pt x="1576" y="1"/>
                    <a:pt x="32" y="1545"/>
                    <a:pt x="32" y="3435"/>
                  </a:cubicBezTo>
                  <a:cubicBezTo>
                    <a:pt x="32" y="4034"/>
                    <a:pt x="190" y="4569"/>
                    <a:pt x="473" y="5136"/>
                  </a:cubicBezTo>
                  <a:lnTo>
                    <a:pt x="32" y="6428"/>
                  </a:lnTo>
                  <a:cubicBezTo>
                    <a:pt x="0" y="6554"/>
                    <a:pt x="32" y="6712"/>
                    <a:pt x="95" y="6775"/>
                  </a:cubicBezTo>
                  <a:cubicBezTo>
                    <a:pt x="166" y="6845"/>
                    <a:pt x="272" y="6881"/>
                    <a:pt x="374" y="6881"/>
                  </a:cubicBezTo>
                  <a:cubicBezTo>
                    <a:pt x="408" y="6881"/>
                    <a:pt x="442" y="6877"/>
                    <a:pt x="473" y="6869"/>
                  </a:cubicBezTo>
                  <a:lnTo>
                    <a:pt x="1765" y="6428"/>
                  </a:lnTo>
                  <a:cubicBezTo>
                    <a:pt x="2269" y="6712"/>
                    <a:pt x="2867" y="6869"/>
                    <a:pt x="3466" y="6869"/>
                  </a:cubicBezTo>
                  <a:cubicBezTo>
                    <a:pt x="5356" y="6869"/>
                    <a:pt x="6900" y="5325"/>
                    <a:pt x="6900" y="3435"/>
                  </a:cubicBezTo>
                  <a:cubicBezTo>
                    <a:pt x="6869" y="1576"/>
                    <a:pt x="5356" y="1"/>
                    <a:pt x="34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7" name="Google Shape;2917;p66"/>
          <p:cNvGrpSpPr/>
          <p:nvPr/>
        </p:nvGrpSpPr>
        <p:grpSpPr>
          <a:xfrm>
            <a:off x="3823500" y="1364401"/>
            <a:ext cx="359999" cy="359997"/>
            <a:chOff x="-31523625" y="1939525"/>
            <a:chExt cx="291450" cy="291425"/>
          </a:xfrm>
        </p:grpSpPr>
        <p:sp>
          <p:nvSpPr>
            <p:cNvPr id="2918" name="Google Shape;2918;p66"/>
            <p:cNvSpPr/>
            <p:nvPr/>
          </p:nvSpPr>
          <p:spPr>
            <a:xfrm>
              <a:off x="-31523625" y="1939525"/>
              <a:ext cx="291450" cy="291425"/>
            </a:xfrm>
            <a:custGeom>
              <a:avLst/>
              <a:gdLst/>
              <a:ahLst/>
              <a:cxnLst/>
              <a:rect l="l" t="t" r="r" b="b"/>
              <a:pathLst>
                <a:path w="11658" h="11657" extrusionOk="0">
                  <a:moveTo>
                    <a:pt x="2269" y="756"/>
                  </a:moveTo>
                  <a:cubicBezTo>
                    <a:pt x="2899" y="756"/>
                    <a:pt x="3372" y="1260"/>
                    <a:pt x="3372" y="1859"/>
                  </a:cubicBezTo>
                  <a:cubicBezTo>
                    <a:pt x="3372" y="2363"/>
                    <a:pt x="3057" y="2615"/>
                    <a:pt x="2805" y="2867"/>
                  </a:cubicBezTo>
                  <a:cubicBezTo>
                    <a:pt x="2710" y="2962"/>
                    <a:pt x="2679" y="3025"/>
                    <a:pt x="2679" y="3119"/>
                  </a:cubicBezTo>
                  <a:lnTo>
                    <a:pt x="2679" y="7246"/>
                  </a:lnTo>
                  <a:cubicBezTo>
                    <a:pt x="2679" y="7341"/>
                    <a:pt x="2710" y="7435"/>
                    <a:pt x="2805" y="7498"/>
                  </a:cubicBezTo>
                  <a:cubicBezTo>
                    <a:pt x="3057" y="7750"/>
                    <a:pt x="3372" y="8002"/>
                    <a:pt x="3372" y="8506"/>
                  </a:cubicBezTo>
                  <a:cubicBezTo>
                    <a:pt x="3372" y="9137"/>
                    <a:pt x="2868" y="9609"/>
                    <a:pt x="2269" y="9609"/>
                  </a:cubicBezTo>
                  <a:lnTo>
                    <a:pt x="1765" y="9609"/>
                  </a:lnTo>
                  <a:cubicBezTo>
                    <a:pt x="1167" y="9609"/>
                    <a:pt x="663" y="9137"/>
                    <a:pt x="663" y="8506"/>
                  </a:cubicBezTo>
                  <a:cubicBezTo>
                    <a:pt x="663" y="8002"/>
                    <a:pt x="978" y="7750"/>
                    <a:pt x="1261" y="7498"/>
                  </a:cubicBezTo>
                  <a:cubicBezTo>
                    <a:pt x="1324" y="7404"/>
                    <a:pt x="1356" y="7341"/>
                    <a:pt x="1356" y="7246"/>
                  </a:cubicBezTo>
                  <a:lnTo>
                    <a:pt x="1356" y="3119"/>
                  </a:lnTo>
                  <a:cubicBezTo>
                    <a:pt x="1356" y="3025"/>
                    <a:pt x="1324" y="2930"/>
                    <a:pt x="1261" y="2867"/>
                  </a:cubicBezTo>
                  <a:cubicBezTo>
                    <a:pt x="978" y="2615"/>
                    <a:pt x="663" y="2363"/>
                    <a:pt x="663" y="1859"/>
                  </a:cubicBezTo>
                  <a:cubicBezTo>
                    <a:pt x="663" y="1229"/>
                    <a:pt x="1167" y="756"/>
                    <a:pt x="1765" y="756"/>
                  </a:cubicBezTo>
                  <a:close/>
                  <a:moveTo>
                    <a:pt x="10650" y="2048"/>
                  </a:moveTo>
                  <a:cubicBezTo>
                    <a:pt x="10870" y="2048"/>
                    <a:pt x="11028" y="2205"/>
                    <a:pt x="11028" y="2395"/>
                  </a:cubicBezTo>
                  <a:lnTo>
                    <a:pt x="11028" y="9294"/>
                  </a:lnTo>
                  <a:lnTo>
                    <a:pt x="10965" y="9294"/>
                  </a:lnTo>
                  <a:cubicBezTo>
                    <a:pt x="10965" y="9483"/>
                    <a:pt x="10807" y="9641"/>
                    <a:pt x="10618" y="9641"/>
                  </a:cubicBezTo>
                  <a:lnTo>
                    <a:pt x="3687" y="9641"/>
                  </a:lnTo>
                  <a:cubicBezTo>
                    <a:pt x="3939" y="9326"/>
                    <a:pt x="4097" y="8948"/>
                    <a:pt x="4097" y="8538"/>
                  </a:cubicBezTo>
                  <a:cubicBezTo>
                    <a:pt x="4097" y="8065"/>
                    <a:pt x="3876" y="7593"/>
                    <a:pt x="3561" y="7278"/>
                  </a:cubicBezTo>
                  <a:lnTo>
                    <a:pt x="3404" y="7120"/>
                  </a:lnTo>
                  <a:lnTo>
                    <a:pt x="3404" y="3245"/>
                  </a:lnTo>
                  <a:cubicBezTo>
                    <a:pt x="3624" y="3025"/>
                    <a:pt x="4002" y="2710"/>
                    <a:pt x="4097" y="2048"/>
                  </a:cubicBezTo>
                  <a:close/>
                  <a:moveTo>
                    <a:pt x="4758" y="10334"/>
                  </a:moveTo>
                  <a:lnTo>
                    <a:pt x="4758" y="10649"/>
                  </a:lnTo>
                  <a:cubicBezTo>
                    <a:pt x="4758" y="10838"/>
                    <a:pt x="4601" y="10995"/>
                    <a:pt x="4412" y="10995"/>
                  </a:cubicBezTo>
                  <a:lnTo>
                    <a:pt x="2710" y="10995"/>
                  </a:lnTo>
                  <a:cubicBezTo>
                    <a:pt x="2521" y="10995"/>
                    <a:pt x="2364" y="10838"/>
                    <a:pt x="2364" y="10649"/>
                  </a:cubicBezTo>
                  <a:lnTo>
                    <a:pt x="2364" y="10334"/>
                  </a:lnTo>
                  <a:close/>
                  <a:moveTo>
                    <a:pt x="1797" y="0"/>
                  </a:moveTo>
                  <a:cubicBezTo>
                    <a:pt x="820" y="0"/>
                    <a:pt x="1" y="788"/>
                    <a:pt x="1" y="1827"/>
                  </a:cubicBezTo>
                  <a:cubicBezTo>
                    <a:pt x="1" y="2300"/>
                    <a:pt x="190" y="2773"/>
                    <a:pt x="505" y="3088"/>
                  </a:cubicBezTo>
                  <a:lnTo>
                    <a:pt x="663" y="3245"/>
                  </a:lnTo>
                  <a:lnTo>
                    <a:pt x="663" y="7089"/>
                  </a:lnTo>
                  <a:cubicBezTo>
                    <a:pt x="474" y="7278"/>
                    <a:pt x="1" y="7719"/>
                    <a:pt x="1" y="8506"/>
                  </a:cubicBezTo>
                  <a:cubicBezTo>
                    <a:pt x="1" y="9452"/>
                    <a:pt x="694" y="10208"/>
                    <a:pt x="1639" y="10271"/>
                  </a:cubicBezTo>
                  <a:lnTo>
                    <a:pt x="1734" y="10271"/>
                  </a:lnTo>
                  <a:lnTo>
                    <a:pt x="1734" y="10649"/>
                  </a:lnTo>
                  <a:cubicBezTo>
                    <a:pt x="1734" y="11184"/>
                    <a:pt x="2206" y="11657"/>
                    <a:pt x="2742" y="11657"/>
                  </a:cubicBezTo>
                  <a:lnTo>
                    <a:pt x="4443" y="11657"/>
                  </a:lnTo>
                  <a:cubicBezTo>
                    <a:pt x="5010" y="11657"/>
                    <a:pt x="5451" y="11184"/>
                    <a:pt x="5451" y="10649"/>
                  </a:cubicBezTo>
                  <a:lnTo>
                    <a:pt x="5451" y="10334"/>
                  </a:lnTo>
                  <a:lnTo>
                    <a:pt x="10618" y="10334"/>
                  </a:lnTo>
                  <a:cubicBezTo>
                    <a:pt x="11185" y="10334"/>
                    <a:pt x="11658" y="9861"/>
                    <a:pt x="11658" y="9294"/>
                  </a:cubicBezTo>
                  <a:lnTo>
                    <a:pt x="11658" y="2395"/>
                  </a:lnTo>
                  <a:cubicBezTo>
                    <a:pt x="11658" y="1827"/>
                    <a:pt x="11185" y="1386"/>
                    <a:pt x="10618" y="1386"/>
                  </a:cubicBezTo>
                  <a:lnTo>
                    <a:pt x="4034" y="1386"/>
                  </a:lnTo>
                  <a:cubicBezTo>
                    <a:pt x="3845" y="599"/>
                    <a:pt x="3151" y="0"/>
                    <a:pt x="2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66"/>
            <p:cNvSpPr/>
            <p:nvPr/>
          </p:nvSpPr>
          <p:spPr>
            <a:xfrm>
              <a:off x="-31404675" y="2007250"/>
              <a:ext cx="138625" cy="52800"/>
            </a:xfrm>
            <a:custGeom>
              <a:avLst/>
              <a:gdLst/>
              <a:ahLst/>
              <a:cxnLst/>
              <a:rect l="l" t="t" r="r" b="b"/>
              <a:pathLst>
                <a:path w="5545" h="2112" extrusionOk="0">
                  <a:moveTo>
                    <a:pt x="4852" y="725"/>
                  </a:moveTo>
                  <a:lnTo>
                    <a:pt x="4852" y="1418"/>
                  </a:lnTo>
                  <a:lnTo>
                    <a:pt x="693" y="1418"/>
                  </a:lnTo>
                  <a:lnTo>
                    <a:pt x="693" y="725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3"/>
                  </a:lnTo>
                  <a:cubicBezTo>
                    <a:pt x="0" y="1954"/>
                    <a:pt x="158" y="2111"/>
                    <a:pt x="347" y="2111"/>
                  </a:cubicBezTo>
                  <a:lnTo>
                    <a:pt x="5199" y="2111"/>
                  </a:lnTo>
                  <a:cubicBezTo>
                    <a:pt x="5388" y="2111"/>
                    <a:pt x="5545" y="1954"/>
                    <a:pt x="5545" y="1733"/>
                  </a:cubicBezTo>
                  <a:lnTo>
                    <a:pt x="5545" y="379"/>
                  </a:lnTo>
                  <a:cubicBezTo>
                    <a:pt x="5514" y="158"/>
                    <a:pt x="5356" y="1"/>
                    <a:pt x="51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66"/>
            <p:cNvSpPr/>
            <p:nvPr/>
          </p:nvSpPr>
          <p:spPr>
            <a:xfrm>
              <a:off x="-31404675" y="2077350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08" y="725"/>
                  </a:lnTo>
                  <a:cubicBezTo>
                    <a:pt x="1229" y="725"/>
                    <a:pt x="1386" y="568"/>
                    <a:pt x="1386" y="347"/>
                  </a:cubicBezTo>
                  <a:cubicBezTo>
                    <a:pt x="1386" y="158"/>
                    <a:pt x="1229" y="0"/>
                    <a:pt x="10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66"/>
            <p:cNvSpPr/>
            <p:nvPr/>
          </p:nvSpPr>
          <p:spPr>
            <a:xfrm>
              <a:off x="-31353475" y="2077350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66"/>
            <p:cNvSpPr/>
            <p:nvPr/>
          </p:nvSpPr>
          <p:spPr>
            <a:xfrm>
              <a:off x="-31301500" y="2077350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47"/>
                  </a:cubicBezTo>
                  <a:cubicBezTo>
                    <a:pt x="1387" y="158"/>
                    <a:pt x="1229" y="0"/>
                    <a:pt x="10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66"/>
            <p:cNvSpPr/>
            <p:nvPr/>
          </p:nvSpPr>
          <p:spPr>
            <a:xfrm>
              <a:off x="-31404675" y="2112000"/>
              <a:ext cx="34675" cy="17350"/>
            </a:xfrm>
            <a:custGeom>
              <a:avLst/>
              <a:gdLst/>
              <a:ahLst/>
              <a:cxnLst/>
              <a:rect l="l" t="t" r="r" b="b"/>
              <a:pathLst>
                <a:path w="1387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08" y="694"/>
                  </a:lnTo>
                  <a:cubicBezTo>
                    <a:pt x="1229" y="694"/>
                    <a:pt x="1386" y="536"/>
                    <a:pt x="1386" y="347"/>
                  </a:cubicBezTo>
                  <a:cubicBezTo>
                    <a:pt x="1386" y="158"/>
                    <a:pt x="1229" y="1"/>
                    <a:pt x="10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66"/>
            <p:cNvSpPr/>
            <p:nvPr/>
          </p:nvSpPr>
          <p:spPr>
            <a:xfrm>
              <a:off x="-31353475" y="21120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66"/>
            <p:cNvSpPr/>
            <p:nvPr/>
          </p:nvSpPr>
          <p:spPr>
            <a:xfrm>
              <a:off x="-31301500" y="21120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387" y="158"/>
                    <a:pt x="1229" y="1"/>
                    <a:pt x="10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66"/>
            <p:cNvSpPr/>
            <p:nvPr/>
          </p:nvSpPr>
          <p:spPr>
            <a:xfrm>
              <a:off x="-31404675" y="2145075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008" y="726"/>
                  </a:lnTo>
                  <a:cubicBezTo>
                    <a:pt x="1229" y="726"/>
                    <a:pt x="1386" y="568"/>
                    <a:pt x="1386" y="379"/>
                  </a:cubicBezTo>
                  <a:cubicBezTo>
                    <a:pt x="1386" y="158"/>
                    <a:pt x="1229" y="1"/>
                    <a:pt x="10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66"/>
            <p:cNvSpPr/>
            <p:nvPr/>
          </p:nvSpPr>
          <p:spPr>
            <a:xfrm>
              <a:off x="-31353475" y="21450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071" y="726"/>
                  </a:lnTo>
                  <a:cubicBezTo>
                    <a:pt x="1260" y="726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66"/>
            <p:cNvSpPr/>
            <p:nvPr/>
          </p:nvSpPr>
          <p:spPr>
            <a:xfrm>
              <a:off x="-31301500" y="21450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072" y="726"/>
                  </a:lnTo>
                  <a:cubicBezTo>
                    <a:pt x="1261" y="726"/>
                    <a:pt x="1418" y="568"/>
                    <a:pt x="1418" y="379"/>
                  </a:cubicBezTo>
                  <a:cubicBezTo>
                    <a:pt x="1387" y="158"/>
                    <a:pt x="1229" y="1"/>
                    <a:pt x="10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9" name="Google Shape;2929;p66"/>
          <p:cNvGrpSpPr/>
          <p:nvPr/>
        </p:nvGrpSpPr>
        <p:grpSpPr>
          <a:xfrm>
            <a:off x="4961101" y="2556001"/>
            <a:ext cx="359997" cy="359997"/>
            <a:chOff x="-31164450" y="2657050"/>
            <a:chExt cx="291425" cy="291425"/>
          </a:xfrm>
        </p:grpSpPr>
        <p:sp>
          <p:nvSpPr>
            <p:cNvPr id="2930" name="Google Shape;2930;p66"/>
            <p:cNvSpPr/>
            <p:nvPr/>
          </p:nvSpPr>
          <p:spPr>
            <a:xfrm>
              <a:off x="-31028975" y="276100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63" y="536"/>
                    <a:pt x="221" y="694"/>
                    <a:pt x="378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66"/>
            <p:cNvSpPr/>
            <p:nvPr/>
          </p:nvSpPr>
          <p:spPr>
            <a:xfrm>
              <a:off x="-31028975" y="2794075"/>
              <a:ext cx="18125" cy="52025"/>
            </a:xfrm>
            <a:custGeom>
              <a:avLst/>
              <a:gdLst/>
              <a:ahLst/>
              <a:cxnLst/>
              <a:rect l="l" t="t" r="r" b="b"/>
              <a:pathLst>
                <a:path w="725" h="2081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4"/>
                  </a:lnTo>
                  <a:cubicBezTo>
                    <a:pt x="63" y="1923"/>
                    <a:pt x="221" y="2080"/>
                    <a:pt x="378" y="2080"/>
                  </a:cubicBezTo>
                  <a:cubicBezTo>
                    <a:pt x="567" y="2080"/>
                    <a:pt x="725" y="1923"/>
                    <a:pt x="725" y="1734"/>
                  </a:cubicBezTo>
                  <a:lnTo>
                    <a:pt x="725" y="347"/>
                  </a:ln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6"/>
            <p:cNvSpPr/>
            <p:nvPr/>
          </p:nvSpPr>
          <p:spPr>
            <a:xfrm>
              <a:off x="-31164450" y="26570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1323" y="4852"/>
                  </a:moveTo>
                  <a:lnTo>
                    <a:pt x="1323" y="8286"/>
                  </a:lnTo>
                  <a:lnTo>
                    <a:pt x="977" y="8286"/>
                  </a:lnTo>
                  <a:cubicBezTo>
                    <a:pt x="788" y="8286"/>
                    <a:pt x="630" y="8128"/>
                    <a:pt x="630" y="7939"/>
                  </a:cubicBezTo>
                  <a:lnTo>
                    <a:pt x="630" y="5198"/>
                  </a:lnTo>
                  <a:cubicBezTo>
                    <a:pt x="630" y="5009"/>
                    <a:pt x="788" y="4852"/>
                    <a:pt x="977" y="4852"/>
                  </a:cubicBezTo>
                  <a:close/>
                  <a:moveTo>
                    <a:pt x="10554" y="4852"/>
                  </a:moveTo>
                  <a:cubicBezTo>
                    <a:pt x="10743" y="4852"/>
                    <a:pt x="10901" y="5009"/>
                    <a:pt x="10901" y="5198"/>
                  </a:cubicBezTo>
                  <a:lnTo>
                    <a:pt x="10901" y="7939"/>
                  </a:lnTo>
                  <a:lnTo>
                    <a:pt x="10932" y="7939"/>
                  </a:lnTo>
                  <a:cubicBezTo>
                    <a:pt x="10932" y="8128"/>
                    <a:pt x="10775" y="8286"/>
                    <a:pt x="10586" y="8286"/>
                  </a:cubicBezTo>
                  <a:lnTo>
                    <a:pt x="10239" y="8286"/>
                  </a:lnTo>
                  <a:lnTo>
                    <a:pt x="10239" y="4852"/>
                  </a:lnTo>
                  <a:close/>
                  <a:moveTo>
                    <a:pt x="5797" y="10302"/>
                  </a:moveTo>
                  <a:cubicBezTo>
                    <a:pt x="5986" y="10302"/>
                    <a:pt x="6144" y="10460"/>
                    <a:pt x="6144" y="10649"/>
                  </a:cubicBezTo>
                  <a:cubicBezTo>
                    <a:pt x="6144" y="10838"/>
                    <a:pt x="5986" y="10995"/>
                    <a:pt x="5797" y="10995"/>
                  </a:cubicBezTo>
                  <a:cubicBezTo>
                    <a:pt x="5577" y="10995"/>
                    <a:pt x="5419" y="10838"/>
                    <a:pt x="5419" y="10649"/>
                  </a:cubicBezTo>
                  <a:cubicBezTo>
                    <a:pt x="5419" y="10460"/>
                    <a:pt x="5577" y="10302"/>
                    <a:pt x="5797" y="10302"/>
                  </a:cubicBezTo>
                  <a:close/>
                  <a:moveTo>
                    <a:pt x="5829" y="0"/>
                  </a:moveTo>
                  <a:cubicBezTo>
                    <a:pt x="3371" y="0"/>
                    <a:pt x="1260" y="1796"/>
                    <a:pt x="788" y="4190"/>
                  </a:cubicBezTo>
                  <a:cubicBezTo>
                    <a:pt x="347" y="4316"/>
                    <a:pt x="0" y="4694"/>
                    <a:pt x="0" y="5167"/>
                  </a:cubicBezTo>
                  <a:lnTo>
                    <a:pt x="0" y="7876"/>
                  </a:lnTo>
                  <a:cubicBezTo>
                    <a:pt x="0" y="8443"/>
                    <a:pt x="473" y="8916"/>
                    <a:pt x="1008" y="8916"/>
                  </a:cubicBezTo>
                  <a:lnTo>
                    <a:pt x="1702" y="8916"/>
                  </a:lnTo>
                  <a:cubicBezTo>
                    <a:pt x="1891" y="8916"/>
                    <a:pt x="2048" y="8758"/>
                    <a:pt x="2048" y="8569"/>
                  </a:cubicBezTo>
                  <a:lnTo>
                    <a:pt x="2048" y="4474"/>
                  </a:lnTo>
                  <a:cubicBezTo>
                    <a:pt x="2048" y="4253"/>
                    <a:pt x="1891" y="4096"/>
                    <a:pt x="1702" y="4096"/>
                  </a:cubicBezTo>
                  <a:lnTo>
                    <a:pt x="1449" y="4096"/>
                  </a:lnTo>
                  <a:cubicBezTo>
                    <a:pt x="1922" y="2111"/>
                    <a:pt x="3749" y="630"/>
                    <a:pt x="5797" y="630"/>
                  </a:cubicBezTo>
                  <a:cubicBezTo>
                    <a:pt x="7876" y="630"/>
                    <a:pt x="9641" y="2079"/>
                    <a:pt x="10113" y="4096"/>
                  </a:cubicBezTo>
                  <a:lnTo>
                    <a:pt x="9893" y="4096"/>
                  </a:lnTo>
                  <a:cubicBezTo>
                    <a:pt x="9672" y="4096"/>
                    <a:pt x="9515" y="4253"/>
                    <a:pt x="9515" y="4474"/>
                  </a:cubicBezTo>
                  <a:lnTo>
                    <a:pt x="9515" y="8569"/>
                  </a:lnTo>
                  <a:cubicBezTo>
                    <a:pt x="9515" y="8758"/>
                    <a:pt x="9672" y="8916"/>
                    <a:pt x="9893" y="8916"/>
                  </a:cubicBezTo>
                  <a:lnTo>
                    <a:pt x="10208" y="8916"/>
                  </a:lnTo>
                  <a:cubicBezTo>
                    <a:pt x="10050" y="9704"/>
                    <a:pt x="9326" y="10302"/>
                    <a:pt x="8507" y="10302"/>
                  </a:cubicBezTo>
                  <a:lnTo>
                    <a:pt x="6742" y="10302"/>
                  </a:lnTo>
                  <a:cubicBezTo>
                    <a:pt x="6585" y="9893"/>
                    <a:pt x="6207" y="9609"/>
                    <a:pt x="5734" y="9609"/>
                  </a:cubicBezTo>
                  <a:cubicBezTo>
                    <a:pt x="5199" y="9609"/>
                    <a:pt x="4726" y="10082"/>
                    <a:pt x="4726" y="10649"/>
                  </a:cubicBezTo>
                  <a:cubicBezTo>
                    <a:pt x="4726" y="11184"/>
                    <a:pt x="5199" y="11657"/>
                    <a:pt x="5734" y="11657"/>
                  </a:cubicBezTo>
                  <a:cubicBezTo>
                    <a:pt x="6175" y="11657"/>
                    <a:pt x="6585" y="11405"/>
                    <a:pt x="6742" y="10995"/>
                  </a:cubicBezTo>
                  <a:lnTo>
                    <a:pt x="8507" y="10995"/>
                  </a:lnTo>
                  <a:cubicBezTo>
                    <a:pt x="9735" y="10995"/>
                    <a:pt x="10743" y="10082"/>
                    <a:pt x="10869" y="8916"/>
                  </a:cubicBezTo>
                  <a:cubicBezTo>
                    <a:pt x="11248" y="8790"/>
                    <a:pt x="11563" y="8412"/>
                    <a:pt x="11563" y="7939"/>
                  </a:cubicBezTo>
                  <a:lnTo>
                    <a:pt x="11563" y="5198"/>
                  </a:lnTo>
                  <a:cubicBezTo>
                    <a:pt x="11657" y="4694"/>
                    <a:pt x="11311" y="4316"/>
                    <a:pt x="10869" y="4190"/>
                  </a:cubicBezTo>
                  <a:cubicBezTo>
                    <a:pt x="10397" y="1796"/>
                    <a:pt x="8255" y="0"/>
                    <a:pt x="58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6"/>
            <p:cNvSpPr/>
            <p:nvPr/>
          </p:nvSpPr>
          <p:spPr>
            <a:xfrm>
              <a:off x="-31097500" y="2727125"/>
              <a:ext cx="156750" cy="153925"/>
            </a:xfrm>
            <a:custGeom>
              <a:avLst/>
              <a:gdLst/>
              <a:ahLst/>
              <a:cxnLst/>
              <a:rect l="l" t="t" r="r" b="b"/>
              <a:pathLst>
                <a:path w="6270" h="6157" extrusionOk="0">
                  <a:moveTo>
                    <a:pt x="3119" y="663"/>
                  </a:moveTo>
                  <a:cubicBezTo>
                    <a:pt x="4442" y="663"/>
                    <a:pt x="5514" y="1734"/>
                    <a:pt x="5514" y="3088"/>
                  </a:cubicBezTo>
                  <a:cubicBezTo>
                    <a:pt x="5514" y="4412"/>
                    <a:pt x="4411" y="5483"/>
                    <a:pt x="3119" y="5483"/>
                  </a:cubicBezTo>
                  <a:cubicBezTo>
                    <a:pt x="2647" y="5483"/>
                    <a:pt x="2206" y="5357"/>
                    <a:pt x="1796" y="5136"/>
                  </a:cubicBezTo>
                  <a:cubicBezTo>
                    <a:pt x="1750" y="5090"/>
                    <a:pt x="1670" y="5061"/>
                    <a:pt x="1606" y="5061"/>
                  </a:cubicBezTo>
                  <a:cubicBezTo>
                    <a:pt x="1582" y="5061"/>
                    <a:pt x="1561" y="5065"/>
                    <a:pt x="1544" y="5073"/>
                  </a:cubicBezTo>
                  <a:lnTo>
                    <a:pt x="914" y="5294"/>
                  </a:lnTo>
                  <a:lnTo>
                    <a:pt x="1103" y="4664"/>
                  </a:lnTo>
                  <a:cubicBezTo>
                    <a:pt x="1134" y="4569"/>
                    <a:pt x="1103" y="4443"/>
                    <a:pt x="1071" y="4380"/>
                  </a:cubicBezTo>
                  <a:cubicBezTo>
                    <a:pt x="819" y="3971"/>
                    <a:pt x="693" y="3561"/>
                    <a:pt x="693" y="3120"/>
                  </a:cubicBezTo>
                  <a:cubicBezTo>
                    <a:pt x="693" y="1734"/>
                    <a:pt x="1796" y="663"/>
                    <a:pt x="3119" y="663"/>
                  </a:cubicBezTo>
                  <a:close/>
                  <a:moveTo>
                    <a:pt x="3151" y="1"/>
                  </a:moveTo>
                  <a:cubicBezTo>
                    <a:pt x="1449" y="1"/>
                    <a:pt x="32" y="1387"/>
                    <a:pt x="32" y="3057"/>
                  </a:cubicBezTo>
                  <a:cubicBezTo>
                    <a:pt x="32" y="3593"/>
                    <a:pt x="158" y="4097"/>
                    <a:pt x="441" y="4569"/>
                  </a:cubicBezTo>
                  <a:lnTo>
                    <a:pt x="32" y="5703"/>
                  </a:lnTo>
                  <a:cubicBezTo>
                    <a:pt x="0" y="5829"/>
                    <a:pt x="32" y="5955"/>
                    <a:pt x="126" y="6081"/>
                  </a:cubicBezTo>
                  <a:cubicBezTo>
                    <a:pt x="172" y="6128"/>
                    <a:pt x="269" y="6157"/>
                    <a:pt x="367" y="6157"/>
                  </a:cubicBezTo>
                  <a:cubicBezTo>
                    <a:pt x="403" y="6157"/>
                    <a:pt x="439" y="6153"/>
                    <a:pt x="473" y="6144"/>
                  </a:cubicBezTo>
                  <a:lnTo>
                    <a:pt x="1607" y="5735"/>
                  </a:lnTo>
                  <a:cubicBezTo>
                    <a:pt x="2080" y="5987"/>
                    <a:pt x="2584" y="6144"/>
                    <a:pt x="3151" y="6144"/>
                  </a:cubicBezTo>
                  <a:cubicBezTo>
                    <a:pt x="4852" y="6144"/>
                    <a:pt x="6270" y="4758"/>
                    <a:pt x="6270" y="3057"/>
                  </a:cubicBezTo>
                  <a:cubicBezTo>
                    <a:pt x="6270" y="1387"/>
                    <a:pt x="4883" y="1"/>
                    <a:pt x="31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4" name="Google Shape;2934;p66"/>
          <p:cNvGrpSpPr/>
          <p:nvPr/>
        </p:nvGrpSpPr>
        <p:grpSpPr>
          <a:xfrm>
            <a:off x="3823500" y="3746697"/>
            <a:ext cx="359999" cy="360005"/>
            <a:chOff x="-30805300" y="2298675"/>
            <a:chExt cx="290650" cy="291125"/>
          </a:xfrm>
        </p:grpSpPr>
        <p:sp>
          <p:nvSpPr>
            <p:cNvPr id="2935" name="Google Shape;2935;p66"/>
            <p:cNvSpPr/>
            <p:nvPr/>
          </p:nvSpPr>
          <p:spPr>
            <a:xfrm>
              <a:off x="-30720225" y="24191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66"/>
            <p:cNvSpPr/>
            <p:nvPr/>
          </p:nvSpPr>
          <p:spPr>
            <a:xfrm>
              <a:off x="-30635175" y="2453250"/>
              <a:ext cx="87450" cy="69125"/>
            </a:xfrm>
            <a:custGeom>
              <a:avLst/>
              <a:gdLst/>
              <a:ahLst/>
              <a:cxnLst/>
              <a:rect l="l" t="t" r="r" b="b"/>
              <a:pathLst>
                <a:path w="3498" h="2765" extrusionOk="0">
                  <a:moveTo>
                    <a:pt x="3124" y="0"/>
                  </a:moveTo>
                  <a:cubicBezTo>
                    <a:pt x="3033" y="0"/>
                    <a:pt x="2946" y="40"/>
                    <a:pt x="2899" y="118"/>
                  </a:cubicBezTo>
                  <a:lnTo>
                    <a:pt x="1040" y="1946"/>
                  </a:lnTo>
                  <a:lnTo>
                    <a:pt x="599" y="1505"/>
                  </a:lnTo>
                  <a:cubicBezTo>
                    <a:pt x="536" y="1442"/>
                    <a:pt x="450" y="1410"/>
                    <a:pt x="363" y="1410"/>
                  </a:cubicBezTo>
                  <a:cubicBezTo>
                    <a:pt x="276" y="1410"/>
                    <a:pt x="190" y="1442"/>
                    <a:pt x="127" y="1505"/>
                  </a:cubicBezTo>
                  <a:cubicBezTo>
                    <a:pt x="1" y="1631"/>
                    <a:pt x="1" y="1851"/>
                    <a:pt x="127" y="1977"/>
                  </a:cubicBezTo>
                  <a:lnTo>
                    <a:pt x="788" y="2639"/>
                  </a:lnTo>
                  <a:cubicBezTo>
                    <a:pt x="883" y="2733"/>
                    <a:pt x="977" y="2765"/>
                    <a:pt x="1040" y="2765"/>
                  </a:cubicBezTo>
                  <a:cubicBezTo>
                    <a:pt x="1103" y="2765"/>
                    <a:pt x="1198" y="2733"/>
                    <a:pt x="1261" y="2639"/>
                  </a:cubicBezTo>
                  <a:lnTo>
                    <a:pt x="3372" y="591"/>
                  </a:lnTo>
                  <a:cubicBezTo>
                    <a:pt x="3498" y="496"/>
                    <a:pt x="3498" y="244"/>
                    <a:pt x="3372" y="118"/>
                  </a:cubicBezTo>
                  <a:cubicBezTo>
                    <a:pt x="3309" y="40"/>
                    <a:pt x="3214" y="0"/>
                    <a:pt x="31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66"/>
            <p:cNvSpPr/>
            <p:nvPr/>
          </p:nvSpPr>
          <p:spPr>
            <a:xfrm>
              <a:off x="-30805300" y="2298675"/>
              <a:ext cx="290650" cy="291125"/>
            </a:xfrm>
            <a:custGeom>
              <a:avLst/>
              <a:gdLst/>
              <a:ahLst/>
              <a:cxnLst/>
              <a:rect l="l" t="t" r="r" b="b"/>
              <a:pathLst>
                <a:path w="11626" h="11645" extrusionOk="0">
                  <a:moveTo>
                    <a:pt x="5797" y="630"/>
                  </a:moveTo>
                  <a:cubicBezTo>
                    <a:pt x="6333" y="630"/>
                    <a:pt x="6806" y="1103"/>
                    <a:pt x="6806" y="1670"/>
                  </a:cubicBezTo>
                  <a:lnTo>
                    <a:pt x="6806" y="4096"/>
                  </a:lnTo>
                  <a:lnTo>
                    <a:pt x="6459" y="4096"/>
                  </a:lnTo>
                  <a:cubicBezTo>
                    <a:pt x="5514" y="4096"/>
                    <a:pt x="4758" y="4852"/>
                    <a:pt x="4758" y="5797"/>
                  </a:cubicBezTo>
                  <a:lnTo>
                    <a:pt x="4758" y="6144"/>
                  </a:lnTo>
                  <a:lnTo>
                    <a:pt x="3088" y="6144"/>
                  </a:lnTo>
                  <a:lnTo>
                    <a:pt x="3088" y="6207"/>
                  </a:lnTo>
                  <a:cubicBezTo>
                    <a:pt x="2993" y="6207"/>
                    <a:pt x="2930" y="6238"/>
                    <a:pt x="2836" y="6270"/>
                  </a:cubicBezTo>
                  <a:lnTo>
                    <a:pt x="2017" y="7057"/>
                  </a:lnTo>
                  <a:lnTo>
                    <a:pt x="2017" y="6490"/>
                  </a:lnTo>
                  <a:cubicBezTo>
                    <a:pt x="2017" y="6301"/>
                    <a:pt x="1859" y="6144"/>
                    <a:pt x="1670" y="6144"/>
                  </a:cubicBezTo>
                  <a:cubicBezTo>
                    <a:pt x="1103" y="6144"/>
                    <a:pt x="631" y="5671"/>
                    <a:pt x="631" y="5136"/>
                  </a:cubicBezTo>
                  <a:lnTo>
                    <a:pt x="631" y="1670"/>
                  </a:lnTo>
                  <a:cubicBezTo>
                    <a:pt x="631" y="1103"/>
                    <a:pt x="1103" y="630"/>
                    <a:pt x="1670" y="630"/>
                  </a:cubicBezTo>
                  <a:close/>
                  <a:moveTo>
                    <a:pt x="9925" y="4852"/>
                  </a:moveTo>
                  <a:cubicBezTo>
                    <a:pt x="10492" y="4852"/>
                    <a:pt x="10964" y="5325"/>
                    <a:pt x="10964" y="5860"/>
                  </a:cubicBezTo>
                  <a:lnTo>
                    <a:pt x="10964" y="8601"/>
                  </a:lnTo>
                  <a:cubicBezTo>
                    <a:pt x="10964" y="9137"/>
                    <a:pt x="10492" y="9609"/>
                    <a:pt x="9925" y="9609"/>
                  </a:cubicBezTo>
                  <a:lnTo>
                    <a:pt x="8538" y="9609"/>
                  </a:lnTo>
                  <a:cubicBezTo>
                    <a:pt x="8475" y="9609"/>
                    <a:pt x="8349" y="9672"/>
                    <a:pt x="8318" y="9735"/>
                  </a:cubicBezTo>
                  <a:lnTo>
                    <a:pt x="7530" y="10523"/>
                  </a:lnTo>
                  <a:lnTo>
                    <a:pt x="7530" y="9987"/>
                  </a:lnTo>
                  <a:cubicBezTo>
                    <a:pt x="7530" y="9767"/>
                    <a:pt x="7373" y="9609"/>
                    <a:pt x="7184" y="9609"/>
                  </a:cubicBezTo>
                  <a:lnTo>
                    <a:pt x="6491" y="9609"/>
                  </a:lnTo>
                  <a:cubicBezTo>
                    <a:pt x="5955" y="9609"/>
                    <a:pt x="5482" y="9137"/>
                    <a:pt x="5482" y="8601"/>
                  </a:cubicBezTo>
                  <a:lnTo>
                    <a:pt x="5482" y="5860"/>
                  </a:lnTo>
                  <a:cubicBezTo>
                    <a:pt x="5482" y="5325"/>
                    <a:pt x="5955" y="4852"/>
                    <a:pt x="6491" y="4852"/>
                  </a:cubicBezTo>
                  <a:close/>
                  <a:moveTo>
                    <a:pt x="1702" y="0"/>
                  </a:moveTo>
                  <a:cubicBezTo>
                    <a:pt x="757" y="0"/>
                    <a:pt x="1" y="756"/>
                    <a:pt x="1" y="1702"/>
                  </a:cubicBezTo>
                  <a:lnTo>
                    <a:pt x="1" y="5167"/>
                  </a:lnTo>
                  <a:cubicBezTo>
                    <a:pt x="1" y="5986"/>
                    <a:pt x="599" y="6711"/>
                    <a:pt x="1387" y="6868"/>
                  </a:cubicBezTo>
                  <a:lnTo>
                    <a:pt x="1387" y="7940"/>
                  </a:lnTo>
                  <a:cubicBezTo>
                    <a:pt x="1387" y="8034"/>
                    <a:pt x="1450" y="8192"/>
                    <a:pt x="1576" y="8255"/>
                  </a:cubicBezTo>
                  <a:cubicBezTo>
                    <a:pt x="1618" y="8265"/>
                    <a:pt x="1663" y="8272"/>
                    <a:pt x="1708" y="8272"/>
                  </a:cubicBezTo>
                  <a:cubicBezTo>
                    <a:pt x="1796" y="8272"/>
                    <a:pt x="1880" y="8244"/>
                    <a:pt x="1922" y="8160"/>
                  </a:cubicBezTo>
                  <a:lnTo>
                    <a:pt x="3246" y="6900"/>
                  </a:lnTo>
                  <a:lnTo>
                    <a:pt x="4821" y="6900"/>
                  </a:lnTo>
                  <a:lnTo>
                    <a:pt x="4821" y="8601"/>
                  </a:lnTo>
                  <a:cubicBezTo>
                    <a:pt x="4821" y="9546"/>
                    <a:pt x="5545" y="10302"/>
                    <a:pt x="6491" y="10302"/>
                  </a:cubicBezTo>
                  <a:lnTo>
                    <a:pt x="6869" y="10302"/>
                  </a:lnTo>
                  <a:lnTo>
                    <a:pt x="6869" y="11311"/>
                  </a:lnTo>
                  <a:cubicBezTo>
                    <a:pt x="6869" y="11468"/>
                    <a:pt x="6932" y="11594"/>
                    <a:pt x="7058" y="11626"/>
                  </a:cubicBezTo>
                  <a:cubicBezTo>
                    <a:pt x="7104" y="11637"/>
                    <a:pt x="7154" y="11644"/>
                    <a:pt x="7202" y="11644"/>
                  </a:cubicBezTo>
                  <a:cubicBezTo>
                    <a:pt x="7286" y="11644"/>
                    <a:pt x="7364" y="11623"/>
                    <a:pt x="7404" y="11563"/>
                  </a:cubicBezTo>
                  <a:lnTo>
                    <a:pt x="8664" y="10302"/>
                  </a:lnTo>
                  <a:lnTo>
                    <a:pt x="9925" y="10302"/>
                  </a:lnTo>
                  <a:cubicBezTo>
                    <a:pt x="10870" y="10302"/>
                    <a:pt x="11626" y="9546"/>
                    <a:pt x="11626" y="8601"/>
                  </a:cubicBezTo>
                  <a:lnTo>
                    <a:pt x="11626" y="5892"/>
                  </a:lnTo>
                  <a:cubicBezTo>
                    <a:pt x="11626" y="4884"/>
                    <a:pt x="10870" y="4159"/>
                    <a:pt x="9925" y="4159"/>
                  </a:cubicBezTo>
                  <a:lnTo>
                    <a:pt x="7530" y="4159"/>
                  </a:lnTo>
                  <a:lnTo>
                    <a:pt x="7530" y="1702"/>
                  </a:lnTo>
                  <a:cubicBezTo>
                    <a:pt x="7530" y="756"/>
                    <a:pt x="6774" y="0"/>
                    <a:pt x="58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66"/>
            <p:cNvSpPr/>
            <p:nvPr/>
          </p:nvSpPr>
          <p:spPr>
            <a:xfrm>
              <a:off x="-30737575" y="2332550"/>
              <a:ext cx="53600" cy="69325"/>
            </a:xfrm>
            <a:custGeom>
              <a:avLst/>
              <a:gdLst/>
              <a:ahLst/>
              <a:cxnLst/>
              <a:rect l="l" t="t" r="r" b="b"/>
              <a:pathLst>
                <a:path w="2144" h="2773" extrusionOk="0">
                  <a:moveTo>
                    <a:pt x="1041" y="0"/>
                  </a:moveTo>
                  <a:cubicBezTo>
                    <a:pt x="474" y="0"/>
                    <a:pt x="1" y="473"/>
                    <a:pt x="1" y="1008"/>
                  </a:cubicBezTo>
                  <a:cubicBezTo>
                    <a:pt x="1" y="1197"/>
                    <a:pt x="158" y="1355"/>
                    <a:pt x="379" y="1355"/>
                  </a:cubicBezTo>
                  <a:cubicBezTo>
                    <a:pt x="568" y="1355"/>
                    <a:pt x="726" y="1197"/>
                    <a:pt x="726" y="1008"/>
                  </a:cubicBezTo>
                  <a:cubicBezTo>
                    <a:pt x="726" y="819"/>
                    <a:pt x="883" y="662"/>
                    <a:pt x="1072" y="662"/>
                  </a:cubicBezTo>
                  <a:cubicBezTo>
                    <a:pt x="1293" y="662"/>
                    <a:pt x="1450" y="819"/>
                    <a:pt x="1450" y="1008"/>
                  </a:cubicBezTo>
                  <a:cubicBezTo>
                    <a:pt x="1450" y="1103"/>
                    <a:pt x="1324" y="1292"/>
                    <a:pt x="1198" y="1323"/>
                  </a:cubicBezTo>
                  <a:cubicBezTo>
                    <a:pt x="915" y="1449"/>
                    <a:pt x="757" y="1701"/>
                    <a:pt x="757" y="1953"/>
                  </a:cubicBezTo>
                  <a:lnTo>
                    <a:pt x="757" y="2426"/>
                  </a:lnTo>
                  <a:cubicBezTo>
                    <a:pt x="757" y="2615"/>
                    <a:pt x="915" y="2772"/>
                    <a:pt x="1135" y="2772"/>
                  </a:cubicBezTo>
                  <a:cubicBezTo>
                    <a:pt x="1324" y="2772"/>
                    <a:pt x="1482" y="2615"/>
                    <a:pt x="1482" y="2426"/>
                  </a:cubicBezTo>
                  <a:lnTo>
                    <a:pt x="1482" y="1953"/>
                  </a:lnTo>
                  <a:cubicBezTo>
                    <a:pt x="1860" y="1796"/>
                    <a:pt x="2143" y="1418"/>
                    <a:pt x="2143" y="1008"/>
                  </a:cubicBezTo>
                  <a:cubicBezTo>
                    <a:pt x="2049" y="473"/>
                    <a:pt x="1576" y="0"/>
                    <a:pt x="10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39" name="Google Shape;2939;p66"/>
          <p:cNvSpPr txBox="1"/>
          <p:nvPr/>
        </p:nvSpPr>
        <p:spPr>
          <a:xfrm>
            <a:off x="5498400" y="3680400"/>
            <a:ext cx="2246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Montserrat"/>
                <a:sym typeface="Montserrat"/>
              </a:rPr>
              <a:t>ENTREGA</a:t>
            </a:r>
            <a:endParaRPr lang="es-ES"/>
          </a:p>
        </p:txBody>
      </p:sp>
      <p:sp>
        <p:nvSpPr>
          <p:cNvPr id="2940" name="Google Shape;2940;p66"/>
          <p:cNvSpPr txBox="1"/>
          <p:nvPr/>
        </p:nvSpPr>
        <p:spPr>
          <a:xfrm>
            <a:off x="5498400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r>
              <a:rPr lang="en" err="1">
                <a:solidFill>
                  <a:schemeClr val="dk1"/>
                </a:solidFill>
                <a:latin typeface="Montserrat Medium"/>
                <a:sym typeface="Montserrat Medium"/>
              </a:rPr>
              <a:t>Visualización</a:t>
            </a:r>
            <a:r>
              <a:rPr lang="en">
                <a:solidFill>
                  <a:schemeClr val="dk1"/>
                </a:solidFill>
                <a:latin typeface="Montserrat Medium"/>
                <a:sym typeface="Montserrat Medium"/>
              </a:rPr>
              <a:t> web accesible</a:t>
            </a:r>
            <a:endParaRPr lang="es-ES">
              <a:solidFill>
                <a:schemeClr val="dk1"/>
              </a:solidFill>
            </a:endParaRPr>
          </a:p>
        </p:txBody>
      </p:sp>
      <p:sp>
        <p:nvSpPr>
          <p:cNvPr id="2941" name="Google Shape;2941;p66"/>
          <p:cNvSpPr txBox="1"/>
          <p:nvPr/>
        </p:nvSpPr>
        <p:spPr>
          <a:xfrm>
            <a:off x="5498400" y="2489700"/>
            <a:ext cx="2246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Montserrat"/>
                <a:sym typeface="Montserrat"/>
              </a:rPr>
              <a:t>GENERACIÓN</a:t>
            </a:r>
            <a:endParaRPr lang="es-ES"/>
          </a:p>
        </p:txBody>
      </p:sp>
      <p:sp>
        <p:nvSpPr>
          <p:cNvPr id="2942" name="Google Shape;2942;p66"/>
          <p:cNvSpPr txBox="1"/>
          <p:nvPr/>
        </p:nvSpPr>
        <p:spPr>
          <a:xfrm>
            <a:off x="5497800" y="290565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r>
              <a:rPr lang="en">
                <a:solidFill>
                  <a:schemeClr val="dk1"/>
                </a:solidFill>
                <a:latin typeface="Montserrat Medium"/>
                <a:sym typeface="Montserrat Medium"/>
              </a:rPr>
              <a:t>Guía </a:t>
            </a:r>
            <a:r>
              <a:rPr lang="en" err="1">
                <a:solidFill>
                  <a:schemeClr val="dk1"/>
                </a:solidFill>
                <a:latin typeface="Montserrat Medium"/>
                <a:sym typeface="Montserrat Medium"/>
              </a:rPr>
              <a:t>jurídica</a:t>
            </a:r>
            <a:r>
              <a:rPr lang="en">
                <a:solidFill>
                  <a:schemeClr val="dk1"/>
                </a:solidFill>
                <a:latin typeface="Montserrat Medium"/>
                <a:sym typeface="Montserrat Medium"/>
              </a:rPr>
              <a:t> </a:t>
            </a:r>
            <a:r>
              <a:rPr lang="en" err="1">
                <a:solidFill>
                  <a:schemeClr val="dk1"/>
                </a:solidFill>
                <a:latin typeface="Montserrat Medium"/>
                <a:sym typeface="Montserrat Medium"/>
              </a:rPr>
              <a:t>personalizada</a:t>
            </a:r>
            <a:endParaRPr lang="es-ES" err="1">
              <a:solidFill>
                <a:schemeClr val="dk1"/>
              </a:solidFill>
            </a:endParaRPr>
          </a:p>
        </p:txBody>
      </p:sp>
      <p:sp>
        <p:nvSpPr>
          <p:cNvPr id="2943" name="Google Shape;2943;p66"/>
          <p:cNvSpPr txBox="1"/>
          <p:nvPr/>
        </p:nvSpPr>
        <p:spPr>
          <a:xfrm>
            <a:off x="1400400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algn="r"/>
            <a:r>
              <a:rPr lang="en" err="1">
                <a:solidFill>
                  <a:schemeClr val="dk1"/>
                </a:solidFill>
                <a:sym typeface="Montserrat Medium"/>
              </a:rPr>
              <a:t>Auditoría</a:t>
            </a:r>
            <a:r>
              <a:rPr lang="en">
                <a:solidFill>
                  <a:schemeClr val="dk1"/>
                </a:solidFill>
                <a:sym typeface="Montserrat Medium"/>
              </a:rPr>
              <a:t> </a:t>
            </a:r>
            <a:r>
              <a:rPr lang="en" err="1">
                <a:solidFill>
                  <a:schemeClr val="dk1"/>
                </a:solidFill>
                <a:sym typeface="Montserrat Medium"/>
              </a:rPr>
              <a:t>seguridad</a:t>
            </a:r>
            <a:r>
              <a:rPr lang="en">
                <a:solidFill>
                  <a:schemeClr val="dk1"/>
                </a:solidFill>
                <a:sym typeface="Montserrat Medium"/>
              </a:rPr>
              <a:t> de </a:t>
            </a:r>
            <a:r>
              <a:rPr lang="en" err="1">
                <a:solidFill>
                  <a:schemeClr val="dk1"/>
                </a:solidFill>
                <a:sym typeface="Montserrat Medium"/>
              </a:rPr>
              <a:t>datos</a:t>
            </a:r>
            <a:endParaRPr lang="es-ES" err="1">
              <a:solidFill>
                <a:schemeClr val="dk1"/>
              </a:solidFill>
            </a:endParaRPr>
          </a:p>
        </p:txBody>
      </p:sp>
      <p:sp>
        <p:nvSpPr>
          <p:cNvPr id="2944" name="Google Shape;2944;p66"/>
          <p:cNvSpPr txBox="1"/>
          <p:nvPr/>
        </p:nvSpPr>
        <p:spPr>
          <a:xfrm>
            <a:off x="1400400" y="29061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algn="r"/>
            <a:r>
              <a:rPr lang="en" err="1">
                <a:solidFill>
                  <a:schemeClr val="dk1"/>
                </a:solidFill>
                <a:latin typeface="Montserrat Medium"/>
                <a:sym typeface="Montserrat Medium"/>
              </a:rPr>
              <a:t>Redacción</a:t>
            </a:r>
            <a:r>
              <a:rPr lang="en">
                <a:solidFill>
                  <a:schemeClr val="dk1"/>
                </a:solidFill>
                <a:latin typeface="Montserrat Medium"/>
                <a:sym typeface="Montserrat Medium"/>
              </a:rPr>
              <a:t> </a:t>
            </a:r>
            <a:r>
              <a:rPr lang="en" err="1">
                <a:solidFill>
                  <a:schemeClr val="dk1"/>
                </a:solidFill>
                <a:latin typeface="Montserrat Medium"/>
                <a:sym typeface="Montserrat Medium"/>
              </a:rPr>
              <a:t>en</a:t>
            </a:r>
            <a:r>
              <a:rPr lang="en">
                <a:solidFill>
                  <a:schemeClr val="dk1"/>
                </a:solidFill>
                <a:latin typeface="Montserrat Medium"/>
                <a:sym typeface="Montserrat Medium"/>
              </a:rPr>
              <a:t> </a:t>
            </a:r>
            <a:r>
              <a:rPr lang="en" err="1">
                <a:solidFill>
                  <a:schemeClr val="dk1"/>
                </a:solidFill>
                <a:latin typeface="Montserrat Medium"/>
                <a:sym typeface="Montserrat Medium"/>
              </a:rPr>
              <a:t>lenguaje</a:t>
            </a:r>
            <a:r>
              <a:rPr lang="en">
                <a:solidFill>
                  <a:schemeClr val="dk1"/>
                </a:solidFill>
                <a:latin typeface="Montserrat Medium"/>
                <a:sym typeface="Montserrat Medium"/>
              </a:rPr>
              <a:t> claro</a:t>
            </a:r>
            <a:endParaRPr lang="es-ES">
              <a:solidFill>
                <a:schemeClr val="dk1"/>
              </a:solidFill>
            </a:endParaRPr>
          </a:p>
        </p:txBody>
      </p:sp>
      <p:sp>
        <p:nvSpPr>
          <p:cNvPr id="2945" name="Google Shape;2945;p66"/>
          <p:cNvSpPr txBox="1"/>
          <p:nvPr/>
        </p:nvSpPr>
        <p:spPr>
          <a:xfrm>
            <a:off x="5498400" y="17145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r>
              <a:rPr lang="en" err="1">
                <a:solidFill>
                  <a:schemeClr val="dk1"/>
                </a:solidFill>
                <a:latin typeface="Montserrat Medium"/>
                <a:sym typeface="Montserrat Medium"/>
              </a:rPr>
              <a:t>Identificación</a:t>
            </a:r>
            <a:r>
              <a:rPr lang="en">
                <a:solidFill>
                  <a:schemeClr val="dk1"/>
                </a:solidFill>
                <a:latin typeface="Montserrat Medium"/>
                <a:sym typeface="Montserrat Medium"/>
              </a:rPr>
              <a:t> </a:t>
            </a:r>
            <a:r>
              <a:rPr lang="en" err="1">
                <a:solidFill>
                  <a:schemeClr val="dk1"/>
                </a:solidFill>
                <a:latin typeface="Montserrat Medium"/>
                <a:sym typeface="Montserrat Medium"/>
              </a:rPr>
              <a:t>tipo</a:t>
            </a:r>
            <a:r>
              <a:rPr lang="en">
                <a:solidFill>
                  <a:schemeClr val="dk1"/>
                </a:solidFill>
                <a:latin typeface="Montserrat Medium"/>
                <a:sym typeface="Montserrat Medium"/>
              </a:rPr>
              <a:t> de </a:t>
            </a:r>
            <a:r>
              <a:rPr lang="en" err="1">
                <a:solidFill>
                  <a:schemeClr val="dk1"/>
                </a:solidFill>
                <a:latin typeface="Montserrat Medium"/>
                <a:sym typeface="Montserrat Medium"/>
              </a:rPr>
              <a:t>documento</a:t>
            </a:r>
            <a:endParaRPr lang="es-ES" err="1">
              <a:solidFill>
                <a:schemeClr val="dk1"/>
              </a:solidFill>
            </a:endParaRPr>
          </a:p>
        </p:txBody>
      </p:sp>
      <p:sp>
        <p:nvSpPr>
          <p:cNvPr id="2946" name="Google Shape;2946;p66"/>
          <p:cNvSpPr txBox="1"/>
          <p:nvPr/>
        </p:nvSpPr>
        <p:spPr>
          <a:xfrm>
            <a:off x="83466" y="1289518"/>
            <a:ext cx="3563334" cy="50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algn="r"/>
            <a:r>
              <a:rPr lang="en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OCR + NORMALIZACIÓN</a:t>
            </a:r>
            <a:endParaRPr sz="2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7" name="Google Shape;2947;p66"/>
          <p:cNvSpPr txBox="1"/>
          <p:nvPr/>
        </p:nvSpPr>
        <p:spPr>
          <a:xfrm>
            <a:off x="1400400" y="17142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algn="r"/>
            <a:r>
              <a:rPr lang="en" err="1">
                <a:solidFill>
                  <a:schemeClr val="dk1"/>
                </a:solidFill>
                <a:latin typeface="Montserrat Medium"/>
                <a:sym typeface="Montserrat Medium"/>
              </a:rPr>
              <a:t>Extracción</a:t>
            </a:r>
            <a:r>
              <a:rPr lang="en">
                <a:solidFill>
                  <a:schemeClr val="dk1"/>
                </a:solidFill>
                <a:latin typeface="Montserrat Medium"/>
                <a:sym typeface="Montserrat Medium"/>
              </a:rPr>
              <a:t> y </a:t>
            </a:r>
            <a:r>
              <a:rPr lang="en" err="1">
                <a:solidFill>
                  <a:schemeClr val="dk1"/>
                </a:solidFill>
                <a:latin typeface="Montserrat Medium"/>
                <a:sym typeface="Montserrat Medium"/>
              </a:rPr>
              <a:t>limpieza</a:t>
            </a:r>
            <a:r>
              <a:rPr lang="en">
                <a:solidFill>
                  <a:schemeClr val="dk1"/>
                </a:solidFill>
                <a:latin typeface="Montserrat Medium"/>
                <a:sym typeface="Montserrat Medium"/>
              </a:rPr>
              <a:t> </a:t>
            </a:r>
            <a:r>
              <a:rPr lang="en" err="1">
                <a:solidFill>
                  <a:schemeClr val="dk1"/>
                </a:solidFill>
                <a:latin typeface="Montserrat Medium"/>
                <a:sym typeface="Montserrat Medium"/>
              </a:rPr>
              <a:t>texto</a:t>
            </a:r>
            <a:endParaRPr lang="es-ES" err="1"/>
          </a:p>
        </p:txBody>
      </p:sp>
      <p:sp>
        <p:nvSpPr>
          <p:cNvPr id="2948" name="Google Shape;2948;p66"/>
          <p:cNvSpPr txBox="1"/>
          <p:nvPr/>
        </p:nvSpPr>
        <p:spPr>
          <a:xfrm>
            <a:off x="5498400" y="1289818"/>
            <a:ext cx="2619117" cy="50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Montserrat"/>
                <a:sym typeface="Montserrat"/>
              </a:rPr>
              <a:t>CLASIFICACIÓN</a:t>
            </a:r>
            <a:endParaRPr lang="es-ES"/>
          </a:p>
        </p:txBody>
      </p:sp>
      <p:sp>
        <p:nvSpPr>
          <p:cNvPr id="2949" name="Google Shape;2949;p66"/>
          <p:cNvSpPr txBox="1"/>
          <p:nvPr/>
        </p:nvSpPr>
        <p:spPr>
          <a:xfrm>
            <a:off x="812335" y="2481418"/>
            <a:ext cx="2834465" cy="50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Montserrat"/>
                <a:sym typeface="Montserrat"/>
              </a:rPr>
              <a:t>SIMPLIFICACIÓN</a:t>
            </a:r>
            <a:endParaRPr lang="es-ES">
              <a:solidFill>
                <a:schemeClr val="dk1"/>
              </a:solidFill>
            </a:endParaRPr>
          </a:p>
        </p:txBody>
      </p:sp>
      <p:sp>
        <p:nvSpPr>
          <p:cNvPr id="2950" name="Google Shape;2950;p66"/>
          <p:cNvSpPr txBox="1"/>
          <p:nvPr/>
        </p:nvSpPr>
        <p:spPr>
          <a:xfrm>
            <a:off x="1400400" y="3680400"/>
            <a:ext cx="2246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Montserrat"/>
                <a:sym typeface="Montserrat"/>
              </a:rPr>
              <a:t>VERIFICACIÓN</a:t>
            </a:r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p7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PRECISIÓN JURÍDICA</a:t>
            </a:r>
            <a:endParaRPr/>
          </a:p>
        </p:txBody>
      </p:sp>
      <p:cxnSp>
        <p:nvCxnSpPr>
          <p:cNvPr id="3199" name="Google Shape;3199;p72"/>
          <p:cNvCxnSpPr>
            <a:cxnSpLocks/>
          </p:cNvCxnSpPr>
          <p:nvPr/>
        </p:nvCxnSpPr>
        <p:spPr>
          <a:xfrm>
            <a:off x="1375200" y="2519950"/>
            <a:ext cx="1315200" cy="3795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4" name="Google Shape;3204;p72"/>
          <p:cNvCxnSpPr>
            <a:cxnSpLocks/>
          </p:cNvCxnSpPr>
          <p:nvPr/>
        </p:nvCxnSpPr>
        <p:spPr>
          <a:xfrm rot="10800000" flipH="1">
            <a:off x="3194398" y="2519998"/>
            <a:ext cx="1315200" cy="3795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5" name="Google Shape;3205;p72"/>
          <p:cNvCxnSpPr>
            <a:cxnSpLocks/>
          </p:cNvCxnSpPr>
          <p:nvPr/>
        </p:nvCxnSpPr>
        <p:spPr>
          <a:xfrm>
            <a:off x="5013597" y="2519950"/>
            <a:ext cx="1315200" cy="3795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09" name="Google Shape;3209;p72"/>
          <p:cNvSpPr/>
          <p:nvPr/>
        </p:nvSpPr>
        <p:spPr>
          <a:xfrm>
            <a:off x="6400796" y="2720990"/>
            <a:ext cx="359998" cy="357004"/>
          </a:xfrm>
          <a:custGeom>
            <a:avLst/>
            <a:gdLst/>
            <a:ahLst/>
            <a:cxnLst/>
            <a:rect l="l" t="t" r="r" b="b"/>
            <a:pathLst>
              <a:path w="17387" h="17324" extrusionOk="0">
                <a:moveTo>
                  <a:pt x="11433" y="1220"/>
                </a:moveTo>
                <a:lnTo>
                  <a:pt x="16183" y="5970"/>
                </a:lnTo>
                <a:lnTo>
                  <a:pt x="13967" y="8187"/>
                </a:lnTo>
                <a:lnTo>
                  <a:pt x="9216" y="3436"/>
                </a:lnTo>
                <a:lnTo>
                  <a:pt x="11433" y="1220"/>
                </a:lnTo>
                <a:close/>
                <a:moveTo>
                  <a:pt x="8931" y="4608"/>
                </a:moveTo>
                <a:lnTo>
                  <a:pt x="12763" y="8472"/>
                </a:lnTo>
                <a:lnTo>
                  <a:pt x="11338" y="8535"/>
                </a:lnTo>
                <a:lnTo>
                  <a:pt x="8836" y="6033"/>
                </a:lnTo>
                <a:lnTo>
                  <a:pt x="8931" y="4608"/>
                </a:lnTo>
                <a:close/>
                <a:moveTo>
                  <a:pt x="8330" y="6952"/>
                </a:moveTo>
                <a:lnTo>
                  <a:pt x="10420" y="9042"/>
                </a:lnTo>
                <a:lnTo>
                  <a:pt x="5606" y="13887"/>
                </a:lnTo>
                <a:lnTo>
                  <a:pt x="3516" y="11797"/>
                </a:lnTo>
                <a:lnTo>
                  <a:pt x="8330" y="6952"/>
                </a:lnTo>
                <a:close/>
                <a:moveTo>
                  <a:pt x="2787" y="12494"/>
                </a:moveTo>
                <a:lnTo>
                  <a:pt x="4878" y="14584"/>
                </a:lnTo>
                <a:lnTo>
                  <a:pt x="3421" y="16072"/>
                </a:lnTo>
                <a:lnTo>
                  <a:pt x="1331" y="13950"/>
                </a:lnTo>
                <a:lnTo>
                  <a:pt x="2787" y="12494"/>
                </a:lnTo>
                <a:close/>
                <a:moveTo>
                  <a:pt x="11370" y="0"/>
                </a:moveTo>
                <a:cubicBezTo>
                  <a:pt x="11243" y="0"/>
                  <a:pt x="11116" y="48"/>
                  <a:pt x="11021" y="143"/>
                </a:cubicBezTo>
                <a:lnTo>
                  <a:pt x="8076" y="3088"/>
                </a:lnTo>
                <a:cubicBezTo>
                  <a:pt x="8013" y="3151"/>
                  <a:pt x="7918" y="3278"/>
                  <a:pt x="7918" y="3405"/>
                </a:cubicBezTo>
                <a:lnTo>
                  <a:pt x="7823" y="5970"/>
                </a:lnTo>
                <a:lnTo>
                  <a:pt x="222" y="13570"/>
                </a:lnTo>
                <a:cubicBezTo>
                  <a:pt x="1" y="13760"/>
                  <a:pt x="1" y="14077"/>
                  <a:pt x="222" y="14267"/>
                </a:cubicBezTo>
                <a:lnTo>
                  <a:pt x="1267" y="15344"/>
                </a:lnTo>
                <a:lnTo>
                  <a:pt x="887" y="15756"/>
                </a:lnTo>
                <a:cubicBezTo>
                  <a:pt x="697" y="15946"/>
                  <a:pt x="697" y="16262"/>
                  <a:pt x="887" y="16452"/>
                </a:cubicBezTo>
                <a:cubicBezTo>
                  <a:pt x="982" y="16547"/>
                  <a:pt x="1109" y="16595"/>
                  <a:pt x="1240" y="16595"/>
                </a:cubicBezTo>
                <a:cubicBezTo>
                  <a:pt x="1370" y="16595"/>
                  <a:pt x="1505" y="16547"/>
                  <a:pt x="1616" y="16452"/>
                </a:cubicBezTo>
                <a:lnTo>
                  <a:pt x="1964" y="16104"/>
                </a:lnTo>
                <a:lnTo>
                  <a:pt x="3041" y="17181"/>
                </a:lnTo>
                <a:cubicBezTo>
                  <a:pt x="3136" y="17276"/>
                  <a:pt x="3263" y="17323"/>
                  <a:pt x="3389" y="17323"/>
                </a:cubicBezTo>
                <a:cubicBezTo>
                  <a:pt x="3516" y="17323"/>
                  <a:pt x="3643" y="17276"/>
                  <a:pt x="3738" y="17181"/>
                </a:cubicBezTo>
                <a:lnTo>
                  <a:pt x="11338" y="9580"/>
                </a:lnTo>
                <a:lnTo>
                  <a:pt x="13903" y="9453"/>
                </a:lnTo>
                <a:cubicBezTo>
                  <a:pt x="14030" y="9453"/>
                  <a:pt x="14157" y="9422"/>
                  <a:pt x="14220" y="9295"/>
                </a:cubicBezTo>
                <a:lnTo>
                  <a:pt x="17165" y="6350"/>
                </a:lnTo>
                <a:cubicBezTo>
                  <a:pt x="17387" y="6128"/>
                  <a:pt x="17387" y="5812"/>
                  <a:pt x="17197" y="5622"/>
                </a:cubicBezTo>
                <a:lnTo>
                  <a:pt x="11718" y="143"/>
                </a:lnTo>
                <a:cubicBezTo>
                  <a:pt x="11623" y="48"/>
                  <a:pt x="11496" y="0"/>
                  <a:pt x="113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0" name="Google Shape;3210;p72"/>
          <p:cNvSpPr/>
          <p:nvPr/>
        </p:nvSpPr>
        <p:spPr>
          <a:xfrm>
            <a:off x="4581593" y="2344350"/>
            <a:ext cx="360009" cy="351201"/>
          </a:xfrm>
          <a:custGeom>
            <a:avLst/>
            <a:gdLst/>
            <a:ahLst/>
            <a:cxnLst/>
            <a:rect l="l" t="t" r="r" b="b"/>
            <a:pathLst>
              <a:path w="17641" h="17292" extrusionOk="0">
                <a:moveTo>
                  <a:pt x="7158" y="1045"/>
                </a:moveTo>
                <a:lnTo>
                  <a:pt x="7158" y="3515"/>
                </a:lnTo>
                <a:lnTo>
                  <a:pt x="4719" y="3515"/>
                </a:lnTo>
                <a:lnTo>
                  <a:pt x="4719" y="1045"/>
                </a:lnTo>
                <a:close/>
                <a:moveTo>
                  <a:pt x="12985" y="1045"/>
                </a:moveTo>
                <a:lnTo>
                  <a:pt x="12985" y="3515"/>
                </a:lnTo>
                <a:lnTo>
                  <a:pt x="10515" y="3515"/>
                </a:lnTo>
                <a:lnTo>
                  <a:pt x="10515" y="1045"/>
                </a:lnTo>
                <a:close/>
                <a:moveTo>
                  <a:pt x="7158" y="4529"/>
                </a:moveTo>
                <a:lnTo>
                  <a:pt x="7158" y="6746"/>
                </a:lnTo>
                <a:lnTo>
                  <a:pt x="4719" y="6746"/>
                </a:lnTo>
                <a:lnTo>
                  <a:pt x="4719" y="4529"/>
                </a:lnTo>
                <a:close/>
                <a:moveTo>
                  <a:pt x="12985" y="4529"/>
                </a:moveTo>
                <a:lnTo>
                  <a:pt x="12985" y="7632"/>
                </a:lnTo>
                <a:lnTo>
                  <a:pt x="10515" y="7632"/>
                </a:lnTo>
                <a:lnTo>
                  <a:pt x="10515" y="4529"/>
                </a:lnTo>
                <a:close/>
                <a:moveTo>
                  <a:pt x="7158" y="7759"/>
                </a:moveTo>
                <a:lnTo>
                  <a:pt x="7158" y="10419"/>
                </a:lnTo>
                <a:cubicBezTo>
                  <a:pt x="7158" y="11084"/>
                  <a:pt x="6619" y="11623"/>
                  <a:pt x="5923" y="11623"/>
                </a:cubicBezTo>
                <a:cubicBezTo>
                  <a:pt x="5258" y="11623"/>
                  <a:pt x="4688" y="11084"/>
                  <a:pt x="4688" y="10419"/>
                </a:cubicBezTo>
                <a:lnTo>
                  <a:pt x="4688" y="7759"/>
                </a:lnTo>
                <a:close/>
                <a:moveTo>
                  <a:pt x="12985" y="8677"/>
                </a:moveTo>
                <a:lnTo>
                  <a:pt x="12985" y="10419"/>
                </a:lnTo>
                <a:cubicBezTo>
                  <a:pt x="12985" y="11084"/>
                  <a:pt x="12415" y="11654"/>
                  <a:pt x="11750" y="11654"/>
                </a:cubicBezTo>
                <a:cubicBezTo>
                  <a:pt x="11085" y="11654"/>
                  <a:pt x="10515" y="11084"/>
                  <a:pt x="10515" y="10419"/>
                </a:cubicBezTo>
                <a:lnTo>
                  <a:pt x="10515" y="8677"/>
                </a:lnTo>
                <a:close/>
                <a:moveTo>
                  <a:pt x="15392" y="4529"/>
                </a:moveTo>
                <a:lnTo>
                  <a:pt x="15392" y="13934"/>
                </a:lnTo>
                <a:lnTo>
                  <a:pt x="2534" y="13934"/>
                </a:lnTo>
                <a:lnTo>
                  <a:pt x="2407" y="4529"/>
                </a:lnTo>
                <a:lnTo>
                  <a:pt x="3706" y="4529"/>
                </a:lnTo>
                <a:lnTo>
                  <a:pt x="3706" y="10419"/>
                </a:lnTo>
                <a:cubicBezTo>
                  <a:pt x="3706" y="11654"/>
                  <a:pt x="4719" y="12668"/>
                  <a:pt x="5986" y="12668"/>
                </a:cubicBezTo>
                <a:cubicBezTo>
                  <a:pt x="7189" y="12668"/>
                  <a:pt x="8234" y="11686"/>
                  <a:pt x="8234" y="10419"/>
                </a:cubicBezTo>
                <a:lnTo>
                  <a:pt x="8234" y="7252"/>
                </a:lnTo>
                <a:lnTo>
                  <a:pt x="8234" y="4529"/>
                </a:lnTo>
                <a:lnTo>
                  <a:pt x="9565" y="4529"/>
                </a:lnTo>
                <a:lnTo>
                  <a:pt x="9565" y="10419"/>
                </a:lnTo>
                <a:cubicBezTo>
                  <a:pt x="9565" y="11654"/>
                  <a:pt x="10578" y="12668"/>
                  <a:pt x="11845" y="12668"/>
                </a:cubicBezTo>
                <a:cubicBezTo>
                  <a:pt x="13048" y="12668"/>
                  <a:pt x="14093" y="11686"/>
                  <a:pt x="14093" y="10419"/>
                </a:cubicBezTo>
                <a:lnTo>
                  <a:pt x="14093" y="4529"/>
                </a:lnTo>
                <a:close/>
                <a:moveTo>
                  <a:pt x="16468" y="15011"/>
                </a:moveTo>
                <a:lnTo>
                  <a:pt x="16468" y="16310"/>
                </a:lnTo>
                <a:lnTo>
                  <a:pt x="1236" y="16310"/>
                </a:lnTo>
                <a:lnTo>
                  <a:pt x="1236" y="15011"/>
                </a:lnTo>
                <a:close/>
                <a:moveTo>
                  <a:pt x="4181" y="0"/>
                </a:moveTo>
                <a:cubicBezTo>
                  <a:pt x="3927" y="0"/>
                  <a:pt x="3674" y="253"/>
                  <a:pt x="3674" y="507"/>
                </a:cubicBezTo>
                <a:lnTo>
                  <a:pt x="3674" y="3484"/>
                </a:lnTo>
                <a:lnTo>
                  <a:pt x="2376" y="3484"/>
                </a:lnTo>
                <a:lnTo>
                  <a:pt x="2376" y="2344"/>
                </a:lnTo>
                <a:cubicBezTo>
                  <a:pt x="2376" y="2059"/>
                  <a:pt x="2122" y="1837"/>
                  <a:pt x="1869" y="1837"/>
                </a:cubicBezTo>
                <a:cubicBezTo>
                  <a:pt x="1584" y="1837"/>
                  <a:pt x="1331" y="2059"/>
                  <a:pt x="1331" y="2344"/>
                </a:cubicBezTo>
                <a:lnTo>
                  <a:pt x="1331" y="3484"/>
                </a:lnTo>
                <a:lnTo>
                  <a:pt x="666" y="3484"/>
                </a:lnTo>
                <a:cubicBezTo>
                  <a:pt x="0" y="3515"/>
                  <a:pt x="0" y="4465"/>
                  <a:pt x="666" y="4529"/>
                </a:cubicBezTo>
                <a:lnTo>
                  <a:pt x="1331" y="4529"/>
                </a:lnTo>
                <a:lnTo>
                  <a:pt x="1394" y="13934"/>
                </a:lnTo>
                <a:lnTo>
                  <a:pt x="666" y="13934"/>
                </a:lnTo>
                <a:cubicBezTo>
                  <a:pt x="381" y="13934"/>
                  <a:pt x="159" y="14188"/>
                  <a:pt x="159" y="14441"/>
                </a:cubicBezTo>
                <a:lnTo>
                  <a:pt x="159" y="16785"/>
                </a:lnTo>
                <a:cubicBezTo>
                  <a:pt x="159" y="17070"/>
                  <a:pt x="381" y="17291"/>
                  <a:pt x="666" y="17291"/>
                </a:cubicBezTo>
                <a:lnTo>
                  <a:pt x="16943" y="17291"/>
                </a:lnTo>
                <a:cubicBezTo>
                  <a:pt x="17228" y="17291"/>
                  <a:pt x="17450" y="17070"/>
                  <a:pt x="17450" y="16785"/>
                </a:cubicBezTo>
                <a:lnTo>
                  <a:pt x="17450" y="14441"/>
                </a:lnTo>
                <a:cubicBezTo>
                  <a:pt x="17482" y="14188"/>
                  <a:pt x="17260" y="13966"/>
                  <a:pt x="16975" y="13966"/>
                </a:cubicBezTo>
                <a:lnTo>
                  <a:pt x="16310" y="13966"/>
                </a:lnTo>
                <a:lnTo>
                  <a:pt x="16310" y="4529"/>
                </a:lnTo>
                <a:lnTo>
                  <a:pt x="16975" y="4529"/>
                </a:lnTo>
                <a:cubicBezTo>
                  <a:pt x="17640" y="4465"/>
                  <a:pt x="17640" y="3515"/>
                  <a:pt x="16975" y="3484"/>
                </a:cubicBezTo>
                <a:lnTo>
                  <a:pt x="16310" y="3484"/>
                </a:lnTo>
                <a:lnTo>
                  <a:pt x="16310" y="2344"/>
                </a:lnTo>
                <a:cubicBezTo>
                  <a:pt x="16278" y="2011"/>
                  <a:pt x="16025" y="1845"/>
                  <a:pt x="15776" y="1845"/>
                </a:cubicBezTo>
                <a:cubicBezTo>
                  <a:pt x="15526" y="1845"/>
                  <a:pt x="15281" y="2011"/>
                  <a:pt x="15265" y="2344"/>
                </a:cubicBezTo>
                <a:lnTo>
                  <a:pt x="15265" y="3484"/>
                </a:lnTo>
                <a:lnTo>
                  <a:pt x="13967" y="3484"/>
                </a:lnTo>
                <a:lnTo>
                  <a:pt x="13967" y="507"/>
                </a:lnTo>
                <a:cubicBezTo>
                  <a:pt x="13967" y="253"/>
                  <a:pt x="13713" y="0"/>
                  <a:pt x="13460" y="0"/>
                </a:cubicBezTo>
                <a:lnTo>
                  <a:pt x="10008" y="0"/>
                </a:lnTo>
                <a:cubicBezTo>
                  <a:pt x="9723" y="0"/>
                  <a:pt x="9501" y="253"/>
                  <a:pt x="9501" y="507"/>
                </a:cubicBezTo>
                <a:lnTo>
                  <a:pt x="9501" y="3484"/>
                </a:lnTo>
                <a:lnTo>
                  <a:pt x="8139" y="3484"/>
                </a:lnTo>
                <a:lnTo>
                  <a:pt x="8139" y="507"/>
                </a:lnTo>
                <a:cubicBezTo>
                  <a:pt x="8139" y="253"/>
                  <a:pt x="7918" y="0"/>
                  <a:pt x="76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11" name="Google Shape;3211;p72"/>
          <p:cNvGrpSpPr/>
          <p:nvPr/>
        </p:nvGrpSpPr>
        <p:grpSpPr>
          <a:xfrm>
            <a:off x="943204" y="2356460"/>
            <a:ext cx="359993" cy="326981"/>
            <a:chOff x="4510275" y="4010625"/>
            <a:chExt cx="433100" cy="391125"/>
          </a:xfrm>
        </p:grpSpPr>
        <p:sp>
          <p:nvSpPr>
            <p:cNvPr id="3212" name="Google Shape;3212;p72"/>
            <p:cNvSpPr/>
            <p:nvPr/>
          </p:nvSpPr>
          <p:spPr>
            <a:xfrm>
              <a:off x="4510275" y="4010625"/>
              <a:ext cx="433100" cy="391125"/>
            </a:xfrm>
            <a:custGeom>
              <a:avLst/>
              <a:gdLst/>
              <a:ahLst/>
              <a:cxnLst/>
              <a:rect l="l" t="t" r="r" b="b"/>
              <a:pathLst>
                <a:path w="17324" h="15645" extrusionOk="0">
                  <a:moveTo>
                    <a:pt x="8741" y="982"/>
                  </a:moveTo>
                  <a:cubicBezTo>
                    <a:pt x="9287" y="982"/>
                    <a:pt x="9834" y="1362"/>
                    <a:pt x="9881" y="2122"/>
                  </a:cubicBezTo>
                  <a:lnTo>
                    <a:pt x="9881" y="2249"/>
                  </a:lnTo>
                  <a:cubicBezTo>
                    <a:pt x="9881" y="2502"/>
                    <a:pt x="10103" y="2755"/>
                    <a:pt x="10388" y="2755"/>
                  </a:cubicBezTo>
                  <a:lnTo>
                    <a:pt x="11116" y="2755"/>
                  </a:lnTo>
                  <a:lnTo>
                    <a:pt x="11116" y="4782"/>
                  </a:lnTo>
                  <a:lnTo>
                    <a:pt x="6302" y="4782"/>
                  </a:lnTo>
                  <a:lnTo>
                    <a:pt x="6334" y="2755"/>
                  </a:lnTo>
                  <a:lnTo>
                    <a:pt x="7094" y="2755"/>
                  </a:lnTo>
                  <a:cubicBezTo>
                    <a:pt x="7379" y="2755"/>
                    <a:pt x="7601" y="2502"/>
                    <a:pt x="7601" y="2249"/>
                  </a:cubicBezTo>
                  <a:lnTo>
                    <a:pt x="7601" y="2122"/>
                  </a:lnTo>
                  <a:cubicBezTo>
                    <a:pt x="7648" y="1362"/>
                    <a:pt x="8195" y="982"/>
                    <a:pt x="8741" y="982"/>
                  </a:cubicBezTo>
                  <a:close/>
                  <a:moveTo>
                    <a:pt x="16310" y="4719"/>
                  </a:moveTo>
                  <a:lnTo>
                    <a:pt x="16310" y="14631"/>
                  </a:lnTo>
                  <a:lnTo>
                    <a:pt x="1045" y="14631"/>
                  </a:lnTo>
                  <a:lnTo>
                    <a:pt x="1045" y="4719"/>
                  </a:lnTo>
                  <a:lnTo>
                    <a:pt x="5352" y="4719"/>
                  </a:lnTo>
                  <a:lnTo>
                    <a:pt x="5352" y="5257"/>
                  </a:lnTo>
                  <a:cubicBezTo>
                    <a:pt x="5352" y="5352"/>
                    <a:pt x="5384" y="5511"/>
                    <a:pt x="5511" y="5606"/>
                  </a:cubicBezTo>
                  <a:cubicBezTo>
                    <a:pt x="5574" y="5669"/>
                    <a:pt x="5764" y="5764"/>
                    <a:pt x="5859" y="5764"/>
                  </a:cubicBezTo>
                  <a:lnTo>
                    <a:pt x="11718" y="5764"/>
                  </a:lnTo>
                  <a:cubicBezTo>
                    <a:pt x="11845" y="5764"/>
                    <a:pt x="12003" y="5701"/>
                    <a:pt x="12066" y="5606"/>
                  </a:cubicBezTo>
                  <a:cubicBezTo>
                    <a:pt x="12161" y="5511"/>
                    <a:pt x="12225" y="5352"/>
                    <a:pt x="12225" y="5257"/>
                  </a:cubicBezTo>
                  <a:lnTo>
                    <a:pt x="12225" y="4719"/>
                  </a:lnTo>
                  <a:close/>
                  <a:moveTo>
                    <a:pt x="8804" y="0"/>
                  </a:moveTo>
                  <a:cubicBezTo>
                    <a:pt x="7878" y="0"/>
                    <a:pt x="6952" y="570"/>
                    <a:pt x="6714" y="1710"/>
                  </a:cubicBezTo>
                  <a:lnTo>
                    <a:pt x="5922" y="1710"/>
                  </a:lnTo>
                  <a:cubicBezTo>
                    <a:pt x="5637" y="1710"/>
                    <a:pt x="5384" y="1964"/>
                    <a:pt x="5384" y="2249"/>
                  </a:cubicBezTo>
                  <a:lnTo>
                    <a:pt x="5384" y="3737"/>
                  </a:lnTo>
                  <a:lnTo>
                    <a:pt x="539" y="3737"/>
                  </a:lnTo>
                  <a:cubicBezTo>
                    <a:pt x="254" y="3737"/>
                    <a:pt x="0" y="3991"/>
                    <a:pt x="0" y="4244"/>
                  </a:cubicBezTo>
                  <a:lnTo>
                    <a:pt x="0" y="15138"/>
                  </a:lnTo>
                  <a:cubicBezTo>
                    <a:pt x="0" y="15423"/>
                    <a:pt x="254" y="15645"/>
                    <a:pt x="539" y="15645"/>
                  </a:cubicBezTo>
                  <a:lnTo>
                    <a:pt x="16785" y="15645"/>
                  </a:lnTo>
                  <a:cubicBezTo>
                    <a:pt x="17070" y="15645"/>
                    <a:pt x="17323" y="15423"/>
                    <a:pt x="17323" y="15138"/>
                  </a:cubicBezTo>
                  <a:lnTo>
                    <a:pt x="17323" y="4244"/>
                  </a:lnTo>
                  <a:cubicBezTo>
                    <a:pt x="17260" y="3991"/>
                    <a:pt x="17070" y="3737"/>
                    <a:pt x="16785" y="3737"/>
                  </a:cubicBezTo>
                  <a:lnTo>
                    <a:pt x="12193" y="3737"/>
                  </a:lnTo>
                  <a:lnTo>
                    <a:pt x="12193" y="2249"/>
                  </a:lnTo>
                  <a:cubicBezTo>
                    <a:pt x="12193" y="1964"/>
                    <a:pt x="11971" y="1710"/>
                    <a:pt x="11686" y="1710"/>
                  </a:cubicBezTo>
                  <a:lnTo>
                    <a:pt x="10894" y="1710"/>
                  </a:lnTo>
                  <a:cubicBezTo>
                    <a:pt x="10657" y="570"/>
                    <a:pt x="9731" y="0"/>
                    <a:pt x="88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72"/>
            <p:cNvSpPr/>
            <p:nvPr/>
          </p:nvSpPr>
          <p:spPr>
            <a:xfrm>
              <a:off x="4720075" y="4191925"/>
              <a:ext cx="168675" cy="26150"/>
            </a:xfrm>
            <a:custGeom>
              <a:avLst/>
              <a:gdLst/>
              <a:ahLst/>
              <a:cxnLst/>
              <a:rect l="l" t="t" r="r" b="b"/>
              <a:pathLst>
                <a:path w="6747" h="1046" extrusionOk="0">
                  <a:moveTo>
                    <a:pt x="539" y="0"/>
                  </a:moveTo>
                  <a:cubicBezTo>
                    <a:pt x="254" y="64"/>
                    <a:pt x="1" y="254"/>
                    <a:pt x="1" y="539"/>
                  </a:cubicBezTo>
                  <a:cubicBezTo>
                    <a:pt x="1" y="792"/>
                    <a:pt x="254" y="1045"/>
                    <a:pt x="539" y="1045"/>
                  </a:cubicBezTo>
                  <a:lnTo>
                    <a:pt x="6081" y="1045"/>
                  </a:lnTo>
                  <a:cubicBezTo>
                    <a:pt x="6746" y="1014"/>
                    <a:pt x="6746" y="64"/>
                    <a:pt x="60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72"/>
            <p:cNvSpPr/>
            <p:nvPr/>
          </p:nvSpPr>
          <p:spPr>
            <a:xfrm>
              <a:off x="4716125" y="4261600"/>
              <a:ext cx="172625" cy="25350"/>
            </a:xfrm>
            <a:custGeom>
              <a:avLst/>
              <a:gdLst/>
              <a:ahLst/>
              <a:cxnLst/>
              <a:rect l="l" t="t" r="r" b="b"/>
              <a:pathLst>
                <a:path w="6905" h="1014" extrusionOk="0">
                  <a:moveTo>
                    <a:pt x="697" y="0"/>
                  </a:moveTo>
                  <a:cubicBezTo>
                    <a:pt x="0" y="32"/>
                    <a:pt x="0" y="982"/>
                    <a:pt x="697" y="1014"/>
                  </a:cubicBezTo>
                  <a:lnTo>
                    <a:pt x="6239" y="1014"/>
                  </a:lnTo>
                  <a:cubicBezTo>
                    <a:pt x="6904" y="982"/>
                    <a:pt x="6904" y="32"/>
                    <a:pt x="62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72"/>
            <p:cNvSpPr/>
            <p:nvPr/>
          </p:nvSpPr>
          <p:spPr>
            <a:xfrm>
              <a:off x="4716125" y="4313050"/>
              <a:ext cx="172625" cy="25375"/>
            </a:xfrm>
            <a:custGeom>
              <a:avLst/>
              <a:gdLst/>
              <a:ahLst/>
              <a:cxnLst/>
              <a:rect l="l" t="t" r="r" b="b"/>
              <a:pathLst>
                <a:path w="6905" h="1015" extrusionOk="0">
                  <a:moveTo>
                    <a:pt x="697" y="1"/>
                  </a:moveTo>
                  <a:cubicBezTo>
                    <a:pt x="0" y="32"/>
                    <a:pt x="0" y="982"/>
                    <a:pt x="697" y="1014"/>
                  </a:cubicBezTo>
                  <a:lnTo>
                    <a:pt x="6239" y="1014"/>
                  </a:lnTo>
                  <a:cubicBezTo>
                    <a:pt x="6904" y="982"/>
                    <a:pt x="6904" y="1"/>
                    <a:pt x="62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72"/>
            <p:cNvSpPr/>
            <p:nvPr/>
          </p:nvSpPr>
          <p:spPr>
            <a:xfrm>
              <a:off x="4580725" y="4179650"/>
              <a:ext cx="105325" cy="162725"/>
            </a:xfrm>
            <a:custGeom>
              <a:avLst/>
              <a:gdLst/>
              <a:ahLst/>
              <a:cxnLst/>
              <a:rect l="l" t="t" r="r" b="b"/>
              <a:pathLst>
                <a:path w="4213" h="6509" extrusionOk="0">
                  <a:moveTo>
                    <a:pt x="2059" y="1022"/>
                  </a:moveTo>
                  <a:cubicBezTo>
                    <a:pt x="2463" y="1022"/>
                    <a:pt x="2867" y="1299"/>
                    <a:pt x="2883" y="1853"/>
                  </a:cubicBezTo>
                  <a:lnTo>
                    <a:pt x="2883" y="2202"/>
                  </a:lnTo>
                  <a:cubicBezTo>
                    <a:pt x="2867" y="2756"/>
                    <a:pt x="2463" y="3033"/>
                    <a:pt x="2059" y="3033"/>
                  </a:cubicBezTo>
                  <a:cubicBezTo>
                    <a:pt x="1656" y="3033"/>
                    <a:pt x="1252" y="2756"/>
                    <a:pt x="1236" y="2202"/>
                  </a:cubicBezTo>
                  <a:lnTo>
                    <a:pt x="1236" y="1853"/>
                  </a:lnTo>
                  <a:cubicBezTo>
                    <a:pt x="1252" y="1299"/>
                    <a:pt x="1656" y="1022"/>
                    <a:pt x="2059" y="1022"/>
                  </a:cubicBezTo>
                  <a:close/>
                  <a:moveTo>
                    <a:pt x="2978" y="3817"/>
                  </a:moveTo>
                  <a:cubicBezTo>
                    <a:pt x="3104" y="3975"/>
                    <a:pt x="3168" y="4228"/>
                    <a:pt x="3168" y="4418"/>
                  </a:cubicBezTo>
                  <a:lnTo>
                    <a:pt x="3168" y="5495"/>
                  </a:lnTo>
                  <a:lnTo>
                    <a:pt x="983" y="5495"/>
                  </a:lnTo>
                  <a:lnTo>
                    <a:pt x="983" y="4418"/>
                  </a:lnTo>
                  <a:cubicBezTo>
                    <a:pt x="983" y="4228"/>
                    <a:pt x="1078" y="3975"/>
                    <a:pt x="1204" y="3817"/>
                  </a:cubicBezTo>
                  <a:cubicBezTo>
                    <a:pt x="1458" y="3975"/>
                    <a:pt x="1774" y="4054"/>
                    <a:pt x="2091" y="4054"/>
                  </a:cubicBezTo>
                  <a:cubicBezTo>
                    <a:pt x="2408" y="4054"/>
                    <a:pt x="2724" y="3975"/>
                    <a:pt x="2978" y="3817"/>
                  </a:cubicBezTo>
                  <a:close/>
                  <a:moveTo>
                    <a:pt x="2067" y="1"/>
                  </a:moveTo>
                  <a:cubicBezTo>
                    <a:pt x="1173" y="1"/>
                    <a:pt x="286" y="618"/>
                    <a:pt x="254" y="1853"/>
                  </a:cubicBezTo>
                  <a:lnTo>
                    <a:pt x="254" y="2202"/>
                  </a:lnTo>
                  <a:cubicBezTo>
                    <a:pt x="254" y="2518"/>
                    <a:pt x="318" y="2835"/>
                    <a:pt x="476" y="3120"/>
                  </a:cubicBezTo>
                  <a:cubicBezTo>
                    <a:pt x="159" y="3468"/>
                    <a:pt x="1" y="3943"/>
                    <a:pt x="1" y="4418"/>
                  </a:cubicBezTo>
                  <a:lnTo>
                    <a:pt x="1" y="6002"/>
                  </a:lnTo>
                  <a:cubicBezTo>
                    <a:pt x="1" y="6287"/>
                    <a:pt x="254" y="6509"/>
                    <a:pt x="508" y="6509"/>
                  </a:cubicBezTo>
                  <a:lnTo>
                    <a:pt x="3674" y="6509"/>
                  </a:lnTo>
                  <a:cubicBezTo>
                    <a:pt x="3959" y="6509"/>
                    <a:pt x="4213" y="6287"/>
                    <a:pt x="4213" y="6002"/>
                  </a:cubicBezTo>
                  <a:lnTo>
                    <a:pt x="4213" y="4418"/>
                  </a:lnTo>
                  <a:cubicBezTo>
                    <a:pt x="4213" y="3943"/>
                    <a:pt x="4054" y="3468"/>
                    <a:pt x="3738" y="3120"/>
                  </a:cubicBezTo>
                  <a:cubicBezTo>
                    <a:pt x="3801" y="2835"/>
                    <a:pt x="3928" y="2518"/>
                    <a:pt x="3928" y="2202"/>
                  </a:cubicBezTo>
                  <a:lnTo>
                    <a:pt x="3928" y="1853"/>
                  </a:lnTo>
                  <a:cubicBezTo>
                    <a:pt x="3864" y="618"/>
                    <a:pt x="2962" y="1"/>
                    <a:pt x="2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7" name="Google Shape;3217;p72"/>
          <p:cNvSpPr txBox="1"/>
          <p:nvPr/>
        </p:nvSpPr>
        <p:spPr>
          <a:xfrm>
            <a:off x="0" y="1693344"/>
            <a:ext cx="2246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JSON Estricto</a:t>
            </a:r>
            <a:endParaRPr sz="2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9" name="Google Shape;3219;p72"/>
          <p:cNvSpPr txBox="1"/>
          <p:nvPr/>
        </p:nvSpPr>
        <p:spPr>
          <a:xfrm>
            <a:off x="1303197" y="3151200"/>
            <a:ext cx="3278396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Prompt controlado</a:t>
            </a:r>
            <a:endParaRPr sz="2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1" name="Google Shape;3221;p72"/>
          <p:cNvSpPr txBox="1"/>
          <p:nvPr/>
        </p:nvSpPr>
        <p:spPr>
          <a:xfrm>
            <a:off x="3416397" y="1562847"/>
            <a:ext cx="2690399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Antialucinaciones</a:t>
            </a:r>
            <a:endParaRPr sz="2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3" name="Google Shape;3223;p72"/>
          <p:cNvSpPr txBox="1"/>
          <p:nvPr/>
        </p:nvSpPr>
        <p:spPr>
          <a:xfrm>
            <a:off x="5457595" y="3151200"/>
            <a:ext cx="2246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Blueprint</a:t>
            </a:r>
            <a:endParaRPr sz="2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" name="Google Shape;3204;p72">
            <a:extLst>
              <a:ext uri="{FF2B5EF4-FFF2-40B4-BE49-F238E27FC236}">
                <a16:creationId xmlns:a16="http://schemas.microsoft.com/office/drawing/2014/main" id="{599DBAED-9C02-B6E0-3935-4330AE66091F}"/>
              </a:ext>
            </a:extLst>
          </p:cNvPr>
          <p:cNvCxnSpPr>
            <a:cxnSpLocks/>
          </p:cNvCxnSpPr>
          <p:nvPr/>
        </p:nvCxnSpPr>
        <p:spPr>
          <a:xfrm rot="10800000" flipH="1">
            <a:off x="6904790" y="2497832"/>
            <a:ext cx="1315200" cy="3795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223;p72">
            <a:extLst>
              <a:ext uri="{FF2B5EF4-FFF2-40B4-BE49-F238E27FC236}">
                <a16:creationId xmlns:a16="http://schemas.microsoft.com/office/drawing/2014/main" id="{D8495880-D888-F7B8-AD62-BE949EE7D2B7}"/>
              </a:ext>
            </a:extLst>
          </p:cNvPr>
          <p:cNvSpPr txBox="1"/>
          <p:nvPr/>
        </p:nvSpPr>
        <p:spPr>
          <a:xfrm>
            <a:off x="7300800" y="1797032"/>
            <a:ext cx="2246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Fallback</a:t>
            </a:r>
            <a:endParaRPr sz="2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" name="Google Shape;2873;p65">
            <a:extLst>
              <a:ext uri="{FF2B5EF4-FFF2-40B4-BE49-F238E27FC236}">
                <a16:creationId xmlns:a16="http://schemas.microsoft.com/office/drawing/2014/main" id="{B25FDB11-6A8F-B096-5820-BF5F3F58F3EC}"/>
              </a:ext>
            </a:extLst>
          </p:cNvPr>
          <p:cNvGrpSpPr/>
          <p:nvPr/>
        </p:nvGrpSpPr>
        <p:grpSpPr>
          <a:xfrm>
            <a:off x="2743205" y="2720996"/>
            <a:ext cx="359993" cy="359988"/>
            <a:chOff x="807375" y="2315100"/>
            <a:chExt cx="433100" cy="431950"/>
          </a:xfrm>
        </p:grpSpPr>
        <p:sp>
          <p:nvSpPr>
            <p:cNvPr id="7" name="Google Shape;2874;p65">
              <a:extLst>
                <a:ext uri="{FF2B5EF4-FFF2-40B4-BE49-F238E27FC236}">
                  <a16:creationId xmlns:a16="http://schemas.microsoft.com/office/drawing/2014/main" id="{31799D71-2469-124A-0187-8C40F5E203C4}"/>
                </a:ext>
              </a:extLst>
            </p:cNvPr>
            <p:cNvSpPr/>
            <p:nvPr/>
          </p:nvSpPr>
          <p:spPr>
            <a:xfrm>
              <a:off x="992625" y="2620350"/>
              <a:ext cx="247850" cy="126700"/>
            </a:xfrm>
            <a:custGeom>
              <a:avLst/>
              <a:gdLst/>
              <a:ahLst/>
              <a:cxnLst/>
              <a:rect l="l" t="t" r="r" b="b"/>
              <a:pathLst>
                <a:path w="9914" h="5068" extrusionOk="0">
                  <a:moveTo>
                    <a:pt x="7031" y="1077"/>
                  </a:moveTo>
                  <a:cubicBezTo>
                    <a:pt x="7506" y="1077"/>
                    <a:pt x="7855" y="1489"/>
                    <a:pt x="7855" y="1901"/>
                  </a:cubicBezTo>
                  <a:lnTo>
                    <a:pt x="7855" y="2059"/>
                  </a:lnTo>
                  <a:lnTo>
                    <a:pt x="2059" y="2059"/>
                  </a:lnTo>
                  <a:lnTo>
                    <a:pt x="2059" y="1901"/>
                  </a:lnTo>
                  <a:cubicBezTo>
                    <a:pt x="2059" y="1426"/>
                    <a:pt x="2439" y="1077"/>
                    <a:pt x="2883" y="1077"/>
                  </a:cubicBezTo>
                  <a:close/>
                  <a:moveTo>
                    <a:pt x="8900" y="3073"/>
                  </a:moveTo>
                  <a:lnTo>
                    <a:pt x="8900" y="4054"/>
                  </a:lnTo>
                  <a:lnTo>
                    <a:pt x="1014" y="4054"/>
                  </a:lnTo>
                  <a:lnTo>
                    <a:pt x="1014" y="3073"/>
                  </a:lnTo>
                  <a:close/>
                  <a:moveTo>
                    <a:pt x="2883" y="1"/>
                  </a:moveTo>
                  <a:cubicBezTo>
                    <a:pt x="1837" y="1"/>
                    <a:pt x="1014" y="856"/>
                    <a:pt x="1014" y="1869"/>
                  </a:cubicBezTo>
                  <a:lnTo>
                    <a:pt x="1014" y="2027"/>
                  </a:lnTo>
                  <a:lnTo>
                    <a:pt x="507" y="2027"/>
                  </a:lnTo>
                  <a:cubicBezTo>
                    <a:pt x="222" y="2027"/>
                    <a:pt x="1" y="2281"/>
                    <a:pt x="1" y="2534"/>
                  </a:cubicBezTo>
                  <a:lnTo>
                    <a:pt x="1" y="4561"/>
                  </a:lnTo>
                  <a:cubicBezTo>
                    <a:pt x="1" y="4846"/>
                    <a:pt x="222" y="5068"/>
                    <a:pt x="507" y="5068"/>
                  </a:cubicBezTo>
                  <a:lnTo>
                    <a:pt x="9406" y="5068"/>
                  </a:lnTo>
                  <a:cubicBezTo>
                    <a:pt x="9691" y="5068"/>
                    <a:pt x="9913" y="4846"/>
                    <a:pt x="9913" y="4561"/>
                  </a:cubicBezTo>
                  <a:lnTo>
                    <a:pt x="9913" y="2534"/>
                  </a:lnTo>
                  <a:cubicBezTo>
                    <a:pt x="9913" y="2281"/>
                    <a:pt x="9691" y="2027"/>
                    <a:pt x="9406" y="2027"/>
                  </a:cubicBezTo>
                  <a:lnTo>
                    <a:pt x="8900" y="2027"/>
                  </a:lnTo>
                  <a:lnTo>
                    <a:pt x="8900" y="1869"/>
                  </a:lnTo>
                  <a:cubicBezTo>
                    <a:pt x="8900" y="856"/>
                    <a:pt x="8076" y="1"/>
                    <a:pt x="70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875;p65">
              <a:extLst>
                <a:ext uri="{FF2B5EF4-FFF2-40B4-BE49-F238E27FC236}">
                  <a16:creationId xmlns:a16="http://schemas.microsoft.com/office/drawing/2014/main" id="{F265F114-32A9-61B5-F40D-104F96BAE040}"/>
                </a:ext>
              </a:extLst>
            </p:cNvPr>
            <p:cNvSpPr/>
            <p:nvPr/>
          </p:nvSpPr>
          <p:spPr>
            <a:xfrm>
              <a:off x="807375" y="2315100"/>
              <a:ext cx="338075" cy="431675"/>
            </a:xfrm>
            <a:custGeom>
              <a:avLst/>
              <a:gdLst/>
              <a:ahLst/>
              <a:cxnLst/>
              <a:rect l="l" t="t" r="r" b="b"/>
              <a:pathLst>
                <a:path w="13523" h="17267" extrusionOk="0">
                  <a:moveTo>
                    <a:pt x="4824" y="1006"/>
                  </a:moveTo>
                  <a:cubicBezTo>
                    <a:pt x="4906" y="1006"/>
                    <a:pt x="4990" y="1024"/>
                    <a:pt x="5067" y="1063"/>
                  </a:cubicBezTo>
                  <a:lnTo>
                    <a:pt x="5479" y="1285"/>
                  </a:lnTo>
                  <a:lnTo>
                    <a:pt x="3104" y="5560"/>
                  </a:lnTo>
                  <a:lnTo>
                    <a:pt x="2692" y="5370"/>
                  </a:lnTo>
                  <a:cubicBezTo>
                    <a:pt x="2565" y="5307"/>
                    <a:pt x="2502" y="5212"/>
                    <a:pt x="2439" y="5054"/>
                  </a:cubicBezTo>
                  <a:cubicBezTo>
                    <a:pt x="2407" y="4927"/>
                    <a:pt x="2407" y="4768"/>
                    <a:pt x="2502" y="4673"/>
                  </a:cubicBezTo>
                  <a:lnTo>
                    <a:pt x="4370" y="1253"/>
                  </a:lnTo>
                  <a:cubicBezTo>
                    <a:pt x="4458" y="1099"/>
                    <a:pt x="4638" y="1006"/>
                    <a:pt x="4824" y="1006"/>
                  </a:cubicBezTo>
                  <a:close/>
                  <a:moveTo>
                    <a:pt x="6017" y="2520"/>
                  </a:moveTo>
                  <a:lnTo>
                    <a:pt x="6936" y="2995"/>
                  </a:lnTo>
                  <a:lnTo>
                    <a:pt x="5352" y="5877"/>
                  </a:lnTo>
                  <a:lnTo>
                    <a:pt x="4434" y="5402"/>
                  </a:lnTo>
                  <a:lnTo>
                    <a:pt x="6017" y="2520"/>
                  </a:lnTo>
                  <a:close/>
                  <a:moveTo>
                    <a:pt x="8202" y="2805"/>
                  </a:moveTo>
                  <a:lnTo>
                    <a:pt x="9089" y="3280"/>
                  </a:lnTo>
                  <a:lnTo>
                    <a:pt x="6714" y="7555"/>
                  </a:lnTo>
                  <a:lnTo>
                    <a:pt x="5827" y="7080"/>
                  </a:lnTo>
                  <a:lnTo>
                    <a:pt x="8202" y="2805"/>
                  </a:lnTo>
                  <a:close/>
                  <a:moveTo>
                    <a:pt x="9532" y="4515"/>
                  </a:moveTo>
                  <a:lnTo>
                    <a:pt x="10451" y="4990"/>
                  </a:lnTo>
                  <a:lnTo>
                    <a:pt x="8867" y="7872"/>
                  </a:lnTo>
                  <a:lnTo>
                    <a:pt x="7949" y="7397"/>
                  </a:lnTo>
                  <a:lnTo>
                    <a:pt x="9532" y="4515"/>
                  </a:lnTo>
                  <a:close/>
                  <a:moveTo>
                    <a:pt x="11749" y="4832"/>
                  </a:moveTo>
                  <a:lnTo>
                    <a:pt x="12193" y="5022"/>
                  </a:lnTo>
                  <a:cubicBezTo>
                    <a:pt x="12319" y="5085"/>
                    <a:pt x="12383" y="5180"/>
                    <a:pt x="12414" y="5339"/>
                  </a:cubicBezTo>
                  <a:cubicBezTo>
                    <a:pt x="12446" y="5465"/>
                    <a:pt x="12446" y="5624"/>
                    <a:pt x="12383" y="5719"/>
                  </a:cubicBezTo>
                  <a:lnTo>
                    <a:pt x="10483" y="9139"/>
                  </a:lnTo>
                  <a:cubicBezTo>
                    <a:pt x="10395" y="9293"/>
                    <a:pt x="10215" y="9386"/>
                    <a:pt x="10039" y="9386"/>
                  </a:cubicBezTo>
                  <a:cubicBezTo>
                    <a:pt x="9962" y="9386"/>
                    <a:pt x="9885" y="9368"/>
                    <a:pt x="9817" y="9329"/>
                  </a:cubicBezTo>
                  <a:lnTo>
                    <a:pt x="9374" y="9107"/>
                  </a:lnTo>
                  <a:lnTo>
                    <a:pt x="11749" y="4832"/>
                  </a:lnTo>
                  <a:close/>
                  <a:moveTo>
                    <a:pt x="5352" y="7999"/>
                  </a:moveTo>
                  <a:lnTo>
                    <a:pt x="6239" y="8474"/>
                  </a:lnTo>
                  <a:lnTo>
                    <a:pt x="2122" y="16106"/>
                  </a:lnTo>
                  <a:lnTo>
                    <a:pt x="1235" y="15631"/>
                  </a:lnTo>
                  <a:lnTo>
                    <a:pt x="5352" y="7999"/>
                  </a:lnTo>
                  <a:close/>
                  <a:moveTo>
                    <a:pt x="4819" y="1"/>
                  </a:moveTo>
                  <a:cubicBezTo>
                    <a:pt x="4276" y="1"/>
                    <a:pt x="3745" y="277"/>
                    <a:pt x="3484" y="778"/>
                  </a:cubicBezTo>
                  <a:lnTo>
                    <a:pt x="1584" y="4167"/>
                  </a:lnTo>
                  <a:cubicBezTo>
                    <a:pt x="1172" y="4895"/>
                    <a:pt x="1457" y="5845"/>
                    <a:pt x="2185" y="6225"/>
                  </a:cubicBezTo>
                  <a:lnTo>
                    <a:pt x="3072" y="6764"/>
                  </a:lnTo>
                  <a:cubicBezTo>
                    <a:pt x="3146" y="6791"/>
                    <a:pt x="3225" y="6806"/>
                    <a:pt x="3303" y="6806"/>
                  </a:cubicBezTo>
                  <a:cubicBezTo>
                    <a:pt x="3494" y="6806"/>
                    <a:pt x="3679" y="6721"/>
                    <a:pt x="3769" y="6542"/>
                  </a:cubicBezTo>
                  <a:lnTo>
                    <a:pt x="3927" y="6289"/>
                  </a:lnTo>
                  <a:lnTo>
                    <a:pt x="4814" y="6764"/>
                  </a:lnTo>
                  <a:lnTo>
                    <a:pt x="127" y="15536"/>
                  </a:lnTo>
                  <a:cubicBezTo>
                    <a:pt x="0" y="15789"/>
                    <a:pt x="63" y="16106"/>
                    <a:pt x="317" y="16201"/>
                  </a:cubicBezTo>
                  <a:lnTo>
                    <a:pt x="2090" y="17214"/>
                  </a:lnTo>
                  <a:cubicBezTo>
                    <a:pt x="2164" y="17251"/>
                    <a:pt x="2249" y="17267"/>
                    <a:pt x="2333" y="17267"/>
                  </a:cubicBezTo>
                  <a:cubicBezTo>
                    <a:pt x="2392" y="17267"/>
                    <a:pt x="2449" y="17259"/>
                    <a:pt x="2502" y="17246"/>
                  </a:cubicBezTo>
                  <a:cubicBezTo>
                    <a:pt x="2597" y="17214"/>
                    <a:pt x="2724" y="17119"/>
                    <a:pt x="2819" y="16993"/>
                  </a:cubicBezTo>
                  <a:lnTo>
                    <a:pt x="7474" y="8252"/>
                  </a:lnTo>
                  <a:lnTo>
                    <a:pt x="8392" y="8727"/>
                  </a:lnTo>
                  <a:lnTo>
                    <a:pt x="8234" y="9012"/>
                  </a:lnTo>
                  <a:cubicBezTo>
                    <a:pt x="8139" y="9139"/>
                    <a:pt x="8139" y="9234"/>
                    <a:pt x="8202" y="9392"/>
                  </a:cubicBezTo>
                  <a:cubicBezTo>
                    <a:pt x="8234" y="9519"/>
                    <a:pt x="8297" y="9645"/>
                    <a:pt x="8424" y="9740"/>
                  </a:cubicBezTo>
                  <a:lnTo>
                    <a:pt x="9342" y="10247"/>
                  </a:lnTo>
                  <a:cubicBezTo>
                    <a:pt x="9566" y="10369"/>
                    <a:pt x="9816" y="10429"/>
                    <a:pt x="10066" y="10429"/>
                  </a:cubicBezTo>
                  <a:cubicBezTo>
                    <a:pt x="10594" y="10429"/>
                    <a:pt x="11121" y="10161"/>
                    <a:pt x="11401" y="9645"/>
                  </a:cubicBezTo>
                  <a:lnTo>
                    <a:pt x="13301" y="6257"/>
                  </a:lnTo>
                  <a:cubicBezTo>
                    <a:pt x="13491" y="5877"/>
                    <a:pt x="13523" y="5497"/>
                    <a:pt x="13428" y="5085"/>
                  </a:cubicBezTo>
                  <a:cubicBezTo>
                    <a:pt x="13301" y="4705"/>
                    <a:pt x="13048" y="4388"/>
                    <a:pt x="12699" y="4167"/>
                  </a:cubicBezTo>
                  <a:lnTo>
                    <a:pt x="11781" y="3660"/>
                  </a:lnTo>
                  <a:cubicBezTo>
                    <a:pt x="11713" y="3621"/>
                    <a:pt x="11637" y="3603"/>
                    <a:pt x="11559" y="3603"/>
                  </a:cubicBezTo>
                  <a:cubicBezTo>
                    <a:pt x="11383" y="3603"/>
                    <a:pt x="11204" y="3696"/>
                    <a:pt x="11116" y="3850"/>
                  </a:cubicBezTo>
                  <a:lnTo>
                    <a:pt x="10958" y="4135"/>
                  </a:lnTo>
                  <a:lnTo>
                    <a:pt x="10039" y="3660"/>
                  </a:lnTo>
                  <a:lnTo>
                    <a:pt x="10198" y="3375"/>
                  </a:lnTo>
                  <a:cubicBezTo>
                    <a:pt x="10293" y="3280"/>
                    <a:pt x="10293" y="3153"/>
                    <a:pt x="10261" y="2995"/>
                  </a:cubicBezTo>
                  <a:cubicBezTo>
                    <a:pt x="10198" y="2868"/>
                    <a:pt x="10134" y="2742"/>
                    <a:pt x="10007" y="2678"/>
                  </a:cubicBezTo>
                  <a:lnTo>
                    <a:pt x="8234" y="1697"/>
                  </a:lnTo>
                  <a:cubicBezTo>
                    <a:pt x="8150" y="1654"/>
                    <a:pt x="8058" y="1633"/>
                    <a:pt x="7969" y="1633"/>
                  </a:cubicBezTo>
                  <a:cubicBezTo>
                    <a:pt x="7791" y="1633"/>
                    <a:pt x="7622" y="1718"/>
                    <a:pt x="7537" y="1887"/>
                  </a:cubicBezTo>
                  <a:lnTo>
                    <a:pt x="7379" y="2172"/>
                  </a:lnTo>
                  <a:lnTo>
                    <a:pt x="6492" y="1697"/>
                  </a:lnTo>
                  <a:lnTo>
                    <a:pt x="6651" y="1412"/>
                  </a:lnTo>
                  <a:cubicBezTo>
                    <a:pt x="6714" y="1285"/>
                    <a:pt x="6714" y="1158"/>
                    <a:pt x="6682" y="1000"/>
                  </a:cubicBezTo>
                  <a:cubicBezTo>
                    <a:pt x="6651" y="905"/>
                    <a:pt x="6556" y="778"/>
                    <a:pt x="6461" y="683"/>
                  </a:cubicBezTo>
                  <a:lnTo>
                    <a:pt x="5542" y="176"/>
                  </a:lnTo>
                  <a:cubicBezTo>
                    <a:pt x="5315" y="58"/>
                    <a:pt x="5066" y="1"/>
                    <a:pt x="48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2979;p67">
            <a:extLst>
              <a:ext uri="{FF2B5EF4-FFF2-40B4-BE49-F238E27FC236}">
                <a16:creationId xmlns:a16="http://schemas.microsoft.com/office/drawing/2014/main" id="{BAE61E62-C3A0-2A70-1B22-E98586A9EB93}"/>
              </a:ext>
            </a:extLst>
          </p:cNvPr>
          <p:cNvGrpSpPr/>
          <p:nvPr/>
        </p:nvGrpSpPr>
        <p:grpSpPr>
          <a:xfrm>
            <a:off x="8363986" y="2317770"/>
            <a:ext cx="264001" cy="359989"/>
            <a:chOff x="4568850" y="2874100"/>
            <a:chExt cx="315150" cy="431125"/>
          </a:xfrm>
        </p:grpSpPr>
        <p:sp>
          <p:nvSpPr>
            <p:cNvPr id="10" name="Google Shape;2980;p67">
              <a:extLst>
                <a:ext uri="{FF2B5EF4-FFF2-40B4-BE49-F238E27FC236}">
                  <a16:creationId xmlns:a16="http://schemas.microsoft.com/office/drawing/2014/main" id="{E6C148F2-FA51-5AD4-2E8C-EA39CA6EF3C6}"/>
                </a:ext>
              </a:extLst>
            </p:cNvPr>
            <p:cNvSpPr/>
            <p:nvPr/>
          </p:nvSpPr>
          <p:spPr>
            <a:xfrm>
              <a:off x="4568850" y="2874100"/>
              <a:ext cx="315150" cy="431125"/>
            </a:xfrm>
            <a:custGeom>
              <a:avLst/>
              <a:gdLst/>
              <a:ahLst/>
              <a:cxnLst/>
              <a:rect l="l" t="t" r="r" b="b"/>
              <a:pathLst>
                <a:path w="12606" h="17245" extrusionOk="0">
                  <a:moveTo>
                    <a:pt x="6295" y="2875"/>
                  </a:moveTo>
                  <a:cubicBezTo>
                    <a:pt x="6825" y="2875"/>
                    <a:pt x="7364" y="3231"/>
                    <a:pt x="7411" y="3943"/>
                  </a:cubicBezTo>
                  <a:lnTo>
                    <a:pt x="7411" y="5748"/>
                  </a:lnTo>
                  <a:lnTo>
                    <a:pt x="5226" y="5748"/>
                  </a:lnTo>
                  <a:lnTo>
                    <a:pt x="5226" y="3943"/>
                  </a:lnTo>
                  <a:cubicBezTo>
                    <a:pt x="5242" y="3231"/>
                    <a:pt x="5765" y="2875"/>
                    <a:pt x="6295" y="2875"/>
                  </a:cubicBezTo>
                  <a:close/>
                  <a:moveTo>
                    <a:pt x="6303" y="998"/>
                  </a:moveTo>
                  <a:cubicBezTo>
                    <a:pt x="7783" y="998"/>
                    <a:pt x="9264" y="2012"/>
                    <a:pt x="9343" y="4038"/>
                  </a:cubicBezTo>
                  <a:lnTo>
                    <a:pt x="9343" y="5748"/>
                  </a:lnTo>
                  <a:lnTo>
                    <a:pt x="8393" y="5748"/>
                  </a:lnTo>
                  <a:lnTo>
                    <a:pt x="8393" y="3943"/>
                  </a:lnTo>
                  <a:cubicBezTo>
                    <a:pt x="8330" y="2566"/>
                    <a:pt x="7308" y="1877"/>
                    <a:pt x="6291" y="1877"/>
                  </a:cubicBezTo>
                  <a:cubicBezTo>
                    <a:pt x="5274" y="1877"/>
                    <a:pt x="4260" y="2566"/>
                    <a:pt x="4213" y="3943"/>
                  </a:cubicBezTo>
                  <a:lnTo>
                    <a:pt x="4213" y="5748"/>
                  </a:lnTo>
                  <a:lnTo>
                    <a:pt x="3263" y="5748"/>
                  </a:lnTo>
                  <a:lnTo>
                    <a:pt x="3263" y="4038"/>
                  </a:lnTo>
                  <a:cubicBezTo>
                    <a:pt x="3342" y="2012"/>
                    <a:pt x="4822" y="998"/>
                    <a:pt x="6303" y="998"/>
                  </a:cubicBezTo>
                  <a:close/>
                  <a:moveTo>
                    <a:pt x="11592" y="6762"/>
                  </a:moveTo>
                  <a:lnTo>
                    <a:pt x="11592" y="16263"/>
                  </a:lnTo>
                  <a:lnTo>
                    <a:pt x="1046" y="16263"/>
                  </a:lnTo>
                  <a:lnTo>
                    <a:pt x="1046" y="6762"/>
                  </a:lnTo>
                  <a:close/>
                  <a:moveTo>
                    <a:pt x="6303" y="1"/>
                  </a:moveTo>
                  <a:cubicBezTo>
                    <a:pt x="4324" y="1"/>
                    <a:pt x="2344" y="1346"/>
                    <a:pt x="2218" y="4038"/>
                  </a:cubicBezTo>
                  <a:lnTo>
                    <a:pt x="2218" y="5748"/>
                  </a:lnTo>
                  <a:lnTo>
                    <a:pt x="508" y="5748"/>
                  </a:lnTo>
                  <a:cubicBezTo>
                    <a:pt x="254" y="5748"/>
                    <a:pt x="1" y="5970"/>
                    <a:pt x="1" y="6255"/>
                  </a:cubicBezTo>
                  <a:lnTo>
                    <a:pt x="1" y="16738"/>
                  </a:lnTo>
                  <a:cubicBezTo>
                    <a:pt x="1" y="17023"/>
                    <a:pt x="254" y="17244"/>
                    <a:pt x="508" y="17244"/>
                  </a:cubicBezTo>
                  <a:lnTo>
                    <a:pt x="12067" y="17244"/>
                  </a:lnTo>
                  <a:cubicBezTo>
                    <a:pt x="12352" y="17244"/>
                    <a:pt x="12605" y="17023"/>
                    <a:pt x="12605" y="16738"/>
                  </a:cubicBezTo>
                  <a:lnTo>
                    <a:pt x="12605" y="6255"/>
                  </a:lnTo>
                  <a:cubicBezTo>
                    <a:pt x="12605" y="5970"/>
                    <a:pt x="12383" y="5748"/>
                    <a:pt x="12067" y="5748"/>
                  </a:cubicBezTo>
                  <a:lnTo>
                    <a:pt x="10388" y="5748"/>
                  </a:lnTo>
                  <a:lnTo>
                    <a:pt x="10388" y="4038"/>
                  </a:lnTo>
                  <a:cubicBezTo>
                    <a:pt x="10262" y="1346"/>
                    <a:pt x="8282" y="1"/>
                    <a:pt x="63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981;p67">
              <a:extLst>
                <a:ext uri="{FF2B5EF4-FFF2-40B4-BE49-F238E27FC236}">
                  <a16:creationId xmlns:a16="http://schemas.microsoft.com/office/drawing/2014/main" id="{BC9EAF66-B8DB-9316-39D3-9B2517112F85}"/>
                </a:ext>
              </a:extLst>
            </p:cNvPr>
            <p:cNvSpPr/>
            <p:nvPr/>
          </p:nvSpPr>
          <p:spPr>
            <a:xfrm>
              <a:off x="4663075" y="3081125"/>
              <a:ext cx="128275" cy="162350"/>
            </a:xfrm>
            <a:custGeom>
              <a:avLst/>
              <a:gdLst/>
              <a:ahLst/>
              <a:cxnLst/>
              <a:rect l="l" t="t" r="r" b="b"/>
              <a:pathLst>
                <a:path w="5131" h="6494" extrusionOk="0">
                  <a:moveTo>
                    <a:pt x="2534" y="983"/>
                  </a:moveTo>
                  <a:cubicBezTo>
                    <a:pt x="3389" y="983"/>
                    <a:pt x="3832" y="2059"/>
                    <a:pt x="3199" y="2629"/>
                  </a:cubicBezTo>
                  <a:cubicBezTo>
                    <a:pt x="3072" y="2724"/>
                    <a:pt x="3041" y="2883"/>
                    <a:pt x="3041" y="3010"/>
                  </a:cubicBezTo>
                  <a:lnTo>
                    <a:pt x="3041" y="5448"/>
                  </a:lnTo>
                  <a:lnTo>
                    <a:pt x="2027" y="5448"/>
                  </a:lnTo>
                  <a:lnTo>
                    <a:pt x="2027" y="3010"/>
                  </a:lnTo>
                  <a:cubicBezTo>
                    <a:pt x="2027" y="2851"/>
                    <a:pt x="1964" y="2724"/>
                    <a:pt x="1869" y="2629"/>
                  </a:cubicBezTo>
                  <a:cubicBezTo>
                    <a:pt x="1267" y="2059"/>
                    <a:pt x="1647" y="983"/>
                    <a:pt x="2534" y="983"/>
                  </a:cubicBezTo>
                  <a:close/>
                  <a:moveTo>
                    <a:pt x="2566" y="1"/>
                  </a:moveTo>
                  <a:cubicBezTo>
                    <a:pt x="919" y="1"/>
                    <a:pt x="0" y="1964"/>
                    <a:pt x="1077" y="3231"/>
                  </a:cubicBezTo>
                  <a:lnTo>
                    <a:pt x="1077" y="5955"/>
                  </a:lnTo>
                  <a:lnTo>
                    <a:pt x="1014" y="5955"/>
                  </a:lnTo>
                  <a:cubicBezTo>
                    <a:pt x="1014" y="6240"/>
                    <a:pt x="1267" y="6493"/>
                    <a:pt x="1552" y="6493"/>
                  </a:cubicBezTo>
                  <a:lnTo>
                    <a:pt x="3547" y="6493"/>
                  </a:lnTo>
                  <a:cubicBezTo>
                    <a:pt x="3832" y="6493"/>
                    <a:pt x="4086" y="6240"/>
                    <a:pt x="4086" y="5955"/>
                  </a:cubicBezTo>
                  <a:lnTo>
                    <a:pt x="4086" y="3231"/>
                  </a:lnTo>
                  <a:cubicBezTo>
                    <a:pt x="5131" y="1964"/>
                    <a:pt x="4244" y="1"/>
                    <a:pt x="25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7">
          <a:extLst>
            <a:ext uri="{FF2B5EF4-FFF2-40B4-BE49-F238E27FC236}">
              <a16:creationId xmlns:a16="http://schemas.microsoft.com/office/drawing/2014/main" id="{D6EC7E7B-88DD-F9DE-FF55-2C591387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p51">
            <a:extLst>
              <a:ext uri="{FF2B5EF4-FFF2-40B4-BE49-F238E27FC236}">
                <a16:creationId xmlns:a16="http://schemas.microsoft.com/office/drawing/2014/main" id="{4F0367D8-4BD0-D45D-7F28-DEAAE4BDFD2B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3364919" y="4058461"/>
            <a:ext cx="2604425" cy="504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indent="0"/>
            <a:r>
              <a:rPr lang="en">
                <a:solidFill>
                  <a:srgbClr val="17414F"/>
                </a:solidFill>
                <a:cs typeface="Arial"/>
              </a:rPr>
              <a:t>Entrenamiento futuro con documentos anonimizados.</a:t>
            </a:r>
            <a:br>
              <a:rPr lang="en">
                <a:solidFill>
                  <a:srgbClr val="17414F"/>
                </a:solidFill>
                <a:cs typeface="Arial"/>
              </a:rPr>
            </a:br>
            <a:br>
              <a:rPr lang="en">
                <a:solidFill>
                  <a:srgbClr val="17414F"/>
                </a:solidFill>
                <a:cs typeface="Arial"/>
              </a:rPr>
            </a:br>
            <a:endParaRPr lang="en"/>
          </a:p>
        </p:txBody>
      </p:sp>
      <p:sp>
        <p:nvSpPr>
          <p:cNvPr id="2429" name="Google Shape;2429;p51">
            <a:extLst>
              <a:ext uri="{FF2B5EF4-FFF2-40B4-BE49-F238E27FC236}">
                <a16:creationId xmlns:a16="http://schemas.microsoft.com/office/drawing/2014/main" id="{E52F1997-8E1A-504D-1216-F9177CFB624B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443107" y="4058461"/>
            <a:ext cx="2491248" cy="504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indent="0"/>
            <a:r>
              <a:rPr lang="en" err="1">
                <a:solidFill>
                  <a:srgbClr val="17414F"/>
                </a:solidFill>
                <a:cs typeface="Arial"/>
              </a:rPr>
              <a:t>Arquitectura</a:t>
            </a:r>
            <a:r>
              <a:rPr lang="en">
                <a:solidFill>
                  <a:srgbClr val="17414F"/>
                </a:solidFill>
                <a:cs typeface="Arial"/>
              </a:rPr>
              <a:t> </a:t>
            </a:r>
            <a:r>
              <a:rPr lang="en" err="1">
                <a:solidFill>
                  <a:srgbClr val="17414F"/>
                </a:solidFill>
                <a:cs typeface="Arial"/>
              </a:rPr>
              <a:t>lista</a:t>
            </a:r>
            <a:r>
              <a:rPr lang="en">
                <a:solidFill>
                  <a:srgbClr val="17414F"/>
                </a:solidFill>
                <a:cs typeface="Arial"/>
              </a:rPr>
              <a:t> para B2C + B2G.</a:t>
            </a:r>
            <a:br>
              <a:rPr lang="en">
                <a:solidFill>
                  <a:srgbClr val="17414F"/>
                </a:solidFill>
                <a:cs typeface="Arial"/>
              </a:rPr>
            </a:br>
            <a:br>
              <a:rPr lang="en">
                <a:solidFill>
                  <a:srgbClr val="17414F"/>
                </a:solidFill>
                <a:cs typeface="Arial"/>
              </a:rPr>
            </a:br>
            <a:endParaRPr lang="en">
              <a:cs typeface="Arial"/>
            </a:endParaRPr>
          </a:p>
        </p:txBody>
      </p:sp>
      <p:sp>
        <p:nvSpPr>
          <p:cNvPr id="2431" name="Google Shape;2431;p51">
            <a:extLst>
              <a:ext uri="{FF2B5EF4-FFF2-40B4-BE49-F238E27FC236}">
                <a16:creationId xmlns:a16="http://schemas.microsoft.com/office/drawing/2014/main" id="{42EF8413-16E9-93BE-856A-719B80A72081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177595" y="2139900"/>
            <a:ext cx="2246400" cy="504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indent="0"/>
            <a:r>
              <a:rPr lang="en">
                <a:solidFill>
                  <a:srgbClr val="17414F"/>
                </a:solidFill>
                <a:cs typeface="Arial"/>
              </a:rPr>
              <a:t>Logs </a:t>
            </a:r>
            <a:r>
              <a:rPr lang="en" err="1">
                <a:solidFill>
                  <a:srgbClr val="17414F"/>
                </a:solidFill>
                <a:cs typeface="Arial"/>
              </a:rPr>
              <a:t>anonimizados</a:t>
            </a:r>
            <a:r>
              <a:rPr lang="en">
                <a:solidFill>
                  <a:srgbClr val="17414F"/>
                </a:solidFill>
                <a:cs typeface="Arial"/>
              </a:rPr>
              <a:t> para </a:t>
            </a:r>
            <a:r>
              <a:rPr lang="en" err="1">
                <a:solidFill>
                  <a:srgbClr val="17414F"/>
                </a:solidFill>
                <a:cs typeface="Arial"/>
              </a:rPr>
              <a:t>auditoría</a:t>
            </a:r>
            <a:r>
              <a:rPr lang="en">
                <a:solidFill>
                  <a:srgbClr val="17414F"/>
                </a:solidFill>
                <a:cs typeface="Arial"/>
              </a:rPr>
              <a:t>.</a:t>
            </a:r>
            <a:br>
              <a:rPr lang="en">
                <a:solidFill>
                  <a:srgbClr val="17414F"/>
                </a:solidFill>
                <a:cs typeface="Arial"/>
              </a:rPr>
            </a:br>
            <a:br>
              <a:rPr lang="en">
                <a:solidFill>
                  <a:srgbClr val="17414F"/>
                </a:solidFill>
                <a:cs typeface="Arial"/>
              </a:rPr>
            </a:br>
            <a:endParaRPr lang="en">
              <a:solidFill>
                <a:srgbClr val="17414F"/>
              </a:solidFill>
              <a:cs typeface="Arial"/>
            </a:endParaRPr>
          </a:p>
        </p:txBody>
      </p:sp>
      <p:sp>
        <p:nvSpPr>
          <p:cNvPr id="2432" name="Google Shape;2432;p51">
            <a:extLst>
              <a:ext uri="{FF2B5EF4-FFF2-40B4-BE49-F238E27FC236}">
                <a16:creationId xmlns:a16="http://schemas.microsoft.com/office/drawing/2014/main" id="{58F3FC87-F912-F163-0983-BE3FBB81556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442920" y="2139900"/>
            <a:ext cx="2246400" cy="504000"/>
          </a:xfrm>
          <a:prstGeom prst="rect">
            <a:avLst/>
          </a:prstGeom>
        </p:spPr>
        <p:txBody>
          <a:bodyPr spcFirstLastPara="1" wrap="square" lIns="90000" tIns="91425" rIns="82775" bIns="91425" anchor="t" anchorCtr="0">
            <a:noAutofit/>
          </a:bodyPr>
          <a:lstStyle/>
          <a:p>
            <a:pPr marL="0" indent="0"/>
            <a:r>
              <a:rPr lang="en">
                <a:solidFill>
                  <a:srgbClr val="17414F"/>
                </a:solidFill>
                <a:cs typeface="Arial"/>
              </a:rPr>
              <a:t>Procesamiento sin almacenamiento local de datos personales.</a:t>
            </a:r>
            <a:br>
              <a:rPr lang="en">
                <a:solidFill>
                  <a:srgbClr val="17414F"/>
                </a:solidFill>
                <a:cs typeface="Arial"/>
              </a:rPr>
            </a:br>
            <a:br>
              <a:rPr lang="en">
                <a:solidFill>
                  <a:srgbClr val="17414F"/>
                </a:solidFill>
                <a:cs typeface="Arial"/>
              </a:rPr>
            </a:br>
            <a:endParaRPr lang="en">
              <a:solidFill>
                <a:srgbClr val="17414F"/>
              </a:solidFill>
              <a:cs typeface="Arial"/>
            </a:endParaRPr>
          </a:p>
        </p:txBody>
      </p:sp>
      <p:sp>
        <p:nvSpPr>
          <p:cNvPr id="2435" name="Google Shape;2435;p51">
            <a:extLst>
              <a:ext uri="{FF2B5EF4-FFF2-40B4-BE49-F238E27FC236}">
                <a16:creationId xmlns:a16="http://schemas.microsoft.com/office/drawing/2014/main" id="{A8F53D07-7EE3-5AA6-D116-3B3E8F4CE26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84355" y="2196112"/>
            <a:ext cx="2672862" cy="504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indent="0"/>
            <a:r>
              <a:rPr lang="en" err="1">
                <a:solidFill>
                  <a:schemeClr val="tx1"/>
                </a:solidFill>
                <a:cs typeface="Arial"/>
              </a:rPr>
              <a:t>Redacción</a:t>
            </a:r>
            <a:r>
              <a:rPr lang="en">
                <a:solidFill>
                  <a:schemeClr val="tx1"/>
                </a:solidFill>
                <a:cs typeface="Arial"/>
              </a:rPr>
              <a:t> </a:t>
            </a:r>
            <a:r>
              <a:rPr lang="en" err="1">
                <a:solidFill>
                  <a:schemeClr val="tx1"/>
                </a:solidFill>
                <a:cs typeface="Arial"/>
              </a:rPr>
              <a:t>automática</a:t>
            </a:r>
            <a:r>
              <a:rPr lang="en">
                <a:solidFill>
                  <a:schemeClr val="tx1"/>
                </a:solidFill>
                <a:cs typeface="Arial"/>
              </a:rPr>
              <a:t> de PII antes de </a:t>
            </a:r>
            <a:r>
              <a:rPr lang="en" err="1">
                <a:solidFill>
                  <a:schemeClr val="tx1"/>
                </a:solidFill>
                <a:cs typeface="Arial"/>
              </a:rPr>
              <a:t>enviar</a:t>
            </a:r>
            <a:r>
              <a:rPr lang="en">
                <a:solidFill>
                  <a:schemeClr val="tx1"/>
                </a:solidFill>
                <a:cs typeface="Arial"/>
              </a:rPr>
              <a:t> a </a:t>
            </a:r>
            <a:r>
              <a:rPr lang="en" err="1">
                <a:solidFill>
                  <a:schemeClr val="tx1"/>
                </a:solidFill>
                <a:cs typeface="Arial"/>
              </a:rPr>
              <a:t>modelos</a:t>
            </a:r>
            <a:r>
              <a:rPr lang="en">
                <a:solidFill>
                  <a:schemeClr val="tx1"/>
                </a:solidFill>
                <a:cs typeface="Arial"/>
              </a:rPr>
              <a:t>.</a:t>
            </a:r>
            <a:br>
              <a:rPr lang="en">
                <a:solidFill>
                  <a:schemeClr val="tx1"/>
                </a:solidFill>
                <a:cs typeface="Arial"/>
              </a:rPr>
            </a:br>
            <a:endParaRPr lang="en" sz="1100">
              <a:solidFill>
                <a:schemeClr val="tx1"/>
              </a:solidFill>
              <a:cs typeface="Arial"/>
            </a:endParaRPr>
          </a:p>
        </p:txBody>
      </p:sp>
      <p:sp>
        <p:nvSpPr>
          <p:cNvPr id="2440" name="Google Shape;2440;p51">
            <a:extLst>
              <a:ext uri="{FF2B5EF4-FFF2-40B4-BE49-F238E27FC236}">
                <a16:creationId xmlns:a16="http://schemas.microsoft.com/office/drawing/2014/main" id="{37D7EBB6-8D45-DEE9-107A-8A24C8E5F2C4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24202" y="107173"/>
            <a:ext cx="7704000" cy="676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r>
              <a:rPr lang="en" b="0" err="1">
                <a:solidFill>
                  <a:schemeClr val="tx1"/>
                </a:solidFill>
                <a:latin typeface="Montserrat Bold"/>
                <a:cs typeface="Arial"/>
              </a:rPr>
              <a:t>Seguridad</a:t>
            </a:r>
            <a:r>
              <a:rPr lang="en" b="0">
                <a:solidFill>
                  <a:schemeClr val="tx1"/>
                </a:solidFill>
                <a:latin typeface="Montserrat Bold"/>
                <a:cs typeface="Arial"/>
              </a:rPr>
              <a:t>, </a:t>
            </a:r>
            <a:r>
              <a:rPr lang="en" b="0" err="1">
                <a:solidFill>
                  <a:schemeClr val="tx1"/>
                </a:solidFill>
                <a:latin typeface="Montserrat Bold"/>
                <a:cs typeface="Arial"/>
              </a:rPr>
              <a:t>ética</a:t>
            </a:r>
            <a:r>
              <a:rPr lang="en" b="0">
                <a:solidFill>
                  <a:schemeClr val="tx1"/>
                </a:solidFill>
                <a:latin typeface="Montserrat Bold"/>
                <a:cs typeface="Arial"/>
              </a:rPr>
              <a:t> y </a:t>
            </a:r>
            <a:r>
              <a:rPr lang="en" b="0" err="1">
                <a:solidFill>
                  <a:schemeClr val="tx1"/>
                </a:solidFill>
                <a:latin typeface="Montserrat Bold"/>
                <a:cs typeface="Arial"/>
              </a:rPr>
              <a:t>privacidad</a:t>
            </a:r>
            <a:r>
              <a:rPr lang="en" b="0">
                <a:solidFill>
                  <a:schemeClr val="tx1"/>
                </a:solidFill>
                <a:latin typeface="Montserrat Bold"/>
                <a:cs typeface="Arial"/>
              </a:rPr>
              <a:t>: </a:t>
            </a:r>
            <a:r>
              <a:rPr lang="en" b="0" err="1">
                <a:solidFill>
                  <a:schemeClr val="tx1"/>
                </a:solidFill>
                <a:latin typeface="Montserrat Bold"/>
                <a:cs typeface="Arial"/>
              </a:rPr>
              <a:t>esto</a:t>
            </a:r>
            <a:r>
              <a:rPr lang="en" b="0">
                <a:solidFill>
                  <a:schemeClr val="tx1"/>
                </a:solidFill>
                <a:latin typeface="Montserrat Bold"/>
                <a:cs typeface="Arial"/>
              </a:rPr>
              <a:t> no es </a:t>
            </a:r>
            <a:r>
              <a:rPr lang="en" b="0" err="1">
                <a:solidFill>
                  <a:schemeClr val="tx1"/>
                </a:solidFill>
                <a:latin typeface="Montserrat Bold"/>
                <a:cs typeface="Arial"/>
              </a:rPr>
              <a:t>negociable</a:t>
            </a:r>
            <a:endParaRPr lang="en" b="0">
              <a:solidFill>
                <a:schemeClr val="tx1"/>
              </a:solidFill>
              <a:latin typeface="Montserrat Bold"/>
              <a:cs typeface="Arial"/>
            </a:endParaRPr>
          </a:p>
        </p:txBody>
      </p:sp>
      <p:sp>
        <p:nvSpPr>
          <p:cNvPr id="2442" name="Google Shape;2442;p51">
            <a:extLst>
              <a:ext uri="{FF2B5EF4-FFF2-40B4-BE49-F238E27FC236}">
                <a16:creationId xmlns:a16="http://schemas.microsoft.com/office/drawing/2014/main" id="{83EC8A7D-4988-7B3B-18E6-C1AD351EBD70}"/>
              </a:ext>
            </a:extLst>
          </p:cNvPr>
          <p:cNvSpPr/>
          <p:nvPr/>
        </p:nvSpPr>
        <p:spPr>
          <a:xfrm>
            <a:off x="4320000" y="1389600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443" name="Google Shape;2443;p51">
            <a:extLst>
              <a:ext uri="{FF2B5EF4-FFF2-40B4-BE49-F238E27FC236}">
                <a16:creationId xmlns:a16="http://schemas.microsoft.com/office/drawing/2014/main" id="{5D2C72DE-5CAB-0BC8-B69C-3FE780894021}"/>
              </a:ext>
            </a:extLst>
          </p:cNvPr>
          <p:cNvSpPr/>
          <p:nvPr/>
        </p:nvSpPr>
        <p:spPr>
          <a:xfrm>
            <a:off x="7048795" y="1389600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445" name="Google Shape;2445;p51">
            <a:extLst>
              <a:ext uri="{FF2B5EF4-FFF2-40B4-BE49-F238E27FC236}">
                <a16:creationId xmlns:a16="http://schemas.microsoft.com/office/drawing/2014/main" id="{36718606-51A2-6BA6-6079-3AB3A797964A}"/>
              </a:ext>
            </a:extLst>
          </p:cNvPr>
          <p:cNvSpPr/>
          <p:nvPr/>
        </p:nvSpPr>
        <p:spPr>
          <a:xfrm>
            <a:off x="1436731" y="3320522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446" name="Google Shape;2446;p51">
            <a:extLst>
              <a:ext uri="{FF2B5EF4-FFF2-40B4-BE49-F238E27FC236}">
                <a16:creationId xmlns:a16="http://schemas.microsoft.com/office/drawing/2014/main" id="{5048D27F-425F-2EAB-609C-1494B5C89FAC}"/>
              </a:ext>
            </a:extLst>
          </p:cNvPr>
          <p:cNvSpPr/>
          <p:nvPr/>
        </p:nvSpPr>
        <p:spPr>
          <a:xfrm>
            <a:off x="4322635" y="3320522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450" name="Google Shape;2450;p51">
            <a:extLst>
              <a:ext uri="{FF2B5EF4-FFF2-40B4-BE49-F238E27FC236}">
                <a16:creationId xmlns:a16="http://schemas.microsoft.com/office/drawing/2014/main" id="{F23B4261-76A3-B993-D685-BCCE61800B7E}"/>
              </a:ext>
            </a:extLst>
          </p:cNvPr>
          <p:cNvGrpSpPr/>
          <p:nvPr/>
        </p:nvGrpSpPr>
        <p:grpSpPr>
          <a:xfrm>
            <a:off x="1520741" y="3392515"/>
            <a:ext cx="335980" cy="360013"/>
            <a:chOff x="2055125" y="1757375"/>
            <a:chExt cx="404600" cy="432500"/>
          </a:xfrm>
        </p:grpSpPr>
        <p:sp>
          <p:nvSpPr>
            <p:cNvPr id="2451" name="Google Shape;2451;p51">
              <a:extLst>
                <a:ext uri="{FF2B5EF4-FFF2-40B4-BE49-F238E27FC236}">
                  <a16:creationId xmlns:a16="http://schemas.microsoft.com/office/drawing/2014/main" id="{882365EF-5A63-7B0D-C53A-9CC05F1112EF}"/>
                </a:ext>
              </a:extLst>
            </p:cNvPr>
            <p:cNvSpPr/>
            <p:nvPr/>
          </p:nvSpPr>
          <p:spPr>
            <a:xfrm>
              <a:off x="2055125" y="1757375"/>
              <a:ext cx="404600" cy="432500"/>
            </a:xfrm>
            <a:custGeom>
              <a:avLst/>
              <a:gdLst/>
              <a:ahLst/>
              <a:cxnLst/>
              <a:rect l="l" t="t" r="r" b="b"/>
              <a:pathLst>
                <a:path w="16184" h="17300" extrusionOk="0">
                  <a:moveTo>
                    <a:pt x="11718" y="1014"/>
                  </a:moveTo>
                  <a:cubicBezTo>
                    <a:pt x="12446" y="2281"/>
                    <a:pt x="13713" y="3136"/>
                    <a:pt x="15170" y="3294"/>
                  </a:cubicBezTo>
                  <a:lnTo>
                    <a:pt x="15170" y="9090"/>
                  </a:lnTo>
                  <a:lnTo>
                    <a:pt x="15138" y="9090"/>
                  </a:lnTo>
                  <a:cubicBezTo>
                    <a:pt x="15170" y="12098"/>
                    <a:pt x="10135" y="15202"/>
                    <a:pt x="8171" y="16215"/>
                  </a:cubicBezTo>
                  <a:cubicBezTo>
                    <a:pt x="6176" y="15202"/>
                    <a:pt x="1109" y="12098"/>
                    <a:pt x="1204" y="9090"/>
                  </a:cubicBezTo>
                  <a:lnTo>
                    <a:pt x="1204" y="3294"/>
                  </a:lnTo>
                  <a:cubicBezTo>
                    <a:pt x="2629" y="3136"/>
                    <a:pt x="3927" y="2281"/>
                    <a:pt x="4624" y="1014"/>
                  </a:cubicBezTo>
                  <a:close/>
                  <a:moveTo>
                    <a:pt x="4276" y="1"/>
                  </a:moveTo>
                  <a:cubicBezTo>
                    <a:pt x="4086" y="1"/>
                    <a:pt x="3896" y="127"/>
                    <a:pt x="3801" y="286"/>
                  </a:cubicBezTo>
                  <a:cubicBezTo>
                    <a:pt x="3262" y="1521"/>
                    <a:pt x="1996" y="2312"/>
                    <a:pt x="634" y="2312"/>
                  </a:cubicBezTo>
                  <a:cubicBezTo>
                    <a:pt x="349" y="2312"/>
                    <a:pt x="127" y="2534"/>
                    <a:pt x="127" y="2819"/>
                  </a:cubicBezTo>
                  <a:lnTo>
                    <a:pt x="127" y="9090"/>
                  </a:lnTo>
                  <a:cubicBezTo>
                    <a:pt x="1" y="12731"/>
                    <a:pt x="5828" y="16247"/>
                    <a:pt x="7886" y="17228"/>
                  </a:cubicBezTo>
                  <a:cubicBezTo>
                    <a:pt x="7965" y="17276"/>
                    <a:pt x="8044" y="17300"/>
                    <a:pt x="8120" y="17300"/>
                  </a:cubicBezTo>
                  <a:cubicBezTo>
                    <a:pt x="8195" y="17300"/>
                    <a:pt x="8266" y="17276"/>
                    <a:pt x="8329" y="17228"/>
                  </a:cubicBezTo>
                  <a:cubicBezTo>
                    <a:pt x="10388" y="16247"/>
                    <a:pt x="16183" y="12731"/>
                    <a:pt x="16088" y="9090"/>
                  </a:cubicBezTo>
                  <a:lnTo>
                    <a:pt x="16088" y="2819"/>
                  </a:lnTo>
                  <a:cubicBezTo>
                    <a:pt x="16120" y="2534"/>
                    <a:pt x="15867" y="2312"/>
                    <a:pt x="15613" y="2312"/>
                  </a:cubicBezTo>
                  <a:cubicBezTo>
                    <a:pt x="14252" y="2312"/>
                    <a:pt x="12985" y="1521"/>
                    <a:pt x="12446" y="286"/>
                  </a:cubicBezTo>
                  <a:cubicBezTo>
                    <a:pt x="12351" y="96"/>
                    <a:pt x="12161" y="1"/>
                    <a:pt x="119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51">
              <a:extLst>
                <a:ext uri="{FF2B5EF4-FFF2-40B4-BE49-F238E27FC236}">
                  <a16:creationId xmlns:a16="http://schemas.microsoft.com/office/drawing/2014/main" id="{94F47470-CC17-2BAE-50C7-8215315D3056}"/>
                </a:ext>
              </a:extLst>
            </p:cNvPr>
            <p:cNvSpPr/>
            <p:nvPr/>
          </p:nvSpPr>
          <p:spPr>
            <a:xfrm>
              <a:off x="2111350" y="1816750"/>
              <a:ext cx="292950" cy="303650"/>
            </a:xfrm>
            <a:custGeom>
              <a:avLst/>
              <a:gdLst/>
              <a:ahLst/>
              <a:cxnLst/>
              <a:rect l="l" t="t" r="r" b="b"/>
              <a:pathLst>
                <a:path w="11718" h="12146" extrusionOk="0">
                  <a:moveTo>
                    <a:pt x="8234" y="1014"/>
                  </a:moveTo>
                  <a:cubicBezTo>
                    <a:pt x="8772" y="1838"/>
                    <a:pt x="9596" y="2408"/>
                    <a:pt x="10577" y="2598"/>
                  </a:cubicBezTo>
                  <a:lnTo>
                    <a:pt x="10577" y="6113"/>
                  </a:lnTo>
                  <a:cubicBezTo>
                    <a:pt x="10672" y="7823"/>
                    <a:pt x="7727" y="10071"/>
                    <a:pt x="5859" y="11053"/>
                  </a:cubicBezTo>
                  <a:cubicBezTo>
                    <a:pt x="4022" y="10071"/>
                    <a:pt x="1077" y="7823"/>
                    <a:pt x="1172" y="6113"/>
                  </a:cubicBezTo>
                  <a:lnTo>
                    <a:pt x="1172" y="2598"/>
                  </a:lnTo>
                  <a:cubicBezTo>
                    <a:pt x="2154" y="2408"/>
                    <a:pt x="2977" y="1838"/>
                    <a:pt x="3484" y="1014"/>
                  </a:cubicBezTo>
                  <a:close/>
                  <a:moveTo>
                    <a:pt x="3167" y="1"/>
                  </a:moveTo>
                  <a:cubicBezTo>
                    <a:pt x="2977" y="1"/>
                    <a:pt x="2787" y="127"/>
                    <a:pt x="2692" y="286"/>
                  </a:cubicBezTo>
                  <a:cubicBezTo>
                    <a:pt x="2344" y="1077"/>
                    <a:pt x="1520" y="1648"/>
                    <a:pt x="633" y="1648"/>
                  </a:cubicBezTo>
                  <a:cubicBezTo>
                    <a:pt x="380" y="1648"/>
                    <a:pt x="127" y="1869"/>
                    <a:pt x="127" y="2154"/>
                  </a:cubicBezTo>
                  <a:lnTo>
                    <a:pt x="127" y="6113"/>
                  </a:lnTo>
                  <a:cubicBezTo>
                    <a:pt x="0" y="8551"/>
                    <a:pt x="3895" y="11212"/>
                    <a:pt x="5637" y="12098"/>
                  </a:cubicBezTo>
                  <a:cubicBezTo>
                    <a:pt x="5716" y="12130"/>
                    <a:pt x="5795" y="12146"/>
                    <a:pt x="5875" y="12146"/>
                  </a:cubicBezTo>
                  <a:cubicBezTo>
                    <a:pt x="5954" y="12146"/>
                    <a:pt x="6033" y="12130"/>
                    <a:pt x="6112" y="12098"/>
                  </a:cubicBezTo>
                  <a:cubicBezTo>
                    <a:pt x="7854" y="11212"/>
                    <a:pt x="11718" y="8551"/>
                    <a:pt x="11623" y="6113"/>
                  </a:cubicBezTo>
                  <a:lnTo>
                    <a:pt x="11623" y="2154"/>
                  </a:lnTo>
                  <a:cubicBezTo>
                    <a:pt x="11623" y="1869"/>
                    <a:pt x="11369" y="1648"/>
                    <a:pt x="11084" y="1648"/>
                  </a:cubicBezTo>
                  <a:cubicBezTo>
                    <a:pt x="10229" y="1648"/>
                    <a:pt x="9406" y="1109"/>
                    <a:pt x="9026" y="286"/>
                  </a:cubicBezTo>
                  <a:cubicBezTo>
                    <a:pt x="8962" y="96"/>
                    <a:pt x="8772" y="1"/>
                    <a:pt x="85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1">
              <a:extLst>
                <a:ext uri="{FF2B5EF4-FFF2-40B4-BE49-F238E27FC236}">
                  <a16:creationId xmlns:a16="http://schemas.microsoft.com/office/drawing/2014/main" id="{7DD3498C-6D04-8438-3647-2555B294C2AC}"/>
                </a:ext>
              </a:extLst>
            </p:cNvPr>
            <p:cNvSpPr/>
            <p:nvPr/>
          </p:nvSpPr>
          <p:spPr>
            <a:xfrm>
              <a:off x="2186550" y="1876925"/>
              <a:ext cx="144125" cy="159175"/>
            </a:xfrm>
            <a:custGeom>
              <a:avLst/>
              <a:gdLst/>
              <a:ahLst/>
              <a:cxnLst/>
              <a:rect l="l" t="t" r="r" b="b"/>
              <a:pathLst>
                <a:path w="5765" h="6367" extrusionOk="0">
                  <a:moveTo>
                    <a:pt x="2851" y="1711"/>
                  </a:moveTo>
                  <a:lnTo>
                    <a:pt x="3072" y="2186"/>
                  </a:lnTo>
                  <a:cubicBezTo>
                    <a:pt x="3136" y="2407"/>
                    <a:pt x="3326" y="2502"/>
                    <a:pt x="3548" y="2502"/>
                  </a:cubicBezTo>
                  <a:lnTo>
                    <a:pt x="4086" y="2502"/>
                  </a:lnTo>
                  <a:lnTo>
                    <a:pt x="3801" y="2819"/>
                  </a:lnTo>
                  <a:cubicBezTo>
                    <a:pt x="3643" y="3041"/>
                    <a:pt x="3643" y="3294"/>
                    <a:pt x="3801" y="3516"/>
                  </a:cubicBezTo>
                  <a:lnTo>
                    <a:pt x="4086" y="3833"/>
                  </a:lnTo>
                  <a:lnTo>
                    <a:pt x="3548" y="3833"/>
                  </a:lnTo>
                  <a:cubicBezTo>
                    <a:pt x="3326" y="3833"/>
                    <a:pt x="3136" y="3928"/>
                    <a:pt x="3072" y="4149"/>
                  </a:cubicBezTo>
                  <a:lnTo>
                    <a:pt x="2851" y="4624"/>
                  </a:lnTo>
                  <a:lnTo>
                    <a:pt x="2661" y="4149"/>
                  </a:lnTo>
                  <a:cubicBezTo>
                    <a:pt x="2597" y="3928"/>
                    <a:pt x="2376" y="3833"/>
                    <a:pt x="2186" y="3833"/>
                  </a:cubicBezTo>
                  <a:lnTo>
                    <a:pt x="1647" y="3833"/>
                  </a:lnTo>
                  <a:lnTo>
                    <a:pt x="1901" y="3516"/>
                  </a:lnTo>
                  <a:cubicBezTo>
                    <a:pt x="2059" y="3294"/>
                    <a:pt x="2059" y="3041"/>
                    <a:pt x="1901" y="2819"/>
                  </a:cubicBezTo>
                  <a:lnTo>
                    <a:pt x="1647" y="2502"/>
                  </a:lnTo>
                  <a:lnTo>
                    <a:pt x="2186" y="2502"/>
                  </a:lnTo>
                  <a:cubicBezTo>
                    <a:pt x="2376" y="2502"/>
                    <a:pt x="2597" y="2407"/>
                    <a:pt x="2661" y="2186"/>
                  </a:cubicBezTo>
                  <a:lnTo>
                    <a:pt x="2851" y="1711"/>
                  </a:lnTo>
                  <a:close/>
                  <a:moveTo>
                    <a:pt x="2867" y="1"/>
                  </a:moveTo>
                  <a:cubicBezTo>
                    <a:pt x="2677" y="1"/>
                    <a:pt x="2487" y="96"/>
                    <a:pt x="2407" y="286"/>
                  </a:cubicBezTo>
                  <a:lnTo>
                    <a:pt x="1869" y="1521"/>
                  </a:lnTo>
                  <a:lnTo>
                    <a:pt x="571" y="1521"/>
                  </a:lnTo>
                  <a:cubicBezTo>
                    <a:pt x="349" y="1521"/>
                    <a:pt x="159" y="1647"/>
                    <a:pt x="96" y="1806"/>
                  </a:cubicBezTo>
                  <a:cubicBezTo>
                    <a:pt x="1" y="1996"/>
                    <a:pt x="32" y="2186"/>
                    <a:pt x="159" y="2344"/>
                  </a:cubicBezTo>
                  <a:lnTo>
                    <a:pt x="887" y="3199"/>
                  </a:lnTo>
                  <a:lnTo>
                    <a:pt x="159" y="4023"/>
                  </a:lnTo>
                  <a:cubicBezTo>
                    <a:pt x="32" y="4181"/>
                    <a:pt x="1" y="4371"/>
                    <a:pt x="96" y="4561"/>
                  </a:cubicBezTo>
                  <a:cubicBezTo>
                    <a:pt x="159" y="4783"/>
                    <a:pt x="349" y="4846"/>
                    <a:pt x="571" y="4846"/>
                  </a:cubicBezTo>
                  <a:lnTo>
                    <a:pt x="1869" y="4846"/>
                  </a:lnTo>
                  <a:lnTo>
                    <a:pt x="2407" y="6081"/>
                  </a:lnTo>
                  <a:cubicBezTo>
                    <a:pt x="2487" y="6271"/>
                    <a:pt x="2677" y="6366"/>
                    <a:pt x="2867" y="6366"/>
                  </a:cubicBezTo>
                  <a:cubicBezTo>
                    <a:pt x="3057" y="6366"/>
                    <a:pt x="3247" y="6271"/>
                    <a:pt x="3326" y="6081"/>
                  </a:cubicBezTo>
                  <a:lnTo>
                    <a:pt x="3896" y="4846"/>
                  </a:lnTo>
                  <a:lnTo>
                    <a:pt x="5194" y="4846"/>
                  </a:lnTo>
                  <a:cubicBezTo>
                    <a:pt x="5384" y="4846"/>
                    <a:pt x="5543" y="4719"/>
                    <a:pt x="5669" y="4561"/>
                  </a:cubicBezTo>
                  <a:cubicBezTo>
                    <a:pt x="5733" y="4371"/>
                    <a:pt x="5701" y="4181"/>
                    <a:pt x="5606" y="4023"/>
                  </a:cubicBezTo>
                  <a:lnTo>
                    <a:pt x="4878" y="3199"/>
                  </a:lnTo>
                  <a:lnTo>
                    <a:pt x="5606" y="2344"/>
                  </a:lnTo>
                  <a:cubicBezTo>
                    <a:pt x="5701" y="2186"/>
                    <a:pt x="5764" y="1964"/>
                    <a:pt x="5669" y="1806"/>
                  </a:cubicBezTo>
                  <a:cubicBezTo>
                    <a:pt x="5606" y="1616"/>
                    <a:pt x="5384" y="1521"/>
                    <a:pt x="5194" y="1521"/>
                  </a:cubicBezTo>
                  <a:lnTo>
                    <a:pt x="3896" y="1521"/>
                  </a:lnTo>
                  <a:lnTo>
                    <a:pt x="3326" y="286"/>
                  </a:lnTo>
                  <a:cubicBezTo>
                    <a:pt x="3247" y="96"/>
                    <a:pt x="3057" y="1"/>
                    <a:pt x="28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54" name="Google Shape;2454;p51">
            <a:extLst>
              <a:ext uri="{FF2B5EF4-FFF2-40B4-BE49-F238E27FC236}">
                <a16:creationId xmlns:a16="http://schemas.microsoft.com/office/drawing/2014/main" id="{ECC9E264-D1BD-6FC5-BEED-44E54B9564E0}"/>
              </a:ext>
            </a:extLst>
          </p:cNvPr>
          <p:cNvSpPr/>
          <p:nvPr/>
        </p:nvSpPr>
        <p:spPr>
          <a:xfrm>
            <a:off x="4400925" y="1461597"/>
            <a:ext cx="342150" cy="360007"/>
          </a:xfrm>
          <a:custGeom>
            <a:avLst/>
            <a:gdLst/>
            <a:ahLst/>
            <a:cxnLst/>
            <a:rect l="l" t="t" r="r" b="b"/>
            <a:pathLst>
              <a:path w="16533" h="17356" extrusionOk="0">
                <a:moveTo>
                  <a:pt x="15487" y="8171"/>
                </a:moveTo>
                <a:lnTo>
                  <a:pt x="15487" y="9185"/>
                </a:lnTo>
                <a:lnTo>
                  <a:pt x="11687" y="9185"/>
                </a:lnTo>
                <a:lnTo>
                  <a:pt x="11687" y="8171"/>
                </a:lnTo>
                <a:close/>
                <a:moveTo>
                  <a:pt x="4941" y="8203"/>
                </a:moveTo>
                <a:lnTo>
                  <a:pt x="4941" y="9217"/>
                </a:lnTo>
                <a:lnTo>
                  <a:pt x="1141" y="9217"/>
                </a:lnTo>
                <a:lnTo>
                  <a:pt x="1141" y="8203"/>
                </a:lnTo>
                <a:close/>
                <a:moveTo>
                  <a:pt x="12953" y="951"/>
                </a:moveTo>
                <a:lnTo>
                  <a:pt x="12953" y="3801"/>
                </a:lnTo>
                <a:cubicBezTo>
                  <a:pt x="12953" y="4751"/>
                  <a:pt x="13587" y="5543"/>
                  <a:pt x="14505" y="5796"/>
                </a:cubicBezTo>
                <a:lnTo>
                  <a:pt x="14505" y="7126"/>
                </a:lnTo>
                <a:lnTo>
                  <a:pt x="11212" y="7126"/>
                </a:lnTo>
                <a:cubicBezTo>
                  <a:pt x="10927" y="7126"/>
                  <a:pt x="10705" y="7380"/>
                  <a:pt x="10705" y="7633"/>
                </a:cubicBezTo>
                <a:lnTo>
                  <a:pt x="10705" y="9660"/>
                </a:lnTo>
                <a:cubicBezTo>
                  <a:pt x="10705" y="9945"/>
                  <a:pt x="10927" y="10167"/>
                  <a:pt x="11212" y="10167"/>
                </a:cubicBezTo>
                <a:lnTo>
                  <a:pt x="14505" y="10167"/>
                </a:lnTo>
                <a:lnTo>
                  <a:pt x="14505" y="11212"/>
                </a:lnTo>
                <a:lnTo>
                  <a:pt x="11212" y="11212"/>
                </a:lnTo>
                <a:cubicBezTo>
                  <a:pt x="10958" y="11212"/>
                  <a:pt x="10705" y="11433"/>
                  <a:pt x="10705" y="11718"/>
                </a:cubicBezTo>
                <a:lnTo>
                  <a:pt x="5955" y="11718"/>
                </a:lnTo>
                <a:cubicBezTo>
                  <a:pt x="5955" y="11433"/>
                  <a:pt x="5733" y="11212"/>
                  <a:pt x="5448" y="11212"/>
                </a:cubicBezTo>
                <a:lnTo>
                  <a:pt x="2154" y="11212"/>
                </a:lnTo>
                <a:lnTo>
                  <a:pt x="2154" y="10167"/>
                </a:lnTo>
                <a:lnTo>
                  <a:pt x="5448" y="10167"/>
                </a:lnTo>
                <a:cubicBezTo>
                  <a:pt x="5733" y="10167"/>
                  <a:pt x="5955" y="9945"/>
                  <a:pt x="5955" y="9660"/>
                </a:cubicBezTo>
                <a:lnTo>
                  <a:pt x="5955" y="7633"/>
                </a:lnTo>
                <a:cubicBezTo>
                  <a:pt x="5955" y="7380"/>
                  <a:pt x="5733" y="7126"/>
                  <a:pt x="5448" y="7126"/>
                </a:cubicBezTo>
                <a:lnTo>
                  <a:pt x="2154" y="7126"/>
                </a:lnTo>
                <a:lnTo>
                  <a:pt x="2154" y="5796"/>
                </a:lnTo>
                <a:cubicBezTo>
                  <a:pt x="3009" y="5543"/>
                  <a:pt x="3706" y="4751"/>
                  <a:pt x="3706" y="3801"/>
                </a:cubicBezTo>
                <a:lnTo>
                  <a:pt x="3706" y="951"/>
                </a:lnTo>
                <a:lnTo>
                  <a:pt x="5733" y="951"/>
                </a:lnTo>
                <a:lnTo>
                  <a:pt x="5733" y="2503"/>
                </a:lnTo>
                <a:cubicBezTo>
                  <a:pt x="5796" y="4245"/>
                  <a:pt x="7071" y="5115"/>
                  <a:pt x="8342" y="5115"/>
                </a:cubicBezTo>
                <a:cubicBezTo>
                  <a:pt x="9612" y="5115"/>
                  <a:pt x="10879" y="4245"/>
                  <a:pt x="10927" y="2503"/>
                </a:cubicBezTo>
                <a:lnTo>
                  <a:pt x="10927" y="951"/>
                </a:lnTo>
                <a:close/>
                <a:moveTo>
                  <a:pt x="10705" y="12763"/>
                </a:moveTo>
                <a:lnTo>
                  <a:pt x="10705" y="13745"/>
                </a:lnTo>
                <a:lnTo>
                  <a:pt x="5955" y="13745"/>
                </a:lnTo>
                <a:lnTo>
                  <a:pt x="5955" y="12763"/>
                </a:lnTo>
                <a:close/>
                <a:moveTo>
                  <a:pt x="4941" y="12225"/>
                </a:moveTo>
                <a:lnTo>
                  <a:pt x="4941" y="14252"/>
                </a:lnTo>
                <a:lnTo>
                  <a:pt x="1141" y="14252"/>
                </a:lnTo>
                <a:lnTo>
                  <a:pt x="1141" y="12225"/>
                </a:lnTo>
                <a:close/>
                <a:moveTo>
                  <a:pt x="15487" y="12225"/>
                </a:moveTo>
                <a:lnTo>
                  <a:pt x="15487" y="14252"/>
                </a:lnTo>
                <a:lnTo>
                  <a:pt x="11687" y="14252"/>
                </a:lnTo>
                <a:lnTo>
                  <a:pt x="11687" y="12225"/>
                </a:lnTo>
                <a:close/>
                <a:moveTo>
                  <a:pt x="10705" y="14727"/>
                </a:moveTo>
                <a:cubicBezTo>
                  <a:pt x="10705" y="15012"/>
                  <a:pt x="10958" y="15234"/>
                  <a:pt x="11212" y="15234"/>
                </a:cubicBezTo>
                <a:lnTo>
                  <a:pt x="14505" y="15234"/>
                </a:lnTo>
                <a:lnTo>
                  <a:pt x="14505" y="16279"/>
                </a:lnTo>
                <a:lnTo>
                  <a:pt x="2154" y="16279"/>
                </a:lnTo>
                <a:lnTo>
                  <a:pt x="2154" y="15234"/>
                </a:lnTo>
                <a:lnTo>
                  <a:pt x="5448" y="15234"/>
                </a:lnTo>
                <a:cubicBezTo>
                  <a:pt x="5733" y="15234"/>
                  <a:pt x="5955" y="15012"/>
                  <a:pt x="5955" y="14727"/>
                </a:cubicBezTo>
                <a:close/>
                <a:moveTo>
                  <a:pt x="3104" y="1"/>
                </a:moveTo>
                <a:cubicBezTo>
                  <a:pt x="2819" y="1"/>
                  <a:pt x="2598" y="254"/>
                  <a:pt x="2598" y="508"/>
                </a:cubicBezTo>
                <a:lnTo>
                  <a:pt x="2598" y="3833"/>
                </a:lnTo>
                <a:cubicBezTo>
                  <a:pt x="2598" y="4403"/>
                  <a:pt x="2123" y="4878"/>
                  <a:pt x="1553" y="4878"/>
                </a:cubicBezTo>
                <a:cubicBezTo>
                  <a:pt x="1268" y="4878"/>
                  <a:pt x="1046" y="5100"/>
                  <a:pt x="1046" y="5385"/>
                </a:cubicBezTo>
                <a:lnTo>
                  <a:pt x="1046" y="7158"/>
                </a:lnTo>
                <a:lnTo>
                  <a:pt x="539" y="7158"/>
                </a:lnTo>
                <a:cubicBezTo>
                  <a:pt x="254" y="7158"/>
                  <a:pt x="1" y="7411"/>
                  <a:pt x="1" y="7696"/>
                </a:cubicBezTo>
                <a:lnTo>
                  <a:pt x="1" y="9692"/>
                </a:lnTo>
                <a:cubicBezTo>
                  <a:pt x="1" y="9977"/>
                  <a:pt x="254" y="10230"/>
                  <a:pt x="539" y="10230"/>
                </a:cubicBezTo>
                <a:lnTo>
                  <a:pt x="1046" y="10230"/>
                </a:lnTo>
                <a:lnTo>
                  <a:pt x="1046" y="11243"/>
                </a:lnTo>
                <a:lnTo>
                  <a:pt x="539" y="11243"/>
                </a:lnTo>
                <a:cubicBezTo>
                  <a:pt x="254" y="11243"/>
                  <a:pt x="1" y="11465"/>
                  <a:pt x="1" y="11750"/>
                </a:cubicBezTo>
                <a:lnTo>
                  <a:pt x="1" y="14790"/>
                </a:lnTo>
                <a:cubicBezTo>
                  <a:pt x="1" y="15075"/>
                  <a:pt x="254" y="15329"/>
                  <a:pt x="539" y="15329"/>
                </a:cubicBezTo>
                <a:lnTo>
                  <a:pt x="1046" y="15329"/>
                </a:lnTo>
                <a:lnTo>
                  <a:pt x="1046" y="16817"/>
                </a:lnTo>
                <a:cubicBezTo>
                  <a:pt x="1046" y="17102"/>
                  <a:pt x="1268" y="17355"/>
                  <a:pt x="1553" y="17355"/>
                </a:cubicBezTo>
                <a:lnTo>
                  <a:pt x="14949" y="17355"/>
                </a:lnTo>
                <a:cubicBezTo>
                  <a:pt x="15202" y="17355"/>
                  <a:pt x="15455" y="17102"/>
                  <a:pt x="15455" y="16817"/>
                </a:cubicBezTo>
                <a:lnTo>
                  <a:pt x="15455" y="15329"/>
                </a:lnTo>
                <a:lnTo>
                  <a:pt x="15962" y="15329"/>
                </a:lnTo>
                <a:cubicBezTo>
                  <a:pt x="16247" y="15329"/>
                  <a:pt x="16469" y="15075"/>
                  <a:pt x="16469" y="14790"/>
                </a:cubicBezTo>
                <a:lnTo>
                  <a:pt x="16469" y="11750"/>
                </a:lnTo>
                <a:cubicBezTo>
                  <a:pt x="16469" y="11465"/>
                  <a:pt x="16247" y="11243"/>
                  <a:pt x="15962" y="11243"/>
                </a:cubicBezTo>
                <a:lnTo>
                  <a:pt x="15455" y="11243"/>
                </a:lnTo>
                <a:lnTo>
                  <a:pt x="15455" y="10230"/>
                </a:lnTo>
                <a:lnTo>
                  <a:pt x="16025" y="10230"/>
                </a:lnTo>
                <a:cubicBezTo>
                  <a:pt x="16279" y="10230"/>
                  <a:pt x="16532" y="9977"/>
                  <a:pt x="16532" y="9692"/>
                </a:cubicBezTo>
                <a:lnTo>
                  <a:pt x="16532" y="7696"/>
                </a:lnTo>
                <a:cubicBezTo>
                  <a:pt x="16532" y="7411"/>
                  <a:pt x="16279" y="7158"/>
                  <a:pt x="16025" y="7158"/>
                </a:cubicBezTo>
                <a:lnTo>
                  <a:pt x="15487" y="7158"/>
                </a:lnTo>
                <a:lnTo>
                  <a:pt x="15487" y="5385"/>
                </a:lnTo>
                <a:cubicBezTo>
                  <a:pt x="15487" y="5100"/>
                  <a:pt x="15265" y="4878"/>
                  <a:pt x="14980" y="4878"/>
                </a:cubicBezTo>
                <a:cubicBezTo>
                  <a:pt x="14442" y="4878"/>
                  <a:pt x="13967" y="4403"/>
                  <a:pt x="13967" y="3833"/>
                </a:cubicBezTo>
                <a:lnTo>
                  <a:pt x="13967" y="508"/>
                </a:lnTo>
                <a:cubicBezTo>
                  <a:pt x="13967" y="254"/>
                  <a:pt x="13713" y="1"/>
                  <a:pt x="13428" y="1"/>
                </a:cubicBezTo>
                <a:lnTo>
                  <a:pt x="10388" y="1"/>
                </a:lnTo>
                <a:cubicBezTo>
                  <a:pt x="10103" y="1"/>
                  <a:pt x="9882" y="254"/>
                  <a:pt x="9882" y="508"/>
                </a:cubicBezTo>
                <a:lnTo>
                  <a:pt x="9882" y="2566"/>
                </a:lnTo>
                <a:cubicBezTo>
                  <a:pt x="9834" y="3643"/>
                  <a:pt x="9050" y="4181"/>
                  <a:pt x="8266" y="4181"/>
                </a:cubicBezTo>
                <a:cubicBezTo>
                  <a:pt x="7483" y="4181"/>
                  <a:pt x="6699" y="3643"/>
                  <a:pt x="6651" y="2566"/>
                </a:cubicBezTo>
                <a:lnTo>
                  <a:pt x="6651" y="508"/>
                </a:lnTo>
                <a:cubicBezTo>
                  <a:pt x="6651" y="254"/>
                  <a:pt x="6430" y="1"/>
                  <a:pt x="614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1" name="Google Shape;2461;p51">
            <a:extLst>
              <a:ext uri="{FF2B5EF4-FFF2-40B4-BE49-F238E27FC236}">
                <a16:creationId xmlns:a16="http://schemas.microsoft.com/office/drawing/2014/main" id="{3332CDF0-42BD-B530-27D4-7C0751011FF7}"/>
              </a:ext>
            </a:extLst>
          </p:cNvPr>
          <p:cNvSpPr/>
          <p:nvPr/>
        </p:nvSpPr>
        <p:spPr>
          <a:xfrm>
            <a:off x="4394639" y="3394337"/>
            <a:ext cx="359993" cy="356370"/>
          </a:xfrm>
          <a:custGeom>
            <a:avLst/>
            <a:gdLst/>
            <a:ahLst/>
            <a:cxnLst/>
            <a:rect l="l" t="t" r="r" b="b"/>
            <a:pathLst>
              <a:path w="11752" h="11690" extrusionOk="0">
                <a:moveTo>
                  <a:pt x="5923" y="694"/>
                </a:moveTo>
                <a:cubicBezTo>
                  <a:pt x="6490" y="694"/>
                  <a:pt x="6963" y="1166"/>
                  <a:pt x="6963" y="1765"/>
                </a:cubicBezTo>
                <a:cubicBezTo>
                  <a:pt x="6963" y="2332"/>
                  <a:pt x="6490" y="2805"/>
                  <a:pt x="5923" y="2805"/>
                </a:cubicBezTo>
                <a:cubicBezTo>
                  <a:pt x="5325" y="2805"/>
                  <a:pt x="4852" y="2332"/>
                  <a:pt x="4852" y="1765"/>
                </a:cubicBezTo>
                <a:cubicBezTo>
                  <a:pt x="4852" y="1229"/>
                  <a:pt x="5325" y="694"/>
                  <a:pt x="5923" y="694"/>
                </a:cubicBezTo>
                <a:close/>
                <a:moveTo>
                  <a:pt x="2489" y="3466"/>
                </a:moveTo>
                <a:cubicBezTo>
                  <a:pt x="2678" y="3466"/>
                  <a:pt x="2836" y="3624"/>
                  <a:pt x="2836" y="3813"/>
                </a:cubicBezTo>
                <a:lnTo>
                  <a:pt x="2836" y="4916"/>
                </a:lnTo>
                <a:cubicBezTo>
                  <a:pt x="2678" y="4947"/>
                  <a:pt x="2584" y="5042"/>
                  <a:pt x="2458" y="5168"/>
                </a:cubicBezTo>
                <a:cubicBezTo>
                  <a:pt x="2363" y="5231"/>
                  <a:pt x="2300" y="5357"/>
                  <a:pt x="2237" y="5420"/>
                </a:cubicBezTo>
                <a:cubicBezTo>
                  <a:pt x="2174" y="5357"/>
                  <a:pt x="2143" y="5262"/>
                  <a:pt x="2143" y="5199"/>
                </a:cubicBezTo>
                <a:lnTo>
                  <a:pt x="2143" y="3813"/>
                </a:lnTo>
                <a:cubicBezTo>
                  <a:pt x="2143" y="3624"/>
                  <a:pt x="2300" y="3466"/>
                  <a:pt x="2489" y="3466"/>
                </a:cubicBezTo>
                <a:close/>
                <a:moveTo>
                  <a:pt x="9326" y="3466"/>
                </a:moveTo>
                <a:cubicBezTo>
                  <a:pt x="9546" y="3466"/>
                  <a:pt x="9704" y="3624"/>
                  <a:pt x="9704" y="3813"/>
                </a:cubicBezTo>
                <a:lnTo>
                  <a:pt x="9704" y="5199"/>
                </a:lnTo>
                <a:cubicBezTo>
                  <a:pt x="9704" y="5262"/>
                  <a:pt x="9641" y="5357"/>
                  <a:pt x="9578" y="5420"/>
                </a:cubicBezTo>
                <a:cubicBezTo>
                  <a:pt x="9546" y="5294"/>
                  <a:pt x="9452" y="5231"/>
                  <a:pt x="9389" y="5168"/>
                </a:cubicBezTo>
                <a:cubicBezTo>
                  <a:pt x="9263" y="5042"/>
                  <a:pt x="9137" y="4947"/>
                  <a:pt x="8979" y="4916"/>
                </a:cubicBezTo>
                <a:lnTo>
                  <a:pt x="8979" y="3813"/>
                </a:lnTo>
                <a:cubicBezTo>
                  <a:pt x="9011" y="3624"/>
                  <a:pt x="9168" y="3466"/>
                  <a:pt x="9326" y="3466"/>
                </a:cubicBezTo>
                <a:close/>
                <a:moveTo>
                  <a:pt x="5923" y="3466"/>
                </a:moveTo>
                <a:cubicBezTo>
                  <a:pt x="6900" y="3466"/>
                  <a:pt x="7814" y="4096"/>
                  <a:pt x="8160" y="4947"/>
                </a:cubicBezTo>
                <a:cubicBezTo>
                  <a:pt x="8066" y="5010"/>
                  <a:pt x="8003" y="5042"/>
                  <a:pt x="7971" y="5105"/>
                </a:cubicBezTo>
                <a:lnTo>
                  <a:pt x="6081" y="6963"/>
                </a:lnTo>
                <a:cubicBezTo>
                  <a:pt x="6018" y="6995"/>
                  <a:pt x="5955" y="7089"/>
                  <a:pt x="5923" y="7152"/>
                </a:cubicBezTo>
                <a:cubicBezTo>
                  <a:pt x="5860" y="7089"/>
                  <a:pt x="5797" y="7026"/>
                  <a:pt x="5766" y="6963"/>
                </a:cubicBezTo>
                <a:lnTo>
                  <a:pt x="3876" y="5105"/>
                </a:lnTo>
                <a:cubicBezTo>
                  <a:pt x="3781" y="5042"/>
                  <a:pt x="3750" y="5010"/>
                  <a:pt x="3655" y="4947"/>
                </a:cubicBezTo>
                <a:cubicBezTo>
                  <a:pt x="4033" y="4096"/>
                  <a:pt x="4915" y="3466"/>
                  <a:pt x="5923" y="3466"/>
                </a:cubicBezTo>
                <a:close/>
                <a:moveTo>
                  <a:pt x="10744" y="2049"/>
                </a:moveTo>
                <a:cubicBezTo>
                  <a:pt x="10964" y="2049"/>
                  <a:pt x="11122" y="2206"/>
                  <a:pt x="11122" y="2395"/>
                </a:cubicBezTo>
                <a:lnTo>
                  <a:pt x="11122" y="6144"/>
                </a:lnTo>
                <a:lnTo>
                  <a:pt x="11059" y="6144"/>
                </a:lnTo>
                <a:cubicBezTo>
                  <a:pt x="11059" y="6333"/>
                  <a:pt x="11027" y="6491"/>
                  <a:pt x="10901" y="6648"/>
                </a:cubicBezTo>
                <a:lnTo>
                  <a:pt x="9263" y="9421"/>
                </a:lnTo>
                <a:cubicBezTo>
                  <a:pt x="9105" y="9673"/>
                  <a:pt x="9011" y="9956"/>
                  <a:pt x="9011" y="10271"/>
                </a:cubicBezTo>
                <a:lnTo>
                  <a:pt x="9011" y="10933"/>
                </a:lnTo>
                <a:lnTo>
                  <a:pt x="6270" y="10933"/>
                </a:lnTo>
                <a:lnTo>
                  <a:pt x="6270" y="8097"/>
                </a:lnTo>
                <a:cubicBezTo>
                  <a:pt x="6270" y="7845"/>
                  <a:pt x="6396" y="7593"/>
                  <a:pt x="6585" y="7404"/>
                </a:cubicBezTo>
                <a:lnTo>
                  <a:pt x="8475" y="5546"/>
                </a:lnTo>
                <a:cubicBezTo>
                  <a:pt x="8538" y="5483"/>
                  <a:pt x="8625" y="5451"/>
                  <a:pt x="8712" y="5451"/>
                </a:cubicBezTo>
                <a:cubicBezTo>
                  <a:pt x="8798" y="5451"/>
                  <a:pt x="8885" y="5483"/>
                  <a:pt x="8948" y="5546"/>
                </a:cubicBezTo>
                <a:cubicBezTo>
                  <a:pt x="9074" y="5672"/>
                  <a:pt x="9074" y="5892"/>
                  <a:pt x="8948" y="6018"/>
                </a:cubicBezTo>
                <a:lnTo>
                  <a:pt x="7751" y="7215"/>
                </a:lnTo>
                <a:cubicBezTo>
                  <a:pt x="7656" y="7310"/>
                  <a:pt x="7656" y="7562"/>
                  <a:pt x="7751" y="7656"/>
                </a:cubicBezTo>
                <a:cubicBezTo>
                  <a:pt x="7814" y="7719"/>
                  <a:pt x="7908" y="7751"/>
                  <a:pt x="7999" y="7751"/>
                </a:cubicBezTo>
                <a:cubicBezTo>
                  <a:pt x="8089" y="7751"/>
                  <a:pt x="8176" y="7719"/>
                  <a:pt x="8223" y="7656"/>
                </a:cubicBezTo>
                <a:lnTo>
                  <a:pt x="10082" y="5829"/>
                </a:lnTo>
                <a:cubicBezTo>
                  <a:pt x="10271" y="5609"/>
                  <a:pt x="10397" y="5388"/>
                  <a:pt x="10397" y="5105"/>
                </a:cubicBezTo>
                <a:lnTo>
                  <a:pt x="10397" y="2395"/>
                </a:lnTo>
                <a:cubicBezTo>
                  <a:pt x="10397" y="2206"/>
                  <a:pt x="10555" y="2049"/>
                  <a:pt x="10744" y="2049"/>
                </a:cubicBezTo>
                <a:close/>
                <a:moveTo>
                  <a:pt x="1103" y="2080"/>
                </a:moveTo>
                <a:cubicBezTo>
                  <a:pt x="1292" y="2080"/>
                  <a:pt x="1450" y="2238"/>
                  <a:pt x="1450" y="2427"/>
                </a:cubicBezTo>
                <a:lnTo>
                  <a:pt x="1450" y="5168"/>
                </a:lnTo>
                <a:cubicBezTo>
                  <a:pt x="1450" y="5420"/>
                  <a:pt x="1576" y="5672"/>
                  <a:pt x="1796" y="5861"/>
                </a:cubicBezTo>
                <a:lnTo>
                  <a:pt x="3624" y="7719"/>
                </a:lnTo>
                <a:cubicBezTo>
                  <a:pt x="3687" y="7782"/>
                  <a:pt x="3781" y="7814"/>
                  <a:pt x="3872" y="7814"/>
                </a:cubicBezTo>
                <a:cubicBezTo>
                  <a:pt x="3962" y="7814"/>
                  <a:pt x="4049" y="7782"/>
                  <a:pt x="4096" y="7719"/>
                </a:cubicBezTo>
                <a:cubicBezTo>
                  <a:pt x="4222" y="7593"/>
                  <a:pt x="4222" y="7373"/>
                  <a:pt x="4096" y="7247"/>
                </a:cubicBezTo>
                <a:lnTo>
                  <a:pt x="2930" y="6050"/>
                </a:lnTo>
                <a:cubicBezTo>
                  <a:pt x="2804" y="5955"/>
                  <a:pt x="2804" y="5703"/>
                  <a:pt x="2930" y="5577"/>
                </a:cubicBezTo>
                <a:cubicBezTo>
                  <a:pt x="2978" y="5530"/>
                  <a:pt x="3064" y="5506"/>
                  <a:pt x="3155" y="5506"/>
                </a:cubicBezTo>
                <a:cubicBezTo>
                  <a:pt x="3245" y="5506"/>
                  <a:pt x="3340" y="5530"/>
                  <a:pt x="3403" y="5577"/>
                </a:cubicBezTo>
                <a:lnTo>
                  <a:pt x="5293" y="7436"/>
                </a:lnTo>
                <a:cubicBezTo>
                  <a:pt x="5482" y="7625"/>
                  <a:pt x="5608" y="7877"/>
                  <a:pt x="5608" y="8161"/>
                </a:cubicBezTo>
                <a:lnTo>
                  <a:pt x="5608" y="10996"/>
                </a:lnTo>
                <a:lnTo>
                  <a:pt x="2836" y="10996"/>
                </a:lnTo>
                <a:lnTo>
                  <a:pt x="2836" y="10303"/>
                </a:lnTo>
                <a:cubicBezTo>
                  <a:pt x="2804" y="10051"/>
                  <a:pt x="2710" y="9736"/>
                  <a:pt x="2552" y="9452"/>
                </a:cubicBezTo>
                <a:lnTo>
                  <a:pt x="914" y="6680"/>
                </a:lnTo>
                <a:cubicBezTo>
                  <a:pt x="851" y="6522"/>
                  <a:pt x="757" y="6333"/>
                  <a:pt x="757" y="6176"/>
                </a:cubicBezTo>
                <a:lnTo>
                  <a:pt x="757" y="2427"/>
                </a:lnTo>
                <a:cubicBezTo>
                  <a:pt x="757" y="2238"/>
                  <a:pt x="914" y="2080"/>
                  <a:pt x="1103" y="2080"/>
                </a:cubicBezTo>
                <a:close/>
                <a:moveTo>
                  <a:pt x="5860" y="1"/>
                </a:moveTo>
                <a:cubicBezTo>
                  <a:pt x="4915" y="1"/>
                  <a:pt x="4128" y="788"/>
                  <a:pt x="4128" y="1734"/>
                </a:cubicBezTo>
                <a:cubicBezTo>
                  <a:pt x="4128" y="2206"/>
                  <a:pt x="4348" y="2647"/>
                  <a:pt x="4695" y="2994"/>
                </a:cubicBezTo>
                <a:cubicBezTo>
                  <a:pt x="4411" y="3120"/>
                  <a:pt x="4191" y="3214"/>
                  <a:pt x="3939" y="3435"/>
                </a:cubicBezTo>
                <a:cubicBezTo>
                  <a:pt x="3750" y="3592"/>
                  <a:pt x="3592" y="3750"/>
                  <a:pt x="3435" y="3939"/>
                </a:cubicBezTo>
                <a:lnTo>
                  <a:pt x="3435" y="3813"/>
                </a:lnTo>
                <a:cubicBezTo>
                  <a:pt x="3435" y="3246"/>
                  <a:pt x="2962" y="2805"/>
                  <a:pt x="2395" y="2805"/>
                </a:cubicBezTo>
                <a:cubicBezTo>
                  <a:pt x="2300" y="2805"/>
                  <a:pt x="2174" y="2836"/>
                  <a:pt x="2048" y="2836"/>
                </a:cubicBezTo>
                <a:lnTo>
                  <a:pt x="2048" y="2427"/>
                </a:lnTo>
                <a:cubicBezTo>
                  <a:pt x="2048" y="1891"/>
                  <a:pt x="1576" y="1418"/>
                  <a:pt x="1040" y="1418"/>
                </a:cubicBezTo>
                <a:cubicBezTo>
                  <a:pt x="473" y="1418"/>
                  <a:pt x="0" y="1891"/>
                  <a:pt x="0" y="2427"/>
                </a:cubicBezTo>
                <a:lnTo>
                  <a:pt x="0" y="6176"/>
                </a:lnTo>
                <a:cubicBezTo>
                  <a:pt x="0" y="6491"/>
                  <a:pt x="95" y="6806"/>
                  <a:pt x="253" y="7026"/>
                </a:cubicBezTo>
                <a:lnTo>
                  <a:pt x="1891" y="9799"/>
                </a:lnTo>
                <a:cubicBezTo>
                  <a:pt x="1985" y="9956"/>
                  <a:pt x="2048" y="10145"/>
                  <a:pt x="2048" y="10303"/>
                </a:cubicBezTo>
                <a:lnTo>
                  <a:pt x="2048" y="11342"/>
                </a:lnTo>
                <a:cubicBezTo>
                  <a:pt x="2048" y="11532"/>
                  <a:pt x="2206" y="11689"/>
                  <a:pt x="2395" y="11689"/>
                </a:cubicBezTo>
                <a:lnTo>
                  <a:pt x="9294" y="11689"/>
                </a:lnTo>
                <a:cubicBezTo>
                  <a:pt x="9483" y="11689"/>
                  <a:pt x="9641" y="11532"/>
                  <a:pt x="9641" y="11342"/>
                </a:cubicBezTo>
                <a:lnTo>
                  <a:pt x="9641" y="10303"/>
                </a:lnTo>
                <a:cubicBezTo>
                  <a:pt x="9641" y="10114"/>
                  <a:pt x="9704" y="9956"/>
                  <a:pt x="9799" y="9799"/>
                </a:cubicBezTo>
                <a:lnTo>
                  <a:pt x="11468" y="7026"/>
                </a:lnTo>
                <a:cubicBezTo>
                  <a:pt x="11626" y="6774"/>
                  <a:pt x="11689" y="6491"/>
                  <a:pt x="11689" y="6176"/>
                </a:cubicBezTo>
                <a:lnTo>
                  <a:pt x="11689" y="2427"/>
                </a:lnTo>
                <a:cubicBezTo>
                  <a:pt x="11752" y="1891"/>
                  <a:pt x="11279" y="1418"/>
                  <a:pt x="10712" y="1418"/>
                </a:cubicBezTo>
                <a:cubicBezTo>
                  <a:pt x="10177" y="1418"/>
                  <a:pt x="9704" y="1891"/>
                  <a:pt x="9704" y="2427"/>
                </a:cubicBezTo>
                <a:lnTo>
                  <a:pt x="9704" y="2836"/>
                </a:lnTo>
                <a:cubicBezTo>
                  <a:pt x="9578" y="2805"/>
                  <a:pt x="9452" y="2805"/>
                  <a:pt x="9326" y="2805"/>
                </a:cubicBezTo>
                <a:cubicBezTo>
                  <a:pt x="8790" y="2805"/>
                  <a:pt x="8318" y="3246"/>
                  <a:pt x="8318" y="3813"/>
                </a:cubicBezTo>
                <a:lnTo>
                  <a:pt x="8318" y="3939"/>
                </a:lnTo>
                <a:cubicBezTo>
                  <a:pt x="8160" y="3750"/>
                  <a:pt x="8003" y="3592"/>
                  <a:pt x="7814" y="3435"/>
                </a:cubicBezTo>
                <a:cubicBezTo>
                  <a:pt x="7562" y="3246"/>
                  <a:pt x="7341" y="3088"/>
                  <a:pt x="7058" y="2994"/>
                </a:cubicBezTo>
                <a:cubicBezTo>
                  <a:pt x="7404" y="2647"/>
                  <a:pt x="7593" y="2206"/>
                  <a:pt x="7593" y="1734"/>
                </a:cubicBezTo>
                <a:cubicBezTo>
                  <a:pt x="7593" y="788"/>
                  <a:pt x="6806" y="1"/>
                  <a:pt x="58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62" name="Google Shape;2462;p51">
            <a:extLst>
              <a:ext uri="{FF2B5EF4-FFF2-40B4-BE49-F238E27FC236}">
                <a16:creationId xmlns:a16="http://schemas.microsoft.com/office/drawing/2014/main" id="{1C0BFCF2-1343-C9E8-6EFA-C067BAC57F25}"/>
              </a:ext>
            </a:extLst>
          </p:cNvPr>
          <p:cNvGrpSpPr/>
          <p:nvPr/>
        </p:nvGrpSpPr>
        <p:grpSpPr>
          <a:xfrm>
            <a:off x="7120794" y="1461597"/>
            <a:ext cx="360003" cy="360005"/>
            <a:chOff x="2821450" y="2957850"/>
            <a:chExt cx="259275" cy="258550"/>
          </a:xfrm>
        </p:grpSpPr>
        <p:sp>
          <p:nvSpPr>
            <p:cNvPr id="2463" name="Google Shape;2463;p51">
              <a:extLst>
                <a:ext uri="{FF2B5EF4-FFF2-40B4-BE49-F238E27FC236}">
                  <a16:creationId xmlns:a16="http://schemas.microsoft.com/office/drawing/2014/main" id="{B8E661AA-D02C-AEE2-E8C1-27098E7ABE45}"/>
                </a:ext>
              </a:extLst>
            </p:cNvPr>
            <p:cNvSpPr/>
            <p:nvPr/>
          </p:nvSpPr>
          <p:spPr>
            <a:xfrm>
              <a:off x="2821450" y="3080500"/>
              <a:ext cx="259275" cy="135900"/>
            </a:xfrm>
            <a:custGeom>
              <a:avLst/>
              <a:gdLst/>
              <a:ahLst/>
              <a:cxnLst/>
              <a:rect l="l" t="t" r="r" b="b"/>
              <a:pathLst>
                <a:path w="10371" h="5436" extrusionOk="0">
                  <a:moveTo>
                    <a:pt x="2677" y="585"/>
                  </a:moveTo>
                  <a:cubicBezTo>
                    <a:pt x="3151" y="585"/>
                    <a:pt x="3569" y="1004"/>
                    <a:pt x="3569" y="1505"/>
                  </a:cubicBezTo>
                  <a:cubicBezTo>
                    <a:pt x="3569" y="1979"/>
                    <a:pt x="3151" y="2397"/>
                    <a:pt x="2677" y="2397"/>
                  </a:cubicBezTo>
                  <a:cubicBezTo>
                    <a:pt x="2147" y="2397"/>
                    <a:pt x="1757" y="1979"/>
                    <a:pt x="1757" y="1505"/>
                  </a:cubicBezTo>
                  <a:cubicBezTo>
                    <a:pt x="1757" y="1004"/>
                    <a:pt x="2175" y="585"/>
                    <a:pt x="2677" y="585"/>
                  </a:cubicBezTo>
                  <a:close/>
                  <a:moveTo>
                    <a:pt x="7555" y="585"/>
                  </a:moveTo>
                  <a:cubicBezTo>
                    <a:pt x="8029" y="585"/>
                    <a:pt x="8447" y="1004"/>
                    <a:pt x="8447" y="1505"/>
                  </a:cubicBezTo>
                  <a:cubicBezTo>
                    <a:pt x="8447" y="1979"/>
                    <a:pt x="8029" y="2397"/>
                    <a:pt x="7555" y="2397"/>
                  </a:cubicBezTo>
                  <a:cubicBezTo>
                    <a:pt x="7025" y="2397"/>
                    <a:pt x="6635" y="1979"/>
                    <a:pt x="6635" y="1505"/>
                  </a:cubicBezTo>
                  <a:cubicBezTo>
                    <a:pt x="6635" y="1004"/>
                    <a:pt x="7053" y="585"/>
                    <a:pt x="7555" y="585"/>
                  </a:cubicBezTo>
                  <a:close/>
                  <a:moveTo>
                    <a:pt x="2677" y="2983"/>
                  </a:moveTo>
                  <a:cubicBezTo>
                    <a:pt x="3736" y="2983"/>
                    <a:pt x="4628" y="3791"/>
                    <a:pt x="4795" y="4795"/>
                  </a:cubicBezTo>
                  <a:lnTo>
                    <a:pt x="586" y="4795"/>
                  </a:lnTo>
                  <a:cubicBezTo>
                    <a:pt x="698" y="3791"/>
                    <a:pt x="1618" y="2983"/>
                    <a:pt x="2677" y="2983"/>
                  </a:cubicBezTo>
                  <a:close/>
                  <a:moveTo>
                    <a:pt x="7555" y="2983"/>
                  </a:moveTo>
                  <a:cubicBezTo>
                    <a:pt x="8614" y="2983"/>
                    <a:pt x="9506" y="3791"/>
                    <a:pt x="9646" y="4795"/>
                  </a:cubicBezTo>
                  <a:lnTo>
                    <a:pt x="5409" y="4795"/>
                  </a:lnTo>
                  <a:cubicBezTo>
                    <a:pt x="5548" y="3791"/>
                    <a:pt x="6468" y="2983"/>
                    <a:pt x="7555" y="2983"/>
                  </a:cubicBezTo>
                  <a:close/>
                  <a:moveTo>
                    <a:pt x="2733" y="0"/>
                  </a:moveTo>
                  <a:cubicBezTo>
                    <a:pt x="1896" y="0"/>
                    <a:pt x="1227" y="669"/>
                    <a:pt x="1227" y="1505"/>
                  </a:cubicBezTo>
                  <a:cubicBezTo>
                    <a:pt x="1227" y="1951"/>
                    <a:pt x="1395" y="2342"/>
                    <a:pt x="1729" y="2620"/>
                  </a:cubicBezTo>
                  <a:cubicBezTo>
                    <a:pt x="698" y="3039"/>
                    <a:pt x="1" y="4014"/>
                    <a:pt x="1" y="5129"/>
                  </a:cubicBezTo>
                  <a:cubicBezTo>
                    <a:pt x="1" y="5296"/>
                    <a:pt x="140" y="5436"/>
                    <a:pt x="335" y="5436"/>
                  </a:cubicBezTo>
                  <a:lnTo>
                    <a:pt x="10036" y="5436"/>
                  </a:lnTo>
                  <a:cubicBezTo>
                    <a:pt x="10231" y="5436"/>
                    <a:pt x="10370" y="5296"/>
                    <a:pt x="10370" y="5129"/>
                  </a:cubicBezTo>
                  <a:cubicBezTo>
                    <a:pt x="10259" y="3958"/>
                    <a:pt x="9562" y="2983"/>
                    <a:pt x="8559" y="2620"/>
                  </a:cubicBezTo>
                  <a:cubicBezTo>
                    <a:pt x="8865" y="2342"/>
                    <a:pt x="9032" y="1951"/>
                    <a:pt x="9032" y="1505"/>
                  </a:cubicBezTo>
                  <a:cubicBezTo>
                    <a:pt x="9032" y="669"/>
                    <a:pt x="8391" y="0"/>
                    <a:pt x="7555" y="0"/>
                  </a:cubicBezTo>
                  <a:cubicBezTo>
                    <a:pt x="6719" y="0"/>
                    <a:pt x="6050" y="669"/>
                    <a:pt x="6050" y="1505"/>
                  </a:cubicBezTo>
                  <a:cubicBezTo>
                    <a:pt x="6050" y="1951"/>
                    <a:pt x="6217" y="2342"/>
                    <a:pt x="6524" y="2620"/>
                  </a:cubicBezTo>
                  <a:cubicBezTo>
                    <a:pt x="5910" y="2843"/>
                    <a:pt x="5409" y="3317"/>
                    <a:pt x="5130" y="3903"/>
                  </a:cubicBezTo>
                  <a:cubicBezTo>
                    <a:pt x="4823" y="3317"/>
                    <a:pt x="4322" y="2843"/>
                    <a:pt x="3736" y="2620"/>
                  </a:cubicBezTo>
                  <a:cubicBezTo>
                    <a:pt x="4043" y="2342"/>
                    <a:pt x="4238" y="1951"/>
                    <a:pt x="4238" y="1505"/>
                  </a:cubicBezTo>
                  <a:cubicBezTo>
                    <a:pt x="4238" y="669"/>
                    <a:pt x="3569" y="0"/>
                    <a:pt x="27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51">
              <a:extLst>
                <a:ext uri="{FF2B5EF4-FFF2-40B4-BE49-F238E27FC236}">
                  <a16:creationId xmlns:a16="http://schemas.microsoft.com/office/drawing/2014/main" id="{C93D5F48-5738-CB9D-9880-4C280DA04C0E}"/>
                </a:ext>
              </a:extLst>
            </p:cNvPr>
            <p:cNvSpPr/>
            <p:nvPr/>
          </p:nvSpPr>
          <p:spPr>
            <a:xfrm>
              <a:off x="2831900" y="2957850"/>
              <a:ext cx="228625" cy="106350"/>
            </a:xfrm>
            <a:custGeom>
              <a:avLst/>
              <a:gdLst/>
              <a:ahLst/>
              <a:cxnLst/>
              <a:rect l="l" t="t" r="r" b="b"/>
              <a:pathLst>
                <a:path w="9145" h="4254" extrusionOk="0">
                  <a:moveTo>
                    <a:pt x="8336" y="585"/>
                  </a:moveTo>
                  <a:cubicBezTo>
                    <a:pt x="8531" y="585"/>
                    <a:pt x="8642" y="725"/>
                    <a:pt x="8642" y="892"/>
                  </a:cubicBezTo>
                  <a:lnTo>
                    <a:pt x="8642" y="2119"/>
                  </a:lnTo>
                  <a:cubicBezTo>
                    <a:pt x="8642" y="2286"/>
                    <a:pt x="8531" y="2425"/>
                    <a:pt x="8336" y="2425"/>
                  </a:cubicBezTo>
                  <a:lnTo>
                    <a:pt x="7137" y="2425"/>
                  </a:lnTo>
                  <a:cubicBezTo>
                    <a:pt x="6942" y="2425"/>
                    <a:pt x="6803" y="2565"/>
                    <a:pt x="6803" y="2732"/>
                  </a:cubicBezTo>
                  <a:lnTo>
                    <a:pt x="6803" y="3234"/>
                  </a:lnTo>
                  <a:lnTo>
                    <a:pt x="6106" y="2537"/>
                  </a:lnTo>
                  <a:cubicBezTo>
                    <a:pt x="6050" y="2453"/>
                    <a:pt x="5966" y="2425"/>
                    <a:pt x="5911" y="2425"/>
                  </a:cubicBezTo>
                  <a:lnTo>
                    <a:pt x="3430" y="2425"/>
                  </a:lnTo>
                  <a:cubicBezTo>
                    <a:pt x="3346" y="2425"/>
                    <a:pt x="3262" y="2453"/>
                    <a:pt x="3207" y="2537"/>
                  </a:cubicBezTo>
                  <a:lnTo>
                    <a:pt x="2510" y="3234"/>
                  </a:lnTo>
                  <a:lnTo>
                    <a:pt x="2510" y="2732"/>
                  </a:lnTo>
                  <a:cubicBezTo>
                    <a:pt x="2510" y="2565"/>
                    <a:pt x="2370" y="2425"/>
                    <a:pt x="2203" y="2425"/>
                  </a:cubicBezTo>
                  <a:lnTo>
                    <a:pt x="1032" y="2425"/>
                  </a:lnTo>
                  <a:cubicBezTo>
                    <a:pt x="865" y="2425"/>
                    <a:pt x="726" y="2286"/>
                    <a:pt x="726" y="2119"/>
                  </a:cubicBezTo>
                  <a:lnTo>
                    <a:pt x="726" y="892"/>
                  </a:lnTo>
                  <a:cubicBezTo>
                    <a:pt x="726" y="725"/>
                    <a:pt x="865" y="585"/>
                    <a:pt x="1032" y="585"/>
                  </a:cubicBezTo>
                  <a:close/>
                  <a:moveTo>
                    <a:pt x="921" y="0"/>
                  </a:moveTo>
                  <a:cubicBezTo>
                    <a:pt x="447" y="0"/>
                    <a:pt x="1" y="418"/>
                    <a:pt x="1" y="892"/>
                  </a:cubicBezTo>
                  <a:lnTo>
                    <a:pt x="1" y="2119"/>
                  </a:lnTo>
                  <a:cubicBezTo>
                    <a:pt x="1" y="2592"/>
                    <a:pt x="419" y="3011"/>
                    <a:pt x="921" y="3011"/>
                  </a:cubicBezTo>
                  <a:lnTo>
                    <a:pt x="1841" y="3011"/>
                  </a:lnTo>
                  <a:lnTo>
                    <a:pt x="1841" y="3958"/>
                  </a:lnTo>
                  <a:cubicBezTo>
                    <a:pt x="1924" y="4098"/>
                    <a:pt x="2008" y="4209"/>
                    <a:pt x="2120" y="4237"/>
                  </a:cubicBezTo>
                  <a:cubicBezTo>
                    <a:pt x="2150" y="4247"/>
                    <a:pt x="2188" y="4254"/>
                    <a:pt x="2228" y="4254"/>
                  </a:cubicBezTo>
                  <a:cubicBezTo>
                    <a:pt x="2298" y="4254"/>
                    <a:pt x="2373" y="4234"/>
                    <a:pt x="2426" y="4181"/>
                  </a:cubicBezTo>
                  <a:lnTo>
                    <a:pt x="3541" y="3011"/>
                  </a:lnTo>
                  <a:lnTo>
                    <a:pt x="5743" y="3011"/>
                  </a:lnTo>
                  <a:lnTo>
                    <a:pt x="6830" y="4181"/>
                  </a:lnTo>
                  <a:cubicBezTo>
                    <a:pt x="6883" y="4234"/>
                    <a:pt x="6959" y="4254"/>
                    <a:pt x="7035" y="4254"/>
                  </a:cubicBezTo>
                  <a:cubicBezTo>
                    <a:pt x="7080" y="4254"/>
                    <a:pt x="7124" y="4247"/>
                    <a:pt x="7165" y="4237"/>
                  </a:cubicBezTo>
                  <a:cubicBezTo>
                    <a:pt x="7249" y="4209"/>
                    <a:pt x="7332" y="4070"/>
                    <a:pt x="7332" y="3958"/>
                  </a:cubicBezTo>
                  <a:lnTo>
                    <a:pt x="7332" y="3011"/>
                  </a:lnTo>
                  <a:lnTo>
                    <a:pt x="8224" y="3011"/>
                  </a:lnTo>
                  <a:cubicBezTo>
                    <a:pt x="8726" y="3011"/>
                    <a:pt x="9144" y="2592"/>
                    <a:pt x="9144" y="2119"/>
                  </a:cubicBezTo>
                  <a:lnTo>
                    <a:pt x="9144" y="892"/>
                  </a:lnTo>
                  <a:cubicBezTo>
                    <a:pt x="9144" y="418"/>
                    <a:pt x="8726" y="0"/>
                    <a:pt x="8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51">
              <a:extLst>
                <a:ext uri="{FF2B5EF4-FFF2-40B4-BE49-F238E27FC236}">
                  <a16:creationId xmlns:a16="http://schemas.microsoft.com/office/drawing/2014/main" id="{45DFC6EB-9743-A8FD-9682-DFC422D0E592}"/>
                </a:ext>
              </a:extLst>
            </p:cNvPr>
            <p:cNvSpPr/>
            <p:nvPr/>
          </p:nvSpPr>
          <p:spPr>
            <a:xfrm>
              <a:off x="3024600" y="2966925"/>
              <a:ext cx="29875" cy="58497"/>
            </a:xfrm>
            <a:custGeom>
              <a:avLst/>
              <a:gdLst/>
              <a:ahLst/>
              <a:cxnLst/>
              <a:rect l="l" t="t" r="r" b="b"/>
              <a:pathLst>
                <a:path w="1195" h="2376" extrusionOk="0">
                  <a:moveTo>
                    <a:pt x="159" y="2269"/>
                  </a:moveTo>
                  <a:cubicBezTo>
                    <a:pt x="131" y="2225"/>
                    <a:pt x="349" y="2178"/>
                    <a:pt x="444" y="2102"/>
                  </a:cubicBezTo>
                  <a:cubicBezTo>
                    <a:pt x="539" y="2027"/>
                    <a:pt x="682" y="2090"/>
                    <a:pt x="730" y="1816"/>
                  </a:cubicBezTo>
                  <a:cubicBezTo>
                    <a:pt x="778" y="1542"/>
                    <a:pt x="774" y="725"/>
                    <a:pt x="730" y="459"/>
                  </a:cubicBezTo>
                  <a:cubicBezTo>
                    <a:pt x="686" y="193"/>
                    <a:pt x="587" y="273"/>
                    <a:pt x="468" y="221"/>
                  </a:cubicBezTo>
                  <a:cubicBezTo>
                    <a:pt x="349" y="169"/>
                    <a:pt x="-16" y="185"/>
                    <a:pt x="16" y="149"/>
                  </a:cubicBezTo>
                  <a:cubicBezTo>
                    <a:pt x="48" y="113"/>
                    <a:pt x="473" y="-21"/>
                    <a:pt x="659" y="7"/>
                  </a:cubicBezTo>
                  <a:cubicBezTo>
                    <a:pt x="846" y="35"/>
                    <a:pt x="1048" y="54"/>
                    <a:pt x="1135" y="316"/>
                  </a:cubicBezTo>
                  <a:cubicBezTo>
                    <a:pt x="1222" y="578"/>
                    <a:pt x="1183" y="1276"/>
                    <a:pt x="1183" y="1578"/>
                  </a:cubicBezTo>
                  <a:cubicBezTo>
                    <a:pt x="1183" y="1880"/>
                    <a:pt x="1230" y="1995"/>
                    <a:pt x="1135" y="2126"/>
                  </a:cubicBezTo>
                  <a:cubicBezTo>
                    <a:pt x="1040" y="2257"/>
                    <a:pt x="774" y="2340"/>
                    <a:pt x="611" y="2364"/>
                  </a:cubicBezTo>
                  <a:cubicBezTo>
                    <a:pt x="448" y="2388"/>
                    <a:pt x="187" y="2313"/>
                    <a:pt x="159" y="22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2" name="Google Shape;2455;p51">
            <a:extLst>
              <a:ext uri="{FF2B5EF4-FFF2-40B4-BE49-F238E27FC236}">
                <a16:creationId xmlns:a16="http://schemas.microsoft.com/office/drawing/2014/main" id="{7C01EFF0-8066-0269-E0CB-FC3035FAF099}"/>
              </a:ext>
            </a:extLst>
          </p:cNvPr>
          <p:cNvGrpSpPr/>
          <p:nvPr/>
        </p:nvGrpSpPr>
        <p:grpSpPr>
          <a:xfrm>
            <a:off x="1687141" y="1620683"/>
            <a:ext cx="289134" cy="150525"/>
            <a:chOff x="5795250" y="3629800"/>
            <a:chExt cx="330175" cy="172225"/>
          </a:xfrm>
        </p:grpSpPr>
        <p:sp>
          <p:nvSpPr>
            <p:cNvPr id="4" name="Google Shape;2457;p51">
              <a:extLst>
                <a:ext uri="{FF2B5EF4-FFF2-40B4-BE49-F238E27FC236}">
                  <a16:creationId xmlns:a16="http://schemas.microsoft.com/office/drawing/2014/main" id="{4F9DE13E-73EB-78F6-4A2A-A93D66C1BA85}"/>
                </a:ext>
              </a:extLst>
            </p:cNvPr>
            <p:cNvSpPr/>
            <p:nvPr/>
          </p:nvSpPr>
          <p:spPr>
            <a:xfrm>
              <a:off x="5998725" y="3675725"/>
              <a:ext cx="126700" cy="126300"/>
            </a:xfrm>
            <a:custGeom>
              <a:avLst/>
              <a:gdLst/>
              <a:ahLst/>
              <a:cxnLst/>
              <a:rect l="l" t="t" r="r" b="b"/>
              <a:pathLst>
                <a:path w="5068" h="5052" extrusionOk="0">
                  <a:moveTo>
                    <a:pt x="2522" y="1014"/>
                  </a:moveTo>
                  <a:cubicBezTo>
                    <a:pt x="3262" y="1014"/>
                    <a:pt x="4006" y="1520"/>
                    <a:pt x="4054" y="2534"/>
                  </a:cubicBezTo>
                  <a:cubicBezTo>
                    <a:pt x="4054" y="3389"/>
                    <a:pt x="3389" y="4086"/>
                    <a:pt x="2534" y="4086"/>
                  </a:cubicBezTo>
                  <a:cubicBezTo>
                    <a:pt x="1710" y="4086"/>
                    <a:pt x="1014" y="3389"/>
                    <a:pt x="1014" y="2534"/>
                  </a:cubicBezTo>
                  <a:cubicBezTo>
                    <a:pt x="1045" y="1520"/>
                    <a:pt x="1782" y="1014"/>
                    <a:pt x="2522" y="1014"/>
                  </a:cubicBezTo>
                  <a:close/>
                  <a:moveTo>
                    <a:pt x="2534" y="0"/>
                  </a:moveTo>
                  <a:cubicBezTo>
                    <a:pt x="1172" y="0"/>
                    <a:pt x="0" y="1140"/>
                    <a:pt x="0" y="2534"/>
                  </a:cubicBezTo>
                  <a:cubicBezTo>
                    <a:pt x="79" y="4212"/>
                    <a:pt x="1322" y="5051"/>
                    <a:pt x="2557" y="5051"/>
                  </a:cubicBezTo>
                  <a:cubicBezTo>
                    <a:pt x="3793" y="5051"/>
                    <a:pt x="5020" y="4212"/>
                    <a:pt x="5067" y="2534"/>
                  </a:cubicBezTo>
                  <a:cubicBezTo>
                    <a:pt x="5067" y="1140"/>
                    <a:pt x="3927" y="0"/>
                    <a:pt x="25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458;p51">
              <a:extLst>
                <a:ext uri="{FF2B5EF4-FFF2-40B4-BE49-F238E27FC236}">
                  <a16:creationId xmlns:a16="http://schemas.microsoft.com/office/drawing/2014/main" id="{E6F5A7B1-4F34-E182-5B05-4C776B2C696D}"/>
                </a:ext>
              </a:extLst>
            </p:cNvPr>
            <p:cNvSpPr/>
            <p:nvPr/>
          </p:nvSpPr>
          <p:spPr>
            <a:xfrm>
              <a:off x="6049374" y="3629800"/>
              <a:ext cx="25375" cy="26150"/>
            </a:xfrm>
            <a:custGeom>
              <a:avLst/>
              <a:gdLst/>
              <a:ahLst/>
              <a:cxnLst/>
              <a:rect l="l" t="t" r="r" b="b"/>
              <a:pathLst>
                <a:path w="1015" h="1046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46"/>
                    <a:pt x="508" y="1046"/>
                  </a:cubicBezTo>
                  <a:cubicBezTo>
                    <a:pt x="793" y="1046"/>
                    <a:pt x="1014" y="792"/>
                    <a:pt x="1014" y="507"/>
                  </a:cubicBezTo>
                  <a:cubicBezTo>
                    <a:pt x="1014" y="254"/>
                    <a:pt x="793" y="1"/>
                    <a:pt x="5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59;p51">
              <a:extLst>
                <a:ext uri="{FF2B5EF4-FFF2-40B4-BE49-F238E27FC236}">
                  <a16:creationId xmlns:a16="http://schemas.microsoft.com/office/drawing/2014/main" id="{435E9B37-4F06-76A1-6C8B-7756F5D8D6D8}"/>
                </a:ext>
              </a:extLst>
            </p:cNvPr>
            <p:cNvSpPr/>
            <p:nvPr/>
          </p:nvSpPr>
          <p:spPr>
            <a:xfrm>
              <a:off x="5795250" y="3675725"/>
              <a:ext cx="126700" cy="126300"/>
            </a:xfrm>
            <a:custGeom>
              <a:avLst/>
              <a:gdLst/>
              <a:ahLst/>
              <a:cxnLst/>
              <a:rect l="l" t="t" r="r" b="b"/>
              <a:pathLst>
                <a:path w="5068" h="5052" extrusionOk="0">
                  <a:moveTo>
                    <a:pt x="2514" y="1014"/>
                  </a:moveTo>
                  <a:cubicBezTo>
                    <a:pt x="3254" y="1014"/>
                    <a:pt x="3990" y="1520"/>
                    <a:pt x="4022" y="2534"/>
                  </a:cubicBezTo>
                  <a:cubicBezTo>
                    <a:pt x="4054" y="3389"/>
                    <a:pt x="3389" y="4086"/>
                    <a:pt x="2534" y="4086"/>
                  </a:cubicBezTo>
                  <a:cubicBezTo>
                    <a:pt x="1679" y="4086"/>
                    <a:pt x="982" y="3389"/>
                    <a:pt x="982" y="2534"/>
                  </a:cubicBezTo>
                  <a:cubicBezTo>
                    <a:pt x="1029" y="1520"/>
                    <a:pt x="1774" y="1014"/>
                    <a:pt x="2514" y="1014"/>
                  </a:cubicBezTo>
                  <a:close/>
                  <a:moveTo>
                    <a:pt x="2534" y="0"/>
                  </a:moveTo>
                  <a:cubicBezTo>
                    <a:pt x="1140" y="0"/>
                    <a:pt x="0" y="1140"/>
                    <a:pt x="0" y="2534"/>
                  </a:cubicBezTo>
                  <a:cubicBezTo>
                    <a:pt x="79" y="4212"/>
                    <a:pt x="1314" y="5051"/>
                    <a:pt x="2546" y="5051"/>
                  </a:cubicBezTo>
                  <a:cubicBezTo>
                    <a:pt x="3777" y="5051"/>
                    <a:pt x="5004" y="4212"/>
                    <a:pt x="5067" y="2534"/>
                  </a:cubicBezTo>
                  <a:cubicBezTo>
                    <a:pt x="5067" y="1140"/>
                    <a:pt x="3959" y="0"/>
                    <a:pt x="25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60;p51">
              <a:extLst>
                <a:ext uri="{FF2B5EF4-FFF2-40B4-BE49-F238E27FC236}">
                  <a16:creationId xmlns:a16="http://schemas.microsoft.com/office/drawing/2014/main" id="{3142C76B-A5B4-FF3D-3398-B26FAD5A97AE}"/>
                </a:ext>
              </a:extLst>
            </p:cNvPr>
            <p:cNvSpPr/>
            <p:nvPr/>
          </p:nvSpPr>
          <p:spPr>
            <a:xfrm>
              <a:off x="5845925" y="3629800"/>
              <a:ext cx="25350" cy="26150"/>
            </a:xfrm>
            <a:custGeom>
              <a:avLst/>
              <a:gdLst/>
              <a:ahLst/>
              <a:cxnLst/>
              <a:rect l="l" t="t" r="r" b="b"/>
              <a:pathLst>
                <a:path w="1014" h="1046" extrusionOk="0">
                  <a:moveTo>
                    <a:pt x="507" y="1"/>
                  </a:moveTo>
                  <a:cubicBezTo>
                    <a:pt x="222" y="1"/>
                    <a:pt x="0" y="254"/>
                    <a:pt x="0" y="507"/>
                  </a:cubicBezTo>
                  <a:cubicBezTo>
                    <a:pt x="32" y="792"/>
                    <a:pt x="222" y="1046"/>
                    <a:pt x="507" y="1046"/>
                  </a:cubicBezTo>
                  <a:cubicBezTo>
                    <a:pt x="792" y="1046"/>
                    <a:pt x="1013" y="792"/>
                    <a:pt x="1013" y="507"/>
                  </a:cubicBezTo>
                  <a:cubicBezTo>
                    <a:pt x="1013" y="254"/>
                    <a:pt x="760" y="1"/>
                    <a:pt x="5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1" name="Google Shape;2441;p51">
            <a:extLst>
              <a:ext uri="{FF2B5EF4-FFF2-40B4-BE49-F238E27FC236}">
                <a16:creationId xmlns:a16="http://schemas.microsoft.com/office/drawing/2014/main" id="{ABE29B22-C339-F86F-C29D-80529500CCBC}"/>
              </a:ext>
            </a:extLst>
          </p:cNvPr>
          <p:cNvSpPr/>
          <p:nvPr/>
        </p:nvSpPr>
        <p:spPr>
          <a:xfrm>
            <a:off x="1564348" y="1433330"/>
            <a:ext cx="504000" cy="50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9" name="Google Shape;2423;p50">
            <a:extLst>
              <a:ext uri="{FF2B5EF4-FFF2-40B4-BE49-F238E27FC236}">
                <a16:creationId xmlns:a16="http://schemas.microsoft.com/office/drawing/2014/main" id="{2501D148-1AB7-B11A-3E71-370F9ECFF457}"/>
              </a:ext>
            </a:extLst>
          </p:cNvPr>
          <p:cNvSpPr/>
          <p:nvPr/>
        </p:nvSpPr>
        <p:spPr>
          <a:xfrm>
            <a:off x="1652396" y="1480816"/>
            <a:ext cx="360003" cy="360001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5923" y="2080"/>
                </a:moveTo>
                <a:cubicBezTo>
                  <a:pt x="6459" y="2080"/>
                  <a:pt x="6932" y="2552"/>
                  <a:pt x="6932" y="3119"/>
                </a:cubicBezTo>
                <a:lnTo>
                  <a:pt x="6932" y="3466"/>
                </a:lnTo>
                <a:lnTo>
                  <a:pt x="4884" y="3466"/>
                </a:lnTo>
                <a:lnTo>
                  <a:pt x="4884" y="3119"/>
                </a:lnTo>
                <a:cubicBezTo>
                  <a:pt x="4884" y="2521"/>
                  <a:pt x="5356" y="2080"/>
                  <a:pt x="5923" y="2080"/>
                </a:cubicBezTo>
                <a:close/>
                <a:moveTo>
                  <a:pt x="5923" y="662"/>
                </a:moveTo>
                <a:cubicBezTo>
                  <a:pt x="7247" y="662"/>
                  <a:pt x="8349" y="1765"/>
                  <a:pt x="8349" y="3119"/>
                </a:cubicBezTo>
                <a:lnTo>
                  <a:pt x="8349" y="3466"/>
                </a:lnTo>
                <a:lnTo>
                  <a:pt x="7656" y="3466"/>
                </a:lnTo>
                <a:lnTo>
                  <a:pt x="7656" y="3119"/>
                </a:lnTo>
                <a:cubicBezTo>
                  <a:pt x="7656" y="2174"/>
                  <a:pt x="6869" y="1387"/>
                  <a:pt x="5923" y="1387"/>
                </a:cubicBezTo>
                <a:cubicBezTo>
                  <a:pt x="4978" y="1387"/>
                  <a:pt x="4191" y="2174"/>
                  <a:pt x="4191" y="3119"/>
                </a:cubicBezTo>
                <a:lnTo>
                  <a:pt x="4191" y="3466"/>
                </a:lnTo>
                <a:lnTo>
                  <a:pt x="3466" y="3466"/>
                </a:lnTo>
                <a:lnTo>
                  <a:pt x="3466" y="3119"/>
                </a:lnTo>
                <a:cubicBezTo>
                  <a:pt x="3466" y="1765"/>
                  <a:pt x="4569" y="662"/>
                  <a:pt x="5923" y="662"/>
                </a:cubicBezTo>
                <a:close/>
                <a:moveTo>
                  <a:pt x="1387" y="4191"/>
                </a:moveTo>
                <a:lnTo>
                  <a:pt x="1387" y="6742"/>
                </a:lnTo>
                <a:cubicBezTo>
                  <a:pt x="946" y="6490"/>
                  <a:pt x="662" y="6018"/>
                  <a:pt x="662" y="5545"/>
                </a:cubicBezTo>
                <a:lnTo>
                  <a:pt x="662" y="4537"/>
                </a:lnTo>
                <a:cubicBezTo>
                  <a:pt x="662" y="4348"/>
                  <a:pt x="820" y="4191"/>
                  <a:pt x="1040" y="4191"/>
                </a:cubicBezTo>
                <a:close/>
                <a:moveTo>
                  <a:pt x="10775" y="4128"/>
                </a:moveTo>
                <a:cubicBezTo>
                  <a:pt x="10996" y="4128"/>
                  <a:pt x="11153" y="4285"/>
                  <a:pt x="11153" y="4506"/>
                </a:cubicBezTo>
                <a:lnTo>
                  <a:pt x="11153" y="5545"/>
                </a:lnTo>
                <a:cubicBezTo>
                  <a:pt x="11153" y="6081"/>
                  <a:pt x="10870" y="6490"/>
                  <a:pt x="10429" y="6742"/>
                </a:cubicBezTo>
                <a:lnTo>
                  <a:pt x="10429" y="4128"/>
                </a:lnTo>
                <a:close/>
                <a:moveTo>
                  <a:pt x="8349" y="4191"/>
                </a:moveTo>
                <a:lnTo>
                  <a:pt x="8349" y="6931"/>
                </a:lnTo>
                <a:lnTo>
                  <a:pt x="3498" y="6931"/>
                </a:lnTo>
                <a:lnTo>
                  <a:pt x="3498" y="4191"/>
                </a:lnTo>
                <a:close/>
                <a:moveTo>
                  <a:pt x="6270" y="7593"/>
                </a:moveTo>
                <a:lnTo>
                  <a:pt x="6270" y="7971"/>
                </a:lnTo>
                <a:cubicBezTo>
                  <a:pt x="6270" y="8160"/>
                  <a:pt x="6112" y="8318"/>
                  <a:pt x="5923" y="8318"/>
                </a:cubicBezTo>
                <a:cubicBezTo>
                  <a:pt x="5703" y="8318"/>
                  <a:pt x="5545" y="8160"/>
                  <a:pt x="5545" y="7971"/>
                </a:cubicBezTo>
                <a:lnTo>
                  <a:pt x="5545" y="7593"/>
                </a:lnTo>
                <a:close/>
                <a:moveTo>
                  <a:pt x="662" y="7089"/>
                </a:moveTo>
                <a:cubicBezTo>
                  <a:pt x="883" y="7278"/>
                  <a:pt x="1103" y="7404"/>
                  <a:pt x="1387" y="7467"/>
                </a:cubicBezTo>
                <a:lnTo>
                  <a:pt x="1387" y="11153"/>
                </a:lnTo>
                <a:lnTo>
                  <a:pt x="1040" y="11153"/>
                </a:lnTo>
                <a:cubicBezTo>
                  <a:pt x="820" y="11153"/>
                  <a:pt x="662" y="10996"/>
                  <a:pt x="662" y="10807"/>
                </a:cubicBezTo>
                <a:lnTo>
                  <a:pt x="662" y="7089"/>
                </a:lnTo>
                <a:close/>
                <a:moveTo>
                  <a:pt x="2804" y="4191"/>
                </a:moveTo>
                <a:lnTo>
                  <a:pt x="2804" y="11153"/>
                </a:lnTo>
                <a:lnTo>
                  <a:pt x="2080" y="11153"/>
                </a:lnTo>
                <a:lnTo>
                  <a:pt x="2080" y="4191"/>
                </a:lnTo>
                <a:close/>
                <a:moveTo>
                  <a:pt x="8318" y="7656"/>
                </a:moveTo>
                <a:lnTo>
                  <a:pt x="8318" y="11153"/>
                </a:lnTo>
                <a:lnTo>
                  <a:pt x="3498" y="11153"/>
                </a:lnTo>
                <a:lnTo>
                  <a:pt x="3498" y="7656"/>
                </a:lnTo>
                <a:lnTo>
                  <a:pt x="4884" y="7656"/>
                </a:lnTo>
                <a:lnTo>
                  <a:pt x="4884" y="8003"/>
                </a:lnTo>
                <a:cubicBezTo>
                  <a:pt x="4884" y="8601"/>
                  <a:pt x="5356" y="9011"/>
                  <a:pt x="5923" y="9011"/>
                </a:cubicBezTo>
                <a:cubicBezTo>
                  <a:pt x="6459" y="9011"/>
                  <a:pt x="6932" y="8538"/>
                  <a:pt x="6932" y="8003"/>
                </a:cubicBezTo>
                <a:lnTo>
                  <a:pt x="6932" y="7656"/>
                </a:lnTo>
                <a:close/>
                <a:moveTo>
                  <a:pt x="9767" y="4191"/>
                </a:moveTo>
                <a:lnTo>
                  <a:pt x="9767" y="11153"/>
                </a:lnTo>
                <a:lnTo>
                  <a:pt x="9074" y="11153"/>
                </a:lnTo>
                <a:lnTo>
                  <a:pt x="9074" y="4191"/>
                </a:lnTo>
                <a:close/>
                <a:moveTo>
                  <a:pt x="11153" y="7120"/>
                </a:moveTo>
                <a:lnTo>
                  <a:pt x="11153" y="10807"/>
                </a:lnTo>
                <a:cubicBezTo>
                  <a:pt x="11153" y="10996"/>
                  <a:pt x="10996" y="11153"/>
                  <a:pt x="10807" y="11153"/>
                </a:cubicBezTo>
                <a:lnTo>
                  <a:pt x="10429" y="11153"/>
                </a:lnTo>
                <a:lnTo>
                  <a:pt x="10429" y="7530"/>
                </a:lnTo>
                <a:cubicBezTo>
                  <a:pt x="10712" y="7436"/>
                  <a:pt x="10964" y="7278"/>
                  <a:pt x="11153" y="7120"/>
                </a:cubicBezTo>
                <a:close/>
                <a:moveTo>
                  <a:pt x="5923" y="0"/>
                </a:moveTo>
                <a:cubicBezTo>
                  <a:pt x="4191" y="0"/>
                  <a:pt x="2804" y="1418"/>
                  <a:pt x="2804" y="3119"/>
                </a:cubicBezTo>
                <a:lnTo>
                  <a:pt x="2804" y="3466"/>
                </a:lnTo>
                <a:lnTo>
                  <a:pt x="1040" y="3466"/>
                </a:lnTo>
                <a:cubicBezTo>
                  <a:pt x="442" y="3466"/>
                  <a:pt x="1" y="3939"/>
                  <a:pt x="1" y="4474"/>
                </a:cubicBezTo>
                <a:lnTo>
                  <a:pt x="1" y="5514"/>
                </a:lnTo>
                <a:lnTo>
                  <a:pt x="1" y="10744"/>
                </a:lnTo>
                <a:cubicBezTo>
                  <a:pt x="1" y="11342"/>
                  <a:pt x="473" y="11783"/>
                  <a:pt x="1040" y="11783"/>
                </a:cubicBezTo>
                <a:lnTo>
                  <a:pt x="10807" y="11783"/>
                </a:lnTo>
                <a:cubicBezTo>
                  <a:pt x="11374" y="11783"/>
                  <a:pt x="11815" y="11311"/>
                  <a:pt x="11815" y="10744"/>
                </a:cubicBezTo>
                <a:lnTo>
                  <a:pt x="11815" y="5514"/>
                </a:lnTo>
                <a:lnTo>
                  <a:pt x="11815" y="4474"/>
                </a:lnTo>
                <a:cubicBezTo>
                  <a:pt x="11815" y="3939"/>
                  <a:pt x="11374" y="3466"/>
                  <a:pt x="10807" y="3466"/>
                </a:cubicBezTo>
                <a:lnTo>
                  <a:pt x="9011" y="3466"/>
                </a:lnTo>
                <a:lnTo>
                  <a:pt x="9011" y="3119"/>
                </a:lnTo>
                <a:cubicBezTo>
                  <a:pt x="9011" y="1387"/>
                  <a:pt x="7593" y="0"/>
                  <a:pt x="59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413;p50">
            <a:extLst>
              <a:ext uri="{FF2B5EF4-FFF2-40B4-BE49-F238E27FC236}">
                <a16:creationId xmlns:a16="http://schemas.microsoft.com/office/drawing/2014/main" id="{D27DF81E-DE0E-D9FC-0623-8878EEFFF7DA}"/>
              </a:ext>
            </a:extLst>
          </p:cNvPr>
          <p:cNvSpPr/>
          <p:nvPr/>
        </p:nvSpPr>
        <p:spPr>
          <a:xfrm>
            <a:off x="4314120" y="1399800"/>
            <a:ext cx="504000" cy="50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2" name="Google Shape;2415;p50">
            <a:extLst>
              <a:ext uri="{FF2B5EF4-FFF2-40B4-BE49-F238E27FC236}">
                <a16:creationId xmlns:a16="http://schemas.microsoft.com/office/drawing/2014/main" id="{6661E058-1C2D-0268-C837-0769C1B89092}"/>
              </a:ext>
            </a:extLst>
          </p:cNvPr>
          <p:cNvGrpSpPr/>
          <p:nvPr/>
        </p:nvGrpSpPr>
        <p:grpSpPr>
          <a:xfrm>
            <a:off x="4386124" y="1471506"/>
            <a:ext cx="359993" cy="359987"/>
            <a:chOff x="807375" y="2315100"/>
            <a:chExt cx="433100" cy="431950"/>
          </a:xfrm>
        </p:grpSpPr>
        <p:sp>
          <p:nvSpPr>
            <p:cNvPr id="13" name="Google Shape;2416;p50">
              <a:extLst>
                <a:ext uri="{FF2B5EF4-FFF2-40B4-BE49-F238E27FC236}">
                  <a16:creationId xmlns:a16="http://schemas.microsoft.com/office/drawing/2014/main" id="{47215CDB-5095-D723-F498-0D009AC2D45C}"/>
                </a:ext>
              </a:extLst>
            </p:cNvPr>
            <p:cNvSpPr/>
            <p:nvPr/>
          </p:nvSpPr>
          <p:spPr>
            <a:xfrm>
              <a:off x="992625" y="2620350"/>
              <a:ext cx="247850" cy="126700"/>
            </a:xfrm>
            <a:custGeom>
              <a:avLst/>
              <a:gdLst/>
              <a:ahLst/>
              <a:cxnLst/>
              <a:rect l="l" t="t" r="r" b="b"/>
              <a:pathLst>
                <a:path w="9914" h="5068" extrusionOk="0">
                  <a:moveTo>
                    <a:pt x="7031" y="1077"/>
                  </a:moveTo>
                  <a:cubicBezTo>
                    <a:pt x="7506" y="1077"/>
                    <a:pt x="7855" y="1489"/>
                    <a:pt x="7855" y="1901"/>
                  </a:cubicBezTo>
                  <a:lnTo>
                    <a:pt x="7855" y="2059"/>
                  </a:lnTo>
                  <a:lnTo>
                    <a:pt x="2059" y="2059"/>
                  </a:lnTo>
                  <a:lnTo>
                    <a:pt x="2059" y="1901"/>
                  </a:lnTo>
                  <a:cubicBezTo>
                    <a:pt x="2059" y="1426"/>
                    <a:pt x="2439" y="1077"/>
                    <a:pt x="2883" y="1077"/>
                  </a:cubicBezTo>
                  <a:close/>
                  <a:moveTo>
                    <a:pt x="8900" y="3073"/>
                  </a:moveTo>
                  <a:lnTo>
                    <a:pt x="8900" y="4054"/>
                  </a:lnTo>
                  <a:lnTo>
                    <a:pt x="1014" y="4054"/>
                  </a:lnTo>
                  <a:lnTo>
                    <a:pt x="1014" y="3073"/>
                  </a:lnTo>
                  <a:close/>
                  <a:moveTo>
                    <a:pt x="2883" y="1"/>
                  </a:moveTo>
                  <a:cubicBezTo>
                    <a:pt x="1837" y="1"/>
                    <a:pt x="1014" y="856"/>
                    <a:pt x="1014" y="1869"/>
                  </a:cubicBezTo>
                  <a:lnTo>
                    <a:pt x="1014" y="2027"/>
                  </a:lnTo>
                  <a:lnTo>
                    <a:pt x="507" y="2027"/>
                  </a:lnTo>
                  <a:cubicBezTo>
                    <a:pt x="222" y="2027"/>
                    <a:pt x="1" y="2281"/>
                    <a:pt x="1" y="2534"/>
                  </a:cubicBezTo>
                  <a:lnTo>
                    <a:pt x="1" y="4561"/>
                  </a:lnTo>
                  <a:cubicBezTo>
                    <a:pt x="1" y="4846"/>
                    <a:pt x="222" y="5068"/>
                    <a:pt x="507" y="5068"/>
                  </a:cubicBezTo>
                  <a:lnTo>
                    <a:pt x="9406" y="5068"/>
                  </a:lnTo>
                  <a:cubicBezTo>
                    <a:pt x="9691" y="5068"/>
                    <a:pt x="9913" y="4846"/>
                    <a:pt x="9913" y="4561"/>
                  </a:cubicBezTo>
                  <a:lnTo>
                    <a:pt x="9913" y="2534"/>
                  </a:lnTo>
                  <a:cubicBezTo>
                    <a:pt x="9913" y="2281"/>
                    <a:pt x="9691" y="2027"/>
                    <a:pt x="9406" y="2027"/>
                  </a:cubicBezTo>
                  <a:lnTo>
                    <a:pt x="8900" y="2027"/>
                  </a:lnTo>
                  <a:lnTo>
                    <a:pt x="8900" y="1869"/>
                  </a:lnTo>
                  <a:cubicBezTo>
                    <a:pt x="8900" y="856"/>
                    <a:pt x="8076" y="1"/>
                    <a:pt x="70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17;p50">
              <a:extLst>
                <a:ext uri="{FF2B5EF4-FFF2-40B4-BE49-F238E27FC236}">
                  <a16:creationId xmlns:a16="http://schemas.microsoft.com/office/drawing/2014/main" id="{5D319501-AD75-0CAB-D63E-595747D04B69}"/>
                </a:ext>
              </a:extLst>
            </p:cNvPr>
            <p:cNvSpPr/>
            <p:nvPr/>
          </p:nvSpPr>
          <p:spPr>
            <a:xfrm>
              <a:off x="807375" y="2315100"/>
              <a:ext cx="338075" cy="431675"/>
            </a:xfrm>
            <a:custGeom>
              <a:avLst/>
              <a:gdLst/>
              <a:ahLst/>
              <a:cxnLst/>
              <a:rect l="l" t="t" r="r" b="b"/>
              <a:pathLst>
                <a:path w="13523" h="17267" extrusionOk="0">
                  <a:moveTo>
                    <a:pt x="4824" y="1006"/>
                  </a:moveTo>
                  <a:cubicBezTo>
                    <a:pt x="4906" y="1006"/>
                    <a:pt x="4990" y="1024"/>
                    <a:pt x="5067" y="1063"/>
                  </a:cubicBezTo>
                  <a:lnTo>
                    <a:pt x="5479" y="1285"/>
                  </a:lnTo>
                  <a:lnTo>
                    <a:pt x="3104" y="5560"/>
                  </a:lnTo>
                  <a:lnTo>
                    <a:pt x="2692" y="5370"/>
                  </a:lnTo>
                  <a:cubicBezTo>
                    <a:pt x="2565" y="5307"/>
                    <a:pt x="2502" y="5212"/>
                    <a:pt x="2439" y="5054"/>
                  </a:cubicBezTo>
                  <a:cubicBezTo>
                    <a:pt x="2407" y="4927"/>
                    <a:pt x="2407" y="4768"/>
                    <a:pt x="2502" y="4673"/>
                  </a:cubicBezTo>
                  <a:lnTo>
                    <a:pt x="4370" y="1253"/>
                  </a:lnTo>
                  <a:cubicBezTo>
                    <a:pt x="4458" y="1099"/>
                    <a:pt x="4638" y="1006"/>
                    <a:pt x="4824" y="1006"/>
                  </a:cubicBezTo>
                  <a:close/>
                  <a:moveTo>
                    <a:pt x="6017" y="2520"/>
                  </a:moveTo>
                  <a:lnTo>
                    <a:pt x="6936" y="2995"/>
                  </a:lnTo>
                  <a:lnTo>
                    <a:pt x="5352" y="5877"/>
                  </a:lnTo>
                  <a:lnTo>
                    <a:pt x="4434" y="5402"/>
                  </a:lnTo>
                  <a:lnTo>
                    <a:pt x="6017" y="2520"/>
                  </a:lnTo>
                  <a:close/>
                  <a:moveTo>
                    <a:pt x="8202" y="2805"/>
                  </a:moveTo>
                  <a:lnTo>
                    <a:pt x="9089" y="3280"/>
                  </a:lnTo>
                  <a:lnTo>
                    <a:pt x="6714" y="7555"/>
                  </a:lnTo>
                  <a:lnTo>
                    <a:pt x="5827" y="7080"/>
                  </a:lnTo>
                  <a:lnTo>
                    <a:pt x="8202" y="2805"/>
                  </a:lnTo>
                  <a:close/>
                  <a:moveTo>
                    <a:pt x="9532" y="4515"/>
                  </a:moveTo>
                  <a:lnTo>
                    <a:pt x="10451" y="4990"/>
                  </a:lnTo>
                  <a:lnTo>
                    <a:pt x="8867" y="7872"/>
                  </a:lnTo>
                  <a:lnTo>
                    <a:pt x="7949" y="7397"/>
                  </a:lnTo>
                  <a:lnTo>
                    <a:pt x="9532" y="4515"/>
                  </a:lnTo>
                  <a:close/>
                  <a:moveTo>
                    <a:pt x="11749" y="4832"/>
                  </a:moveTo>
                  <a:lnTo>
                    <a:pt x="12193" y="5022"/>
                  </a:lnTo>
                  <a:cubicBezTo>
                    <a:pt x="12319" y="5085"/>
                    <a:pt x="12383" y="5180"/>
                    <a:pt x="12414" y="5339"/>
                  </a:cubicBezTo>
                  <a:cubicBezTo>
                    <a:pt x="12446" y="5465"/>
                    <a:pt x="12446" y="5624"/>
                    <a:pt x="12383" y="5719"/>
                  </a:cubicBezTo>
                  <a:lnTo>
                    <a:pt x="10483" y="9139"/>
                  </a:lnTo>
                  <a:cubicBezTo>
                    <a:pt x="10395" y="9293"/>
                    <a:pt x="10215" y="9386"/>
                    <a:pt x="10039" y="9386"/>
                  </a:cubicBezTo>
                  <a:cubicBezTo>
                    <a:pt x="9962" y="9386"/>
                    <a:pt x="9885" y="9368"/>
                    <a:pt x="9817" y="9329"/>
                  </a:cubicBezTo>
                  <a:lnTo>
                    <a:pt x="9374" y="9107"/>
                  </a:lnTo>
                  <a:lnTo>
                    <a:pt x="11749" y="4832"/>
                  </a:lnTo>
                  <a:close/>
                  <a:moveTo>
                    <a:pt x="5352" y="7999"/>
                  </a:moveTo>
                  <a:lnTo>
                    <a:pt x="6239" y="8474"/>
                  </a:lnTo>
                  <a:lnTo>
                    <a:pt x="2122" y="16106"/>
                  </a:lnTo>
                  <a:lnTo>
                    <a:pt x="1235" y="15631"/>
                  </a:lnTo>
                  <a:lnTo>
                    <a:pt x="5352" y="7999"/>
                  </a:lnTo>
                  <a:close/>
                  <a:moveTo>
                    <a:pt x="4819" y="1"/>
                  </a:moveTo>
                  <a:cubicBezTo>
                    <a:pt x="4276" y="1"/>
                    <a:pt x="3745" y="277"/>
                    <a:pt x="3484" y="778"/>
                  </a:cubicBezTo>
                  <a:lnTo>
                    <a:pt x="1584" y="4167"/>
                  </a:lnTo>
                  <a:cubicBezTo>
                    <a:pt x="1172" y="4895"/>
                    <a:pt x="1457" y="5845"/>
                    <a:pt x="2185" y="6225"/>
                  </a:cubicBezTo>
                  <a:lnTo>
                    <a:pt x="3072" y="6764"/>
                  </a:lnTo>
                  <a:cubicBezTo>
                    <a:pt x="3146" y="6791"/>
                    <a:pt x="3225" y="6806"/>
                    <a:pt x="3303" y="6806"/>
                  </a:cubicBezTo>
                  <a:cubicBezTo>
                    <a:pt x="3494" y="6806"/>
                    <a:pt x="3679" y="6721"/>
                    <a:pt x="3769" y="6542"/>
                  </a:cubicBezTo>
                  <a:lnTo>
                    <a:pt x="3927" y="6289"/>
                  </a:lnTo>
                  <a:lnTo>
                    <a:pt x="4814" y="6764"/>
                  </a:lnTo>
                  <a:lnTo>
                    <a:pt x="127" y="15536"/>
                  </a:lnTo>
                  <a:cubicBezTo>
                    <a:pt x="0" y="15789"/>
                    <a:pt x="63" y="16106"/>
                    <a:pt x="317" y="16201"/>
                  </a:cubicBezTo>
                  <a:lnTo>
                    <a:pt x="2090" y="17214"/>
                  </a:lnTo>
                  <a:cubicBezTo>
                    <a:pt x="2164" y="17251"/>
                    <a:pt x="2249" y="17267"/>
                    <a:pt x="2333" y="17267"/>
                  </a:cubicBezTo>
                  <a:cubicBezTo>
                    <a:pt x="2392" y="17267"/>
                    <a:pt x="2449" y="17259"/>
                    <a:pt x="2502" y="17246"/>
                  </a:cubicBezTo>
                  <a:cubicBezTo>
                    <a:pt x="2597" y="17214"/>
                    <a:pt x="2724" y="17119"/>
                    <a:pt x="2819" y="16993"/>
                  </a:cubicBezTo>
                  <a:lnTo>
                    <a:pt x="7474" y="8252"/>
                  </a:lnTo>
                  <a:lnTo>
                    <a:pt x="8392" y="8727"/>
                  </a:lnTo>
                  <a:lnTo>
                    <a:pt x="8234" y="9012"/>
                  </a:lnTo>
                  <a:cubicBezTo>
                    <a:pt x="8139" y="9139"/>
                    <a:pt x="8139" y="9234"/>
                    <a:pt x="8202" y="9392"/>
                  </a:cubicBezTo>
                  <a:cubicBezTo>
                    <a:pt x="8234" y="9519"/>
                    <a:pt x="8297" y="9645"/>
                    <a:pt x="8424" y="9740"/>
                  </a:cubicBezTo>
                  <a:lnTo>
                    <a:pt x="9342" y="10247"/>
                  </a:lnTo>
                  <a:cubicBezTo>
                    <a:pt x="9566" y="10369"/>
                    <a:pt x="9816" y="10429"/>
                    <a:pt x="10066" y="10429"/>
                  </a:cubicBezTo>
                  <a:cubicBezTo>
                    <a:pt x="10594" y="10429"/>
                    <a:pt x="11121" y="10161"/>
                    <a:pt x="11401" y="9645"/>
                  </a:cubicBezTo>
                  <a:lnTo>
                    <a:pt x="13301" y="6257"/>
                  </a:lnTo>
                  <a:cubicBezTo>
                    <a:pt x="13491" y="5877"/>
                    <a:pt x="13523" y="5497"/>
                    <a:pt x="13428" y="5085"/>
                  </a:cubicBezTo>
                  <a:cubicBezTo>
                    <a:pt x="13301" y="4705"/>
                    <a:pt x="13048" y="4388"/>
                    <a:pt x="12699" y="4167"/>
                  </a:cubicBezTo>
                  <a:lnTo>
                    <a:pt x="11781" y="3660"/>
                  </a:lnTo>
                  <a:cubicBezTo>
                    <a:pt x="11713" y="3621"/>
                    <a:pt x="11637" y="3603"/>
                    <a:pt x="11559" y="3603"/>
                  </a:cubicBezTo>
                  <a:cubicBezTo>
                    <a:pt x="11383" y="3603"/>
                    <a:pt x="11204" y="3696"/>
                    <a:pt x="11116" y="3850"/>
                  </a:cubicBezTo>
                  <a:lnTo>
                    <a:pt x="10958" y="4135"/>
                  </a:lnTo>
                  <a:lnTo>
                    <a:pt x="10039" y="3660"/>
                  </a:lnTo>
                  <a:lnTo>
                    <a:pt x="10198" y="3375"/>
                  </a:lnTo>
                  <a:cubicBezTo>
                    <a:pt x="10293" y="3280"/>
                    <a:pt x="10293" y="3153"/>
                    <a:pt x="10261" y="2995"/>
                  </a:cubicBezTo>
                  <a:cubicBezTo>
                    <a:pt x="10198" y="2868"/>
                    <a:pt x="10134" y="2742"/>
                    <a:pt x="10007" y="2678"/>
                  </a:cubicBezTo>
                  <a:lnTo>
                    <a:pt x="8234" y="1697"/>
                  </a:lnTo>
                  <a:cubicBezTo>
                    <a:pt x="8150" y="1654"/>
                    <a:pt x="8058" y="1633"/>
                    <a:pt x="7969" y="1633"/>
                  </a:cubicBezTo>
                  <a:cubicBezTo>
                    <a:pt x="7791" y="1633"/>
                    <a:pt x="7622" y="1718"/>
                    <a:pt x="7537" y="1887"/>
                  </a:cubicBezTo>
                  <a:lnTo>
                    <a:pt x="7379" y="2172"/>
                  </a:lnTo>
                  <a:lnTo>
                    <a:pt x="6492" y="1697"/>
                  </a:lnTo>
                  <a:lnTo>
                    <a:pt x="6651" y="1412"/>
                  </a:lnTo>
                  <a:cubicBezTo>
                    <a:pt x="6714" y="1285"/>
                    <a:pt x="6714" y="1158"/>
                    <a:pt x="6682" y="1000"/>
                  </a:cubicBezTo>
                  <a:cubicBezTo>
                    <a:pt x="6651" y="905"/>
                    <a:pt x="6556" y="778"/>
                    <a:pt x="6461" y="683"/>
                  </a:cubicBezTo>
                  <a:lnTo>
                    <a:pt x="5542" y="176"/>
                  </a:lnTo>
                  <a:cubicBezTo>
                    <a:pt x="5315" y="58"/>
                    <a:pt x="5066" y="1"/>
                    <a:pt x="48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2445;p51">
            <a:extLst>
              <a:ext uri="{FF2B5EF4-FFF2-40B4-BE49-F238E27FC236}">
                <a16:creationId xmlns:a16="http://schemas.microsoft.com/office/drawing/2014/main" id="{6F599451-0A72-80DE-6209-D11A06BF33C0}"/>
              </a:ext>
            </a:extLst>
          </p:cNvPr>
          <p:cNvSpPr/>
          <p:nvPr/>
        </p:nvSpPr>
        <p:spPr>
          <a:xfrm>
            <a:off x="7048795" y="1410595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6" name="Google Shape;2450;p51">
            <a:extLst>
              <a:ext uri="{FF2B5EF4-FFF2-40B4-BE49-F238E27FC236}">
                <a16:creationId xmlns:a16="http://schemas.microsoft.com/office/drawing/2014/main" id="{4A976578-9BA8-DA2A-DB64-B16A98DE2FE9}"/>
              </a:ext>
            </a:extLst>
          </p:cNvPr>
          <p:cNvGrpSpPr/>
          <p:nvPr/>
        </p:nvGrpSpPr>
        <p:grpSpPr>
          <a:xfrm>
            <a:off x="7132805" y="1482588"/>
            <a:ext cx="335980" cy="360013"/>
            <a:chOff x="2055125" y="1757375"/>
            <a:chExt cx="404600" cy="432500"/>
          </a:xfrm>
        </p:grpSpPr>
        <p:sp>
          <p:nvSpPr>
            <p:cNvPr id="17" name="Google Shape;2451;p51">
              <a:extLst>
                <a:ext uri="{FF2B5EF4-FFF2-40B4-BE49-F238E27FC236}">
                  <a16:creationId xmlns:a16="http://schemas.microsoft.com/office/drawing/2014/main" id="{CE4F6ECD-CE7A-872C-E19A-879BD97DC12C}"/>
                </a:ext>
              </a:extLst>
            </p:cNvPr>
            <p:cNvSpPr/>
            <p:nvPr/>
          </p:nvSpPr>
          <p:spPr>
            <a:xfrm>
              <a:off x="2055125" y="1757375"/>
              <a:ext cx="404600" cy="432500"/>
            </a:xfrm>
            <a:custGeom>
              <a:avLst/>
              <a:gdLst/>
              <a:ahLst/>
              <a:cxnLst/>
              <a:rect l="l" t="t" r="r" b="b"/>
              <a:pathLst>
                <a:path w="16184" h="17300" extrusionOk="0">
                  <a:moveTo>
                    <a:pt x="11718" y="1014"/>
                  </a:moveTo>
                  <a:cubicBezTo>
                    <a:pt x="12446" y="2281"/>
                    <a:pt x="13713" y="3136"/>
                    <a:pt x="15170" y="3294"/>
                  </a:cubicBezTo>
                  <a:lnTo>
                    <a:pt x="15170" y="9090"/>
                  </a:lnTo>
                  <a:lnTo>
                    <a:pt x="15138" y="9090"/>
                  </a:lnTo>
                  <a:cubicBezTo>
                    <a:pt x="15170" y="12098"/>
                    <a:pt x="10135" y="15202"/>
                    <a:pt x="8171" y="16215"/>
                  </a:cubicBezTo>
                  <a:cubicBezTo>
                    <a:pt x="6176" y="15202"/>
                    <a:pt x="1109" y="12098"/>
                    <a:pt x="1204" y="9090"/>
                  </a:cubicBezTo>
                  <a:lnTo>
                    <a:pt x="1204" y="3294"/>
                  </a:lnTo>
                  <a:cubicBezTo>
                    <a:pt x="2629" y="3136"/>
                    <a:pt x="3927" y="2281"/>
                    <a:pt x="4624" y="1014"/>
                  </a:cubicBezTo>
                  <a:close/>
                  <a:moveTo>
                    <a:pt x="4276" y="1"/>
                  </a:moveTo>
                  <a:cubicBezTo>
                    <a:pt x="4086" y="1"/>
                    <a:pt x="3896" y="127"/>
                    <a:pt x="3801" y="286"/>
                  </a:cubicBezTo>
                  <a:cubicBezTo>
                    <a:pt x="3262" y="1521"/>
                    <a:pt x="1996" y="2312"/>
                    <a:pt x="634" y="2312"/>
                  </a:cubicBezTo>
                  <a:cubicBezTo>
                    <a:pt x="349" y="2312"/>
                    <a:pt x="127" y="2534"/>
                    <a:pt x="127" y="2819"/>
                  </a:cubicBezTo>
                  <a:lnTo>
                    <a:pt x="127" y="9090"/>
                  </a:lnTo>
                  <a:cubicBezTo>
                    <a:pt x="1" y="12731"/>
                    <a:pt x="5828" y="16247"/>
                    <a:pt x="7886" y="17228"/>
                  </a:cubicBezTo>
                  <a:cubicBezTo>
                    <a:pt x="7965" y="17276"/>
                    <a:pt x="8044" y="17300"/>
                    <a:pt x="8120" y="17300"/>
                  </a:cubicBezTo>
                  <a:cubicBezTo>
                    <a:pt x="8195" y="17300"/>
                    <a:pt x="8266" y="17276"/>
                    <a:pt x="8329" y="17228"/>
                  </a:cubicBezTo>
                  <a:cubicBezTo>
                    <a:pt x="10388" y="16247"/>
                    <a:pt x="16183" y="12731"/>
                    <a:pt x="16088" y="9090"/>
                  </a:cubicBezTo>
                  <a:lnTo>
                    <a:pt x="16088" y="2819"/>
                  </a:lnTo>
                  <a:cubicBezTo>
                    <a:pt x="16120" y="2534"/>
                    <a:pt x="15867" y="2312"/>
                    <a:pt x="15613" y="2312"/>
                  </a:cubicBezTo>
                  <a:cubicBezTo>
                    <a:pt x="14252" y="2312"/>
                    <a:pt x="12985" y="1521"/>
                    <a:pt x="12446" y="286"/>
                  </a:cubicBezTo>
                  <a:cubicBezTo>
                    <a:pt x="12351" y="96"/>
                    <a:pt x="12161" y="1"/>
                    <a:pt x="119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52;p51">
              <a:extLst>
                <a:ext uri="{FF2B5EF4-FFF2-40B4-BE49-F238E27FC236}">
                  <a16:creationId xmlns:a16="http://schemas.microsoft.com/office/drawing/2014/main" id="{25A63252-61A6-F810-963A-5E0879365C2D}"/>
                </a:ext>
              </a:extLst>
            </p:cNvPr>
            <p:cNvSpPr/>
            <p:nvPr/>
          </p:nvSpPr>
          <p:spPr>
            <a:xfrm>
              <a:off x="2111350" y="1816750"/>
              <a:ext cx="292950" cy="303650"/>
            </a:xfrm>
            <a:custGeom>
              <a:avLst/>
              <a:gdLst/>
              <a:ahLst/>
              <a:cxnLst/>
              <a:rect l="l" t="t" r="r" b="b"/>
              <a:pathLst>
                <a:path w="11718" h="12146" extrusionOk="0">
                  <a:moveTo>
                    <a:pt x="8234" y="1014"/>
                  </a:moveTo>
                  <a:cubicBezTo>
                    <a:pt x="8772" y="1838"/>
                    <a:pt x="9596" y="2408"/>
                    <a:pt x="10577" y="2598"/>
                  </a:cubicBezTo>
                  <a:lnTo>
                    <a:pt x="10577" y="6113"/>
                  </a:lnTo>
                  <a:cubicBezTo>
                    <a:pt x="10672" y="7823"/>
                    <a:pt x="7727" y="10071"/>
                    <a:pt x="5859" y="11053"/>
                  </a:cubicBezTo>
                  <a:cubicBezTo>
                    <a:pt x="4022" y="10071"/>
                    <a:pt x="1077" y="7823"/>
                    <a:pt x="1172" y="6113"/>
                  </a:cubicBezTo>
                  <a:lnTo>
                    <a:pt x="1172" y="2598"/>
                  </a:lnTo>
                  <a:cubicBezTo>
                    <a:pt x="2154" y="2408"/>
                    <a:pt x="2977" y="1838"/>
                    <a:pt x="3484" y="1014"/>
                  </a:cubicBezTo>
                  <a:close/>
                  <a:moveTo>
                    <a:pt x="3167" y="1"/>
                  </a:moveTo>
                  <a:cubicBezTo>
                    <a:pt x="2977" y="1"/>
                    <a:pt x="2787" y="127"/>
                    <a:pt x="2692" y="286"/>
                  </a:cubicBezTo>
                  <a:cubicBezTo>
                    <a:pt x="2344" y="1077"/>
                    <a:pt x="1520" y="1648"/>
                    <a:pt x="633" y="1648"/>
                  </a:cubicBezTo>
                  <a:cubicBezTo>
                    <a:pt x="380" y="1648"/>
                    <a:pt x="127" y="1869"/>
                    <a:pt x="127" y="2154"/>
                  </a:cubicBezTo>
                  <a:lnTo>
                    <a:pt x="127" y="6113"/>
                  </a:lnTo>
                  <a:cubicBezTo>
                    <a:pt x="0" y="8551"/>
                    <a:pt x="3895" y="11212"/>
                    <a:pt x="5637" y="12098"/>
                  </a:cubicBezTo>
                  <a:cubicBezTo>
                    <a:pt x="5716" y="12130"/>
                    <a:pt x="5795" y="12146"/>
                    <a:pt x="5875" y="12146"/>
                  </a:cubicBezTo>
                  <a:cubicBezTo>
                    <a:pt x="5954" y="12146"/>
                    <a:pt x="6033" y="12130"/>
                    <a:pt x="6112" y="12098"/>
                  </a:cubicBezTo>
                  <a:cubicBezTo>
                    <a:pt x="7854" y="11212"/>
                    <a:pt x="11718" y="8551"/>
                    <a:pt x="11623" y="6113"/>
                  </a:cubicBezTo>
                  <a:lnTo>
                    <a:pt x="11623" y="2154"/>
                  </a:lnTo>
                  <a:cubicBezTo>
                    <a:pt x="11623" y="1869"/>
                    <a:pt x="11369" y="1648"/>
                    <a:pt x="11084" y="1648"/>
                  </a:cubicBezTo>
                  <a:cubicBezTo>
                    <a:pt x="10229" y="1648"/>
                    <a:pt x="9406" y="1109"/>
                    <a:pt x="9026" y="286"/>
                  </a:cubicBezTo>
                  <a:cubicBezTo>
                    <a:pt x="8962" y="96"/>
                    <a:pt x="8772" y="1"/>
                    <a:pt x="85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53;p51">
              <a:extLst>
                <a:ext uri="{FF2B5EF4-FFF2-40B4-BE49-F238E27FC236}">
                  <a16:creationId xmlns:a16="http://schemas.microsoft.com/office/drawing/2014/main" id="{4506F778-B870-4649-E395-E23701037D74}"/>
                </a:ext>
              </a:extLst>
            </p:cNvPr>
            <p:cNvSpPr/>
            <p:nvPr/>
          </p:nvSpPr>
          <p:spPr>
            <a:xfrm>
              <a:off x="2186550" y="1876925"/>
              <a:ext cx="144125" cy="159175"/>
            </a:xfrm>
            <a:custGeom>
              <a:avLst/>
              <a:gdLst/>
              <a:ahLst/>
              <a:cxnLst/>
              <a:rect l="l" t="t" r="r" b="b"/>
              <a:pathLst>
                <a:path w="5765" h="6367" extrusionOk="0">
                  <a:moveTo>
                    <a:pt x="2851" y="1711"/>
                  </a:moveTo>
                  <a:lnTo>
                    <a:pt x="3072" y="2186"/>
                  </a:lnTo>
                  <a:cubicBezTo>
                    <a:pt x="3136" y="2407"/>
                    <a:pt x="3326" y="2502"/>
                    <a:pt x="3548" y="2502"/>
                  </a:cubicBezTo>
                  <a:lnTo>
                    <a:pt x="4086" y="2502"/>
                  </a:lnTo>
                  <a:lnTo>
                    <a:pt x="3801" y="2819"/>
                  </a:lnTo>
                  <a:cubicBezTo>
                    <a:pt x="3643" y="3041"/>
                    <a:pt x="3643" y="3294"/>
                    <a:pt x="3801" y="3516"/>
                  </a:cubicBezTo>
                  <a:lnTo>
                    <a:pt x="4086" y="3833"/>
                  </a:lnTo>
                  <a:lnTo>
                    <a:pt x="3548" y="3833"/>
                  </a:lnTo>
                  <a:cubicBezTo>
                    <a:pt x="3326" y="3833"/>
                    <a:pt x="3136" y="3928"/>
                    <a:pt x="3072" y="4149"/>
                  </a:cubicBezTo>
                  <a:lnTo>
                    <a:pt x="2851" y="4624"/>
                  </a:lnTo>
                  <a:lnTo>
                    <a:pt x="2661" y="4149"/>
                  </a:lnTo>
                  <a:cubicBezTo>
                    <a:pt x="2597" y="3928"/>
                    <a:pt x="2376" y="3833"/>
                    <a:pt x="2186" y="3833"/>
                  </a:cubicBezTo>
                  <a:lnTo>
                    <a:pt x="1647" y="3833"/>
                  </a:lnTo>
                  <a:lnTo>
                    <a:pt x="1901" y="3516"/>
                  </a:lnTo>
                  <a:cubicBezTo>
                    <a:pt x="2059" y="3294"/>
                    <a:pt x="2059" y="3041"/>
                    <a:pt x="1901" y="2819"/>
                  </a:cubicBezTo>
                  <a:lnTo>
                    <a:pt x="1647" y="2502"/>
                  </a:lnTo>
                  <a:lnTo>
                    <a:pt x="2186" y="2502"/>
                  </a:lnTo>
                  <a:cubicBezTo>
                    <a:pt x="2376" y="2502"/>
                    <a:pt x="2597" y="2407"/>
                    <a:pt x="2661" y="2186"/>
                  </a:cubicBezTo>
                  <a:lnTo>
                    <a:pt x="2851" y="1711"/>
                  </a:lnTo>
                  <a:close/>
                  <a:moveTo>
                    <a:pt x="2867" y="1"/>
                  </a:moveTo>
                  <a:cubicBezTo>
                    <a:pt x="2677" y="1"/>
                    <a:pt x="2487" y="96"/>
                    <a:pt x="2407" y="286"/>
                  </a:cubicBezTo>
                  <a:lnTo>
                    <a:pt x="1869" y="1521"/>
                  </a:lnTo>
                  <a:lnTo>
                    <a:pt x="571" y="1521"/>
                  </a:lnTo>
                  <a:cubicBezTo>
                    <a:pt x="349" y="1521"/>
                    <a:pt x="159" y="1647"/>
                    <a:pt x="96" y="1806"/>
                  </a:cubicBezTo>
                  <a:cubicBezTo>
                    <a:pt x="1" y="1996"/>
                    <a:pt x="32" y="2186"/>
                    <a:pt x="159" y="2344"/>
                  </a:cubicBezTo>
                  <a:lnTo>
                    <a:pt x="887" y="3199"/>
                  </a:lnTo>
                  <a:lnTo>
                    <a:pt x="159" y="4023"/>
                  </a:lnTo>
                  <a:cubicBezTo>
                    <a:pt x="32" y="4181"/>
                    <a:pt x="1" y="4371"/>
                    <a:pt x="96" y="4561"/>
                  </a:cubicBezTo>
                  <a:cubicBezTo>
                    <a:pt x="159" y="4783"/>
                    <a:pt x="349" y="4846"/>
                    <a:pt x="571" y="4846"/>
                  </a:cubicBezTo>
                  <a:lnTo>
                    <a:pt x="1869" y="4846"/>
                  </a:lnTo>
                  <a:lnTo>
                    <a:pt x="2407" y="6081"/>
                  </a:lnTo>
                  <a:cubicBezTo>
                    <a:pt x="2487" y="6271"/>
                    <a:pt x="2677" y="6366"/>
                    <a:pt x="2867" y="6366"/>
                  </a:cubicBezTo>
                  <a:cubicBezTo>
                    <a:pt x="3057" y="6366"/>
                    <a:pt x="3247" y="6271"/>
                    <a:pt x="3326" y="6081"/>
                  </a:cubicBezTo>
                  <a:lnTo>
                    <a:pt x="3896" y="4846"/>
                  </a:lnTo>
                  <a:lnTo>
                    <a:pt x="5194" y="4846"/>
                  </a:lnTo>
                  <a:cubicBezTo>
                    <a:pt x="5384" y="4846"/>
                    <a:pt x="5543" y="4719"/>
                    <a:pt x="5669" y="4561"/>
                  </a:cubicBezTo>
                  <a:cubicBezTo>
                    <a:pt x="5733" y="4371"/>
                    <a:pt x="5701" y="4181"/>
                    <a:pt x="5606" y="4023"/>
                  </a:cubicBezTo>
                  <a:lnTo>
                    <a:pt x="4878" y="3199"/>
                  </a:lnTo>
                  <a:lnTo>
                    <a:pt x="5606" y="2344"/>
                  </a:lnTo>
                  <a:cubicBezTo>
                    <a:pt x="5701" y="2186"/>
                    <a:pt x="5764" y="1964"/>
                    <a:pt x="5669" y="1806"/>
                  </a:cubicBezTo>
                  <a:cubicBezTo>
                    <a:pt x="5606" y="1616"/>
                    <a:pt x="5384" y="1521"/>
                    <a:pt x="5194" y="1521"/>
                  </a:cubicBezTo>
                  <a:lnTo>
                    <a:pt x="3896" y="1521"/>
                  </a:lnTo>
                  <a:lnTo>
                    <a:pt x="3326" y="286"/>
                  </a:lnTo>
                  <a:cubicBezTo>
                    <a:pt x="3247" y="96"/>
                    <a:pt x="3057" y="1"/>
                    <a:pt x="28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2428;p51">
            <a:extLst>
              <a:ext uri="{FF2B5EF4-FFF2-40B4-BE49-F238E27FC236}">
                <a16:creationId xmlns:a16="http://schemas.microsoft.com/office/drawing/2014/main" id="{92E5F0E6-67BC-A118-56F1-BD9E16D172EA}"/>
              </a:ext>
            </a:extLst>
          </p:cNvPr>
          <p:cNvSpPr txBox="1">
            <a:spLocks/>
          </p:cNvSpPr>
          <p:nvPr/>
        </p:nvSpPr>
        <p:spPr>
          <a:xfrm>
            <a:off x="6017535" y="4037414"/>
            <a:ext cx="2604425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en">
                <a:solidFill>
                  <a:srgbClr val="17414F"/>
                </a:solidFill>
                <a:cs typeface="Arial"/>
              </a:rPr>
              <a:t>Control </a:t>
            </a:r>
            <a:r>
              <a:rPr lang="en" err="1">
                <a:solidFill>
                  <a:srgbClr val="17414F"/>
                </a:solidFill>
                <a:cs typeface="Arial"/>
              </a:rPr>
              <a:t>humano</a:t>
            </a:r>
            <a:r>
              <a:rPr lang="en">
                <a:solidFill>
                  <a:srgbClr val="17414F"/>
                </a:solidFill>
                <a:cs typeface="Arial"/>
              </a:rPr>
              <a:t>: abogados </a:t>
            </a:r>
            <a:r>
              <a:rPr lang="en" err="1">
                <a:solidFill>
                  <a:srgbClr val="17414F"/>
                </a:solidFill>
                <a:cs typeface="Arial"/>
              </a:rPr>
              <a:t>escribiendo</a:t>
            </a:r>
            <a:r>
              <a:rPr lang="en">
                <a:solidFill>
                  <a:srgbClr val="17414F"/>
                </a:solidFill>
                <a:cs typeface="Arial"/>
              </a:rPr>
              <a:t> </a:t>
            </a:r>
            <a:r>
              <a:rPr lang="en" err="1">
                <a:solidFill>
                  <a:srgbClr val="17414F"/>
                </a:solidFill>
                <a:cs typeface="Arial"/>
              </a:rPr>
              <a:t>versiones</a:t>
            </a:r>
            <a:r>
              <a:rPr lang="en">
                <a:solidFill>
                  <a:srgbClr val="17414F"/>
                </a:solidFill>
                <a:cs typeface="Arial"/>
              </a:rPr>
              <a:t> </a:t>
            </a:r>
            <a:r>
              <a:rPr lang="en" err="1">
                <a:solidFill>
                  <a:srgbClr val="17414F"/>
                </a:solidFill>
                <a:cs typeface="Arial"/>
              </a:rPr>
              <a:t>claras</a:t>
            </a:r>
            <a:r>
              <a:rPr lang="en">
                <a:solidFill>
                  <a:srgbClr val="17414F"/>
                </a:solidFill>
                <a:cs typeface="Arial"/>
              </a:rPr>
              <a:t> para fine-tuning.</a:t>
            </a:r>
            <a:br>
              <a:rPr lang="en">
                <a:solidFill>
                  <a:srgbClr val="17414F"/>
                </a:solidFill>
                <a:cs typeface="Arial"/>
              </a:rPr>
            </a:br>
            <a:br>
              <a:rPr lang="en">
                <a:solidFill>
                  <a:srgbClr val="17414F"/>
                </a:solidFill>
                <a:cs typeface="Arial"/>
              </a:rPr>
            </a:br>
            <a:r>
              <a:rPr lang="en">
                <a:solidFill>
                  <a:srgbClr val="17414F"/>
                </a:solidFill>
                <a:cs typeface="Arial"/>
              </a:rPr>
              <a:t>.</a:t>
            </a:r>
            <a:br>
              <a:rPr lang="en">
                <a:cs typeface="Arial"/>
              </a:rPr>
            </a:br>
            <a:br>
              <a:rPr lang="en">
                <a:cs typeface="Arial"/>
              </a:rPr>
            </a:br>
            <a:endParaRPr lang="en"/>
          </a:p>
        </p:txBody>
      </p:sp>
      <p:sp>
        <p:nvSpPr>
          <p:cNvPr id="8" name="Google Shape;2446;p51">
            <a:extLst>
              <a:ext uri="{FF2B5EF4-FFF2-40B4-BE49-F238E27FC236}">
                <a16:creationId xmlns:a16="http://schemas.microsoft.com/office/drawing/2014/main" id="{A67E3075-1F35-03E8-47AF-D1D0DCE60FF8}"/>
              </a:ext>
            </a:extLst>
          </p:cNvPr>
          <p:cNvSpPr/>
          <p:nvPr/>
        </p:nvSpPr>
        <p:spPr>
          <a:xfrm>
            <a:off x="7066258" y="3301296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0" name="Google Shape;2461;p51">
            <a:extLst>
              <a:ext uri="{FF2B5EF4-FFF2-40B4-BE49-F238E27FC236}">
                <a16:creationId xmlns:a16="http://schemas.microsoft.com/office/drawing/2014/main" id="{2F6C9DCE-F394-D01A-62F3-FF0A813A8F63}"/>
              </a:ext>
            </a:extLst>
          </p:cNvPr>
          <p:cNvSpPr/>
          <p:nvPr/>
        </p:nvSpPr>
        <p:spPr>
          <a:xfrm>
            <a:off x="7138262" y="3375111"/>
            <a:ext cx="359993" cy="356370"/>
          </a:xfrm>
          <a:custGeom>
            <a:avLst/>
            <a:gdLst/>
            <a:ahLst/>
            <a:cxnLst/>
            <a:rect l="l" t="t" r="r" b="b"/>
            <a:pathLst>
              <a:path w="11752" h="11690" extrusionOk="0">
                <a:moveTo>
                  <a:pt x="5923" y="694"/>
                </a:moveTo>
                <a:cubicBezTo>
                  <a:pt x="6490" y="694"/>
                  <a:pt x="6963" y="1166"/>
                  <a:pt x="6963" y="1765"/>
                </a:cubicBezTo>
                <a:cubicBezTo>
                  <a:pt x="6963" y="2332"/>
                  <a:pt x="6490" y="2805"/>
                  <a:pt x="5923" y="2805"/>
                </a:cubicBezTo>
                <a:cubicBezTo>
                  <a:pt x="5325" y="2805"/>
                  <a:pt x="4852" y="2332"/>
                  <a:pt x="4852" y="1765"/>
                </a:cubicBezTo>
                <a:cubicBezTo>
                  <a:pt x="4852" y="1229"/>
                  <a:pt x="5325" y="694"/>
                  <a:pt x="5923" y="694"/>
                </a:cubicBezTo>
                <a:close/>
                <a:moveTo>
                  <a:pt x="2489" y="3466"/>
                </a:moveTo>
                <a:cubicBezTo>
                  <a:pt x="2678" y="3466"/>
                  <a:pt x="2836" y="3624"/>
                  <a:pt x="2836" y="3813"/>
                </a:cubicBezTo>
                <a:lnTo>
                  <a:pt x="2836" y="4916"/>
                </a:lnTo>
                <a:cubicBezTo>
                  <a:pt x="2678" y="4947"/>
                  <a:pt x="2584" y="5042"/>
                  <a:pt x="2458" y="5168"/>
                </a:cubicBezTo>
                <a:cubicBezTo>
                  <a:pt x="2363" y="5231"/>
                  <a:pt x="2300" y="5357"/>
                  <a:pt x="2237" y="5420"/>
                </a:cubicBezTo>
                <a:cubicBezTo>
                  <a:pt x="2174" y="5357"/>
                  <a:pt x="2143" y="5262"/>
                  <a:pt x="2143" y="5199"/>
                </a:cubicBezTo>
                <a:lnTo>
                  <a:pt x="2143" y="3813"/>
                </a:lnTo>
                <a:cubicBezTo>
                  <a:pt x="2143" y="3624"/>
                  <a:pt x="2300" y="3466"/>
                  <a:pt x="2489" y="3466"/>
                </a:cubicBezTo>
                <a:close/>
                <a:moveTo>
                  <a:pt x="9326" y="3466"/>
                </a:moveTo>
                <a:cubicBezTo>
                  <a:pt x="9546" y="3466"/>
                  <a:pt x="9704" y="3624"/>
                  <a:pt x="9704" y="3813"/>
                </a:cubicBezTo>
                <a:lnTo>
                  <a:pt x="9704" y="5199"/>
                </a:lnTo>
                <a:cubicBezTo>
                  <a:pt x="9704" y="5262"/>
                  <a:pt x="9641" y="5357"/>
                  <a:pt x="9578" y="5420"/>
                </a:cubicBezTo>
                <a:cubicBezTo>
                  <a:pt x="9546" y="5294"/>
                  <a:pt x="9452" y="5231"/>
                  <a:pt x="9389" y="5168"/>
                </a:cubicBezTo>
                <a:cubicBezTo>
                  <a:pt x="9263" y="5042"/>
                  <a:pt x="9137" y="4947"/>
                  <a:pt x="8979" y="4916"/>
                </a:cubicBezTo>
                <a:lnTo>
                  <a:pt x="8979" y="3813"/>
                </a:lnTo>
                <a:cubicBezTo>
                  <a:pt x="9011" y="3624"/>
                  <a:pt x="9168" y="3466"/>
                  <a:pt x="9326" y="3466"/>
                </a:cubicBezTo>
                <a:close/>
                <a:moveTo>
                  <a:pt x="5923" y="3466"/>
                </a:moveTo>
                <a:cubicBezTo>
                  <a:pt x="6900" y="3466"/>
                  <a:pt x="7814" y="4096"/>
                  <a:pt x="8160" y="4947"/>
                </a:cubicBezTo>
                <a:cubicBezTo>
                  <a:pt x="8066" y="5010"/>
                  <a:pt x="8003" y="5042"/>
                  <a:pt x="7971" y="5105"/>
                </a:cubicBezTo>
                <a:lnTo>
                  <a:pt x="6081" y="6963"/>
                </a:lnTo>
                <a:cubicBezTo>
                  <a:pt x="6018" y="6995"/>
                  <a:pt x="5955" y="7089"/>
                  <a:pt x="5923" y="7152"/>
                </a:cubicBezTo>
                <a:cubicBezTo>
                  <a:pt x="5860" y="7089"/>
                  <a:pt x="5797" y="7026"/>
                  <a:pt x="5766" y="6963"/>
                </a:cubicBezTo>
                <a:lnTo>
                  <a:pt x="3876" y="5105"/>
                </a:lnTo>
                <a:cubicBezTo>
                  <a:pt x="3781" y="5042"/>
                  <a:pt x="3750" y="5010"/>
                  <a:pt x="3655" y="4947"/>
                </a:cubicBezTo>
                <a:cubicBezTo>
                  <a:pt x="4033" y="4096"/>
                  <a:pt x="4915" y="3466"/>
                  <a:pt x="5923" y="3466"/>
                </a:cubicBezTo>
                <a:close/>
                <a:moveTo>
                  <a:pt x="10744" y="2049"/>
                </a:moveTo>
                <a:cubicBezTo>
                  <a:pt x="10964" y="2049"/>
                  <a:pt x="11122" y="2206"/>
                  <a:pt x="11122" y="2395"/>
                </a:cubicBezTo>
                <a:lnTo>
                  <a:pt x="11122" y="6144"/>
                </a:lnTo>
                <a:lnTo>
                  <a:pt x="11059" y="6144"/>
                </a:lnTo>
                <a:cubicBezTo>
                  <a:pt x="11059" y="6333"/>
                  <a:pt x="11027" y="6491"/>
                  <a:pt x="10901" y="6648"/>
                </a:cubicBezTo>
                <a:lnTo>
                  <a:pt x="9263" y="9421"/>
                </a:lnTo>
                <a:cubicBezTo>
                  <a:pt x="9105" y="9673"/>
                  <a:pt x="9011" y="9956"/>
                  <a:pt x="9011" y="10271"/>
                </a:cubicBezTo>
                <a:lnTo>
                  <a:pt x="9011" y="10933"/>
                </a:lnTo>
                <a:lnTo>
                  <a:pt x="6270" y="10933"/>
                </a:lnTo>
                <a:lnTo>
                  <a:pt x="6270" y="8097"/>
                </a:lnTo>
                <a:cubicBezTo>
                  <a:pt x="6270" y="7845"/>
                  <a:pt x="6396" y="7593"/>
                  <a:pt x="6585" y="7404"/>
                </a:cubicBezTo>
                <a:lnTo>
                  <a:pt x="8475" y="5546"/>
                </a:lnTo>
                <a:cubicBezTo>
                  <a:pt x="8538" y="5483"/>
                  <a:pt x="8625" y="5451"/>
                  <a:pt x="8712" y="5451"/>
                </a:cubicBezTo>
                <a:cubicBezTo>
                  <a:pt x="8798" y="5451"/>
                  <a:pt x="8885" y="5483"/>
                  <a:pt x="8948" y="5546"/>
                </a:cubicBezTo>
                <a:cubicBezTo>
                  <a:pt x="9074" y="5672"/>
                  <a:pt x="9074" y="5892"/>
                  <a:pt x="8948" y="6018"/>
                </a:cubicBezTo>
                <a:lnTo>
                  <a:pt x="7751" y="7215"/>
                </a:lnTo>
                <a:cubicBezTo>
                  <a:pt x="7656" y="7310"/>
                  <a:pt x="7656" y="7562"/>
                  <a:pt x="7751" y="7656"/>
                </a:cubicBezTo>
                <a:cubicBezTo>
                  <a:pt x="7814" y="7719"/>
                  <a:pt x="7908" y="7751"/>
                  <a:pt x="7999" y="7751"/>
                </a:cubicBezTo>
                <a:cubicBezTo>
                  <a:pt x="8089" y="7751"/>
                  <a:pt x="8176" y="7719"/>
                  <a:pt x="8223" y="7656"/>
                </a:cubicBezTo>
                <a:lnTo>
                  <a:pt x="10082" y="5829"/>
                </a:lnTo>
                <a:cubicBezTo>
                  <a:pt x="10271" y="5609"/>
                  <a:pt x="10397" y="5388"/>
                  <a:pt x="10397" y="5105"/>
                </a:cubicBezTo>
                <a:lnTo>
                  <a:pt x="10397" y="2395"/>
                </a:lnTo>
                <a:cubicBezTo>
                  <a:pt x="10397" y="2206"/>
                  <a:pt x="10555" y="2049"/>
                  <a:pt x="10744" y="2049"/>
                </a:cubicBezTo>
                <a:close/>
                <a:moveTo>
                  <a:pt x="1103" y="2080"/>
                </a:moveTo>
                <a:cubicBezTo>
                  <a:pt x="1292" y="2080"/>
                  <a:pt x="1450" y="2238"/>
                  <a:pt x="1450" y="2427"/>
                </a:cubicBezTo>
                <a:lnTo>
                  <a:pt x="1450" y="5168"/>
                </a:lnTo>
                <a:cubicBezTo>
                  <a:pt x="1450" y="5420"/>
                  <a:pt x="1576" y="5672"/>
                  <a:pt x="1796" y="5861"/>
                </a:cubicBezTo>
                <a:lnTo>
                  <a:pt x="3624" y="7719"/>
                </a:lnTo>
                <a:cubicBezTo>
                  <a:pt x="3687" y="7782"/>
                  <a:pt x="3781" y="7814"/>
                  <a:pt x="3872" y="7814"/>
                </a:cubicBezTo>
                <a:cubicBezTo>
                  <a:pt x="3962" y="7814"/>
                  <a:pt x="4049" y="7782"/>
                  <a:pt x="4096" y="7719"/>
                </a:cubicBezTo>
                <a:cubicBezTo>
                  <a:pt x="4222" y="7593"/>
                  <a:pt x="4222" y="7373"/>
                  <a:pt x="4096" y="7247"/>
                </a:cubicBezTo>
                <a:lnTo>
                  <a:pt x="2930" y="6050"/>
                </a:lnTo>
                <a:cubicBezTo>
                  <a:pt x="2804" y="5955"/>
                  <a:pt x="2804" y="5703"/>
                  <a:pt x="2930" y="5577"/>
                </a:cubicBezTo>
                <a:cubicBezTo>
                  <a:pt x="2978" y="5530"/>
                  <a:pt x="3064" y="5506"/>
                  <a:pt x="3155" y="5506"/>
                </a:cubicBezTo>
                <a:cubicBezTo>
                  <a:pt x="3245" y="5506"/>
                  <a:pt x="3340" y="5530"/>
                  <a:pt x="3403" y="5577"/>
                </a:cubicBezTo>
                <a:lnTo>
                  <a:pt x="5293" y="7436"/>
                </a:lnTo>
                <a:cubicBezTo>
                  <a:pt x="5482" y="7625"/>
                  <a:pt x="5608" y="7877"/>
                  <a:pt x="5608" y="8161"/>
                </a:cubicBezTo>
                <a:lnTo>
                  <a:pt x="5608" y="10996"/>
                </a:lnTo>
                <a:lnTo>
                  <a:pt x="2836" y="10996"/>
                </a:lnTo>
                <a:lnTo>
                  <a:pt x="2836" y="10303"/>
                </a:lnTo>
                <a:cubicBezTo>
                  <a:pt x="2804" y="10051"/>
                  <a:pt x="2710" y="9736"/>
                  <a:pt x="2552" y="9452"/>
                </a:cubicBezTo>
                <a:lnTo>
                  <a:pt x="914" y="6680"/>
                </a:lnTo>
                <a:cubicBezTo>
                  <a:pt x="851" y="6522"/>
                  <a:pt x="757" y="6333"/>
                  <a:pt x="757" y="6176"/>
                </a:cubicBezTo>
                <a:lnTo>
                  <a:pt x="757" y="2427"/>
                </a:lnTo>
                <a:cubicBezTo>
                  <a:pt x="757" y="2238"/>
                  <a:pt x="914" y="2080"/>
                  <a:pt x="1103" y="2080"/>
                </a:cubicBezTo>
                <a:close/>
                <a:moveTo>
                  <a:pt x="5860" y="1"/>
                </a:moveTo>
                <a:cubicBezTo>
                  <a:pt x="4915" y="1"/>
                  <a:pt x="4128" y="788"/>
                  <a:pt x="4128" y="1734"/>
                </a:cubicBezTo>
                <a:cubicBezTo>
                  <a:pt x="4128" y="2206"/>
                  <a:pt x="4348" y="2647"/>
                  <a:pt x="4695" y="2994"/>
                </a:cubicBezTo>
                <a:cubicBezTo>
                  <a:pt x="4411" y="3120"/>
                  <a:pt x="4191" y="3214"/>
                  <a:pt x="3939" y="3435"/>
                </a:cubicBezTo>
                <a:cubicBezTo>
                  <a:pt x="3750" y="3592"/>
                  <a:pt x="3592" y="3750"/>
                  <a:pt x="3435" y="3939"/>
                </a:cubicBezTo>
                <a:lnTo>
                  <a:pt x="3435" y="3813"/>
                </a:lnTo>
                <a:cubicBezTo>
                  <a:pt x="3435" y="3246"/>
                  <a:pt x="2962" y="2805"/>
                  <a:pt x="2395" y="2805"/>
                </a:cubicBezTo>
                <a:cubicBezTo>
                  <a:pt x="2300" y="2805"/>
                  <a:pt x="2174" y="2836"/>
                  <a:pt x="2048" y="2836"/>
                </a:cubicBezTo>
                <a:lnTo>
                  <a:pt x="2048" y="2427"/>
                </a:lnTo>
                <a:cubicBezTo>
                  <a:pt x="2048" y="1891"/>
                  <a:pt x="1576" y="1418"/>
                  <a:pt x="1040" y="1418"/>
                </a:cubicBezTo>
                <a:cubicBezTo>
                  <a:pt x="473" y="1418"/>
                  <a:pt x="0" y="1891"/>
                  <a:pt x="0" y="2427"/>
                </a:cubicBezTo>
                <a:lnTo>
                  <a:pt x="0" y="6176"/>
                </a:lnTo>
                <a:cubicBezTo>
                  <a:pt x="0" y="6491"/>
                  <a:pt x="95" y="6806"/>
                  <a:pt x="253" y="7026"/>
                </a:cubicBezTo>
                <a:lnTo>
                  <a:pt x="1891" y="9799"/>
                </a:lnTo>
                <a:cubicBezTo>
                  <a:pt x="1985" y="9956"/>
                  <a:pt x="2048" y="10145"/>
                  <a:pt x="2048" y="10303"/>
                </a:cubicBezTo>
                <a:lnTo>
                  <a:pt x="2048" y="11342"/>
                </a:lnTo>
                <a:cubicBezTo>
                  <a:pt x="2048" y="11532"/>
                  <a:pt x="2206" y="11689"/>
                  <a:pt x="2395" y="11689"/>
                </a:cubicBezTo>
                <a:lnTo>
                  <a:pt x="9294" y="11689"/>
                </a:lnTo>
                <a:cubicBezTo>
                  <a:pt x="9483" y="11689"/>
                  <a:pt x="9641" y="11532"/>
                  <a:pt x="9641" y="11342"/>
                </a:cubicBezTo>
                <a:lnTo>
                  <a:pt x="9641" y="10303"/>
                </a:lnTo>
                <a:cubicBezTo>
                  <a:pt x="9641" y="10114"/>
                  <a:pt x="9704" y="9956"/>
                  <a:pt x="9799" y="9799"/>
                </a:cubicBezTo>
                <a:lnTo>
                  <a:pt x="11468" y="7026"/>
                </a:lnTo>
                <a:cubicBezTo>
                  <a:pt x="11626" y="6774"/>
                  <a:pt x="11689" y="6491"/>
                  <a:pt x="11689" y="6176"/>
                </a:cubicBezTo>
                <a:lnTo>
                  <a:pt x="11689" y="2427"/>
                </a:lnTo>
                <a:cubicBezTo>
                  <a:pt x="11752" y="1891"/>
                  <a:pt x="11279" y="1418"/>
                  <a:pt x="10712" y="1418"/>
                </a:cubicBezTo>
                <a:cubicBezTo>
                  <a:pt x="10177" y="1418"/>
                  <a:pt x="9704" y="1891"/>
                  <a:pt x="9704" y="2427"/>
                </a:cubicBezTo>
                <a:lnTo>
                  <a:pt x="9704" y="2836"/>
                </a:lnTo>
                <a:cubicBezTo>
                  <a:pt x="9578" y="2805"/>
                  <a:pt x="9452" y="2805"/>
                  <a:pt x="9326" y="2805"/>
                </a:cubicBezTo>
                <a:cubicBezTo>
                  <a:pt x="8790" y="2805"/>
                  <a:pt x="8318" y="3246"/>
                  <a:pt x="8318" y="3813"/>
                </a:cubicBezTo>
                <a:lnTo>
                  <a:pt x="8318" y="3939"/>
                </a:lnTo>
                <a:cubicBezTo>
                  <a:pt x="8160" y="3750"/>
                  <a:pt x="8003" y="3592"/>
                  <a:pt x="7814" y="3435"/>
                </a:cubicBezTo>
                <a:cubicBezTo>
                  <a:pt x="7562" y="3246"/>
                  <a:pt x="7341" y="3088"/>
                  <a:pt x="7058" y="2994"/>
                </a:cubicBezTo>
                <a:cubicBezTo>
                  <a:pt x="7404" y="2647"/>
                  <a:pt x="7593" y="2206"/>
                  <a:pt x="7593" y="1734"/>
                </a:cubicBezTo>
                <a:cubicBezTo>
                  <a:pt x="7593" y="788"/>
                  <a:pt x="6806" y="1"/>
                  <a:pt x="58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443;p51">
            <a:extLst>
              <a:ext uri="{FF2B5EF4-FFF2-40B4-BE49-F238E27FC236}">
                <a16:creationId xmlns:a16="http://schemas.microsoft.com/office/drawing/2014/main" id="{1A1561E9-161F-FDD1-1926-4BFB49F019AA}"/>
              </a:ext>
            </a:extLst>
          </p:cNvPr>
          <p:cNvSpPr/>
          <p:nvPr/>
        </p:nvSpPr>
        <p:spPr>
          <a:xfrm>
            <a:off x="7066258" y="3308109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4" name="Google Shape;2462;p51">
            <a:extLst>
              <a:ext uri="{FF2B5EF4-FFF2-40B4-BE49-F238E27FC236}">
                <a16:creationId xmlns:a16="http://schemas.microsoft.com/office/drawing/2014/main" id="{EE138B1B-7228-FFC3-3E85-5083E05304FC}"/>
              </a:ext>
            </a:extLst>
          </p:cNvPr>
          <p:cNvGrpSpPr/>
          <p:nvPr/>
        </p:nvGrpSpPr>
        <p:grpSpPr>
          <a:xfrm>
            <a:off x="7138257" y="3380106"/>
            <a:ext cx="360003" cy="360005"/>
            <a:chOff x="2821450" y="2957850"/>
            <a:chExt cx="259275" cy="258550"/>
          </a:xfrm>
        </p:grpSpPr>
        <p:sp>
          <p:nvSpPr>
            <p:cNvPr id="25" name="Google Shape;2463;p51">
              <a:extLst>
                <a:ext uri="{FF2B5EF4-FFF2-40B4-BE49-F238E27FC236}">
                  <a16:creationId xmlns:a16="http://schemas.microsoft.com/office/drawing/2014/main" id="{E21E6CFE-AEF2-E572-7D0C-FF66AF36A33A}"/>
                </a:ext>
              </a:extLst>
            </p:cNvPr>
            <p:cNvSpPr/>
            <p:nvPr/>
          </p:nvSpPr>
          <p:spPr>
            <a:xfrm>
              <a:off x="2821450" y="3080500"/>
              <a:ext cx="259275" cy="135900"/>
            </a:xfrm>
            <a:custGeom>
              <a:avLst/>
              <a:gdLst/>
              <a:ahLst/>
              <a:cxnLst/>
              <a:rect l="l" t="t" r="r" b="b"/>
              <a:pathLst>
                <a:path w="10371" h="5436" extrusionOk="0">
                  <a:moveTo>
                    <a:pt x="2677" y="585"/>
                  </a:moveTo>
                  <a:cubicBezTo>
                    <a:pt x="3151" y="585"/>
                    <a:pt x="3569" y="1004"/>
                    <a:pt x="3569" y="1505"/>
                  </a:cubicBezTo>
                  <a:cubicBezTo>
                    <a:pt x="3569" y="1979"/>
                    <a:pt x="3151" y="2397"/>
                    <a:pt x="2677" y="2397"/>
                  </a:cubicBezTo>
                  <a:cubicBezTo>
                    <a:pt x="2147" y="2397"/>
                    <a:pt x="1757" y="1979"/>
                    <a:pt x="1757" y="1505"/>
                  </a:cubicBezTo>
                  <a:cubicBezTo>
                    <a:pt x="1757" y="1004"/>
                    <a:pt x="2175" y="585"/>
                    <a:pt x="2677" y="585"/>
                  </a:cubicBezTo>
                  <a:close/>
                  <a:moveTo>
                    <a:pt x="7555" y="585"/>
                  </a:moveTo>
                  <a:cubicBezTo>
                    <a:pt x="8029" y="585"/>
                    <a:pt x="8447" y="1004"/>
                    <a:pt x="8447" y="1505"/>
                  </a:cubicBezTo>
                  <a:cubicBezTo>
                    <a:pt x="8447" y="1979"/>
                    <a:pt x="8029" y="2397"/>
                    <a:pt x="7555" y="2397"/>
                  </a:cubicBezTo>
                  <a:cubicBezTo>
                    <a:pt x="7025" y="2397"/>
                    <a:pt x="6635" y="1979"/>
                    <a:pt x="6635" y="1505"/>
                  </a:cubicBezTo>
                  <a:cubicBezTo>
                    <a:pt x="6635" y="1004"/>
                    <a:pt x="7053" y="585"/>
                    <a:pt x="7555" y="585"/>
                  </a:cubicBezTo>
                  <a:close/>
                  <a:moveTo>
                    <a:pt x="2677" y="2983"/>
                  </a:moveTo>
                  <a:cubicBezTo>
                    <a:pt x="3736" y="2983"/>
                    <a:pt x="4628" y="3791"/>
                    <a:pt x="4795" y="4795"/>
                  </a:cubicBezTo>
                  <a:lnTo>
                    <a:pt x="586" y="4795"/>
                  </a:lnTo>
                  <a:cubicBezTo>
                    <a:pt x="698" y="3791"/>
                    <a:pt x="1618" y="2983"/>
                    <a:pt x="2677" y="2983"/>
                  </a:cubicBezTo>
                  <a:close/>
                  <a:moveTo>
                    <a:pt x="7555" y="2983"/>
                  </a:moveTo>
                  <a:cubicBezTo>
                    <a:pt x="8614" y="2983"/>
                    <a:pt x="9506" y="3791"/>
                    <a:pt x="9646" y="4795"/>
                  </a:cubicBezTo>
                  <a:lnTo>
                    <a:pt x="5409" y="4795"/>
                  </a:lnTo>
                  <a:cubicBezTo>
                    <a:pt x="5548" y="3791"/>
                    <a:pt x="6468" y="2983"/>
                    <a:pt x="7555" y="2983"/>
                  </a:cubicBezTo>
                  <a:close/>
                  <a:moveTo>
                    <a:pt x="2733" y="0"/>
                  </a:moveTo>
                  <a:cubicBezTo>
                    <a:pt x="1896" y="0"/>
                    <a:pt x="1227" y="669"/>
                    <a:pt x="1227" y="1505"/>
                  </a:cubicBezTo>
                  <a:cubicBezTo>
                    <a:pt x="1227" y="1951"/>
                    <a:pt x="1395" y="2342"/>
                    <a:pt x="1729" y="2620"/>
                  </a:cubicBezTo>
                  <a:cubicBezTo>
                    <a:pt x="698" y="3039"/>
                    <a:pt x="1" y="4014"/>
                    <a:pt x="1" y="5129"/>
                  </a:cubicBezTo>
                  <a:cubicBezTo>
                    <a:pt x="1" y="5296"/>
                    <a:pt x="140" y="5436"/>
                    <a:pt x="335" y="5436"/>
                  </a:cubicBezTo>
                  <a:lnTo>
                    <a:pt x="10036" y="5436"/>
                  </a:lnTo>
                  <a:cubicBezTo>
                    <a:pt x="10231" y="5436"/>
                    <a:pt x="10370" y="5296"/>
                    <a:pt x="10370" y="5129"/>
                  </a:cubicBezTo>
                  <a:cubicBezTo>
                    <a:pt x="10259" y="3958"/>
                    <a:pt x="9562" y="2983"/>
                    <a:pt x="8559" y="2620"/>
                  </a:cubicBezTo>
                  <a:cubicBezTo>
                    <a:pt x="8865" y="2342"/>
                    <a:pt x="9032" y="1951"/>
                    <a:pt x="9032" y="1505"/>
                  </a:cubicBezTo>
                  <a:cubicBezTo>
                    <a:pt x="9032" y="669"/>
                    <a:pt x="8391" y="0"/>
                    <a:pt x="7555" y="0"/>
                  </a:cubicBezTo>
                  <a:cubicBezTo>
                    <a:pt x="6719" y="0"/>
                    <a:pt x="6050" y="669"/>
                    <a:pt x="6050" y="1505"/>
                  </a:cubicBezTo>
                  <a:cubicBezTo>
                    <a:pt x="6050" y="1951"/>
                    <a:pt x="6217" y="2342"/>
                    <a:pt x="6524" y="2620"/>
                  </a:cubicBezTo>
                  <a:cubicBezTo>
                    <a:pt x="5910" y="2843"/>
                    <a:pt x="5409" y="3317"/>
                    <a:pt x="5130" y="3903"/>
                  </a:cubicBezTo>
                  <a:cubicBezTo>
                    <a:pt x="4823" y="3317"/>
                    <a:pt x="4322" y="2843"/>
                    <a:pt x="3736" y="2620"/>
                  </a:cubicBezTo>
                  <a:cubicBezTo>
                    <a:pt x="4043" y="2342"/>
                    <a:pt x="4238" y="1951"/>
                    <a:pt x="4238" y="1505"/>
                  </a:cubicBezTo>
                  <a:cubicBezTo>
                    <a:pt x="4238" y="669"/>
                    <a:pt x="3569" y="0"/>
                    <a:pt x="27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64;p51">
              <a:extLst>
                <a:ext uri="{FF2B5EF4-FFF2-40B4-BE49-F238E27FC236}">
                  <a16:creationId xmlns:a16="http://schemas.microsoft.com/office/drawing/2014/main" id="{210948CF-A229-15E9-7B16-FAB2FC8392CF}"/>
                </a:ext>
              </a:extLst>
            </p:cNvPr>
            <p:cNvSpPr/>
            <p:nvPr/>
          </p:nvSpPr>
          <p:spPr>
            <a:xfrm>
              <a:off x="2831900" y="2957850"/>
              <a:ext cx="228625" cy="106350"/>
            </a:xfrm>
            <a:custGeom>
              <a:avLst/>
              <a:gdLst/>
              <a:ahLst/>
              <a:cxnLst/>
              <a:rect l="l" t="t" r="r" b="b"/>
              <a:pathLst>
                <a:path w="9145" h="4254" extrusionOk="0">
                  <a:moveTo>
                    <a:pt x="8336" y="585"/>
                  </a:moveTo>
                  <a:cubicBezTo>
                    <a:pt x="8531" y="585"/>
                    <a:pt x="8642" y="725"/>
                    <a:pt x="8642" y="892"/>
                  </a:cubicBezTo>
                  <a:lnTo>
                    <a:pt x="8642" y="2119"/>
                  </a:lnTo>
                  <a:cubicBezTo>
                    <a:pt x="8642" y="2286"/>
                    <a:pt x="8531" y="2425"/>
                    <a:pt x="8336" y="2425"/>
                  </a:cubicBezTo>
                  <a:lnTo>
                    <a:pt x="7137" y="2425"/>
                  </a:lnTo>
                  <a:cubicBezTo>
                    <a:pt x="6942" y="2425"/>
                    <a:pt x="6803" y="2565"/>
                    <a:pt x="6803" y="2732"/>
                  </a:cubicBezTo>
                  <a:lnTo>
                    <a:pt x="6803" y="3234"/>
                  </a:lnTo>
                  <a:lnTo>
                    <a:pt x="6106" y="2537"/>
                  </a:lnTo>
                  <a:cubicBezTo>
                    <a:pt x="6050" y="2453"/>
                    <a:pt x="5966" y="2425"/>
                    <a:pt x="5911" y="2425"/>
                  </a:cubicBezTo>
                  <a:lnTo>
                    <a:pt x="3430" y="2425"/>
                  </a:lnTo>
                  <a:cubicBezTo>
                    <a:pt x="3346" y="2425"/>
                    <a:pt x="3262" y="2453"/>
                    <a:pt x="3207" y="2537"/>
                  </a:cubicBezTo>
                  <a:lnTo>
                    <a:pt x="2510" y="3234"/>
                  </a:lnTo>
                  <a:lnTo>
                    <a:pt x="2510" y="2732"/>
                  </a:lnTo>
                  <a:cubicBezTo>
                    <a:pt x="2510" y="2565"/>
                    <a:pt x="2370" y="2425"/>
                    <a:pt x="2203" y="2425"/>
                  </a:cubicBezTo>
                  <a:lnTo>
                    <a:pt x="1032" y="2425"/>
                  </a:lnTo>
                  <a:cubicBezTo>
                    <a:pt x="865" y="2425"/>
                    <a:pt x="726" y="2286"/>
                    <a:pt x="726" y="2119"/>
                  </a:cubicBezTo>
                  <a:lnTo>
                    <a:pt x="726" y="892"/>
                  </a:lnTo>
                  <a:cubicBezTo>
                    <a:pt x="726" y="725"/>
                    <a:pt x="865" y="585"/>
                    <a:pt x="1032" y="585"/>
                  </a:cubicBezTo>
                  <a:close/>
                  <a:moveTo>
                    <a:pt x="921" y="0"/>
                  </a:moveTo>
                  <a:cubicBezTo>
                    <a:pt x="447" y="0"/>
                    <a:pt x="1" y="418"/>
                    <a:pt x="1" y="892"/>
                  </a:cubicBezTo>
                  <a:lnTo>
                    <a:pt x="1" y="2119"/>
                  </a:lnTo>
                  <a:cubicBezTo>
                    <a:pt x="1" y="2592"/>
                    <a:pt x="419" y="3011"/>
                    <a:pt x="921" y="3011"/>
                  </a:cubicBezTo>
                  <a:lnTo>
                    <a:pt x="1841" y="3011"/>
                  </a:lnTo>
                  <a:lnTo>
                    <a:pt x="1841" y="3958"/>
                  </a:lnTo>
                  <a:cubicBezTo>
                    <a:pt x="1924" y="4098"/>
                    <a:pt x="2008" y="4209"/>
                    <a:pt x="2120" y="4237"/>
                  </a:cubicBezTo>
                  <a:cubicBezTo>
                    <a:pt x="2150" y="4247"/>
                    <a:pt x="2188" y="4254"/>
                    <a:pt x="2228" y="4254"/>
                  </a:cubicBezTo>
                  <a:cubicBezTo>
                    <a:pt x="2298" y="4254"/>
                    <a:pt x="2373" y="4234"/>
                    <a:pt x="2426" y="4181"/>
                  </a:cubicBezTo>
                  <a:lnTo>
                    <a:pt x="3541" y="3011"/>
                  </a:lnTo>
                  <a:lnTo>
                    <a:pt x="5743" y="3011"/>
                  </a:lnTo>
                  <a:lnTo>
                    <a:pt x="6830" y="4181"/>
                  </a:lnTo>
                  <a:cubicBezTo>
                    <a:pt x="6883" y="4234"/>
                    <a:pt x="6959" y="4254"/>
                    <a:pt x="7035" y="4254"/>
                  </a:cubicBezTo>
                  <a:cubicBezTo>
                    <a:pt x="7080" y="4254"/>
                    <a:pt x="7124" y="4247"/>
                    <a:pt x="7165" y="4237"/>
                  </a:cubicBezTo>
                  <a:cubicBezTo>
                    <a:pt x="7249" y="4209"/>
                    <a:pt x="7332" y="4070"/>
                    <a:pt x="7332" y="3958"/>
                  </a:cubicBezTo>
                  <a:lnTo>
                    <a:pt x="7332" y="3011"/>
                  </a:lnTo>
                  <a:lnTo>
                    <a:pt x="8224" y="3011"/>
                  </a:lnTo>
                  <a:cubicBezTo>
                    <a:pt x="8726" y="3011"/>
                    <a:pt x="9144" y="2592"/>
                    <a:pt x="9144" y="2119"/>
                  </a:cubicBezTo>
                  <a:lnTo>
                    <a:pt x="9144" y="892"/>
                  </a:lnTo>
                  <a:cubicBezTo>
                    <a:pt x="9144" y="418"/>
                    <a:pt x="8726" y="0"/>
                    <a:pt x="8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65;p51">
              <a:extLst>
                <a:ext uri="{FF2B5EF4-FFF2-40B4-BE49-F238E27FC236}">
                  <a16:creationId xmlns:a16="http://schemas.microsoft.com/office/drawing/2014/main" id="{A38E66E5-FDF0-0376-F5E0-D9C32218CB30}"/>
                </a:ext>
              </a:extLst>
            </p:cNvPr>
            <p:cNvSpPr/>
            <p:nvPr/>
          </p:nvSpPr>
          <p:spPr>
            <a:xfrm>
              <a:off x="3024600" y="2966925"/>
              <a:ext cx="29875" cy="58497"/>
            </a:xfrm>
            <a:custGeom>
              <a:avLst/>
              <a:gdLst/>
              <a:ahLst/>
              <a:cxnLst/>
              <a:rect l="l" t="t" r="r" b="b"/>
              <a:pathLst>
                <a:path w="1195" h="2376" extrusionOk="0">
                  <a:moveTo>
                    <a:pt x="159" y="2269"/>
                  </a:moveTo>
                  <a:cubicBezTo>
                    <a:pt x="131" y="2225"/>
                    <a:pt x="349" y="2178"/>
                    <a:pt x="444" y="2102"/>
                  </a:cubicBezTo>
                  <a:cubicBezTo>
                    <a:pt x="539" y="2027"/>
                    <a:pt x="682" y="2090"/>
                    <a:pt x="730" y="1816"/>
                  </a:cubicBezTo>
                  <a:cubicBezTo>
                    <a:pt x="778" y="1542"/>
                    <a:pt x="774" y="725"/>
                    <a:pt x="730" y="459"/>
                  </a:cubicBezTo>
                  <a:cubicBezTo>
                    <a:pt x="686" y="193"/>
                    <a:pt x="587" y="273"/>
                    <a:pt x="468" y="221"/>
                  </a:cubicBezTo>
                  <a:cubicBezTo>
                    <a:pt x="349" y="169"/>
                    <a:pt x="-16" y="185"/>
                    <a:pt x="16" y="149"/>
                  </a:cubicBezTo>
                  <a:cubicBezTo>
                    <a:pt x="48" y="113"/>
                    <a:pt x="473" y="-21"/>
                    <a:pt x="659" y="7"/>
                  </a:cubicBezTo>
                  <a:cubicBezTo>
                    <a:pt x="846" y="35"/>
                    <a:pt x="1048" y="54"/>
                    <a:pt x="1135" y="316"/>
                  </a:cubicBezTo>
                  <a:cubicBezTo>
                    <a:pt x="1222" y="578"/>
                    <a:pt x="1183" y="1276"/>
                    <a:pt x="1183" y="1578"/>
                  </a:cubicBezTo>
                  <a:cubicBezTo>
                    <a:pt x="1183" y="1880"/>
                    <a:pt x="1230" y="1995"/>
                    <a:pt x="1135" y="2126"/>
                  </a:cubicBezTo>
                  <a:cubicBezTo>
                    <a:pt x="1040" y="2257"/>
                    <a:pt x="774" y="2340"/>
                    <a:pt x="611" y="2364"/>
                  </a:cubicBezTo>
                  <a:cubicBezTo>
                    <a:pt x="448" y="2388"/>
                    <a:pt x="187" y="2313"/>
                    <a:pt x="159" y="22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958769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7">
          <a:extLst>
            <a:ext uri="{FF2B5EF4-FFF2-40B4-BE49-F238E27FC236}">
              <a16:creationId xmlns:a16="http://schemas.microsoft.com/office/drawing/2014/main" id="{D33B6196-0E5B-01D5-608F-1AA10E824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p51">
            <a:extLst>
              <a:ext uri="{FF2B5EF4-FFF2-40B4-BE49-F238E27FC236}">
                <a16:creationId xmlns:a16="http://schemas.microsoft.com/office/drawing/2014/main" id="{E97B1BF2-4D28-CC98-11E0-9F2E4969F070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4923270" y="3923990"/>
            <a:ext cx="2604425" cy="504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indent="0"/>
            <a:r>
              <a:rPr lang="en" err="1"/>
              <a:t>Integración</a:t>
            </a:r>
            <a:r>
              <a:rPr lang="en"/>
              <a:t> con LLMs  </a:t>
            </a:r>
            <a:r>
              <a:rPr lang="en" err="1"/>
              <a:t>entrenados</a:t>
            </a:r>
            <a:r>
              <a:rPr lang="en"/>
              <a:t> con </a:t>
            </a:r>
            <a:r>
              <a:rPr lang="en" err="1"/>
              <a:t>documentos</a:t>
            </a:r>
            <a:r>
              <a:rPr lang="en"/>
              <a:t> </a:t>
            </a:r>
            <a:r>
              <a:rPr lang="en" err="1"/>
              <a:t>nacionales</a:t>
            </a:r>
            <a:r>
              <a:rPr lang="en"/>
              <a:t> </a:t>
            </a:r>
            <a:r>
              <a:rPr lang="en" err="1"/>
              <a:t>anonimizados</a:t>
            </a:r>
            <a:r>
              <a:rPr lang="en"/>
              <a:t>.</a:t>
            </a:r>
            <a:br>
              <a:rPr lang="en"/>
            </a:br>
            <a:endParaRPr lang="en" u="sng"/>
          </a:p>
        </p:txBody>
      </p:sp>
      <p:sp>
        <p:nvSpPr>
          <p:cNvPr id="2429" name="Google Shape;2429;p51">
            <a:extLst>
              <a:ext uri="{FF2B5EF4-FFF2-40B4-BE49-F238E27FC236}">
                <a16:creationId xmlns:a16="http://schemas.microsoft.com/office/drawing/2014/main" id="{04AFD0FF-3469-B723-AB56-9C0EED786DD8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909677" y="3923990"/>
            <a:ext cx="2491248" cy="504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indent="0"/>
            <a:r>
              <a:rPr lang="en" err="1"/>
              <a:t>Capacidad</a:t>
            </a:r>
            <a:r>
              <a:rPr lang="en"/>
              <a:t> de extender a la UE → LATAM → </a:t>
            </a:r>
            <a:r>
              <a:rPr lang="en" err="1"/>
              <a:t>jurisdicciones</a:t>
            </a:r>
            <a:r>
              <a:rPr lang="en"/>
              <a:t> </a:t>
            </a:r>
            <a:r>
              <a:rPr lang="en" err="1"/>
              <a:t>globales</a:t>
            </a:r>
            <a:r>
              <a:rPr lang="en"/>
              <a:t>.</a:t>
            </a:r>
            <a:br>
              <a:rPr lang="en"/>
            </a:br>
            <a:br>
              <a:rPr lang="en"/>
            </a:br>
            <a:endParaRPr lang="en"/>
          </a:p>
        </p:txBody>
      </p:sp>
      <p:sp>
        <p:nvSpPr>
          <p:cNvPr id="2431" name="Google Shape;2431;p51">
            <a:extLst>
              <a:ext uri="{FF2B5EF4-FFF2-40B4-BE49-F238E27FC236}">
                <a16:creationId xmlns:a16="http://schemas.microsoft.com/office/drawing/2014/main" id="{BDB62F32-942A-B2DF-3DA2-95E0819B7B97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177595" y="2139900"/>
            <a:ext cx="2246400" cy="504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indent="0"/>
            <a:r>
              <a:rPr lang="en" err="1">
                <a:solidFill>
                  <a:srgbClr val="17414F"/>
                </a:solidFill>
                <a:cs typeface="Arial"/>
              </a:rPr>
              <a:t>Actualización</a:t>
            </a:r>
            <a:r>
              <a:rPr lang="en">
                <a:solidFill>
                  <a:srgbClr val="17414F"/>
                </a:solidFill>
                <a:cs typeface="Arial"/>
              </a:rPr>
              <a:t> </a:t>
            </a:r>
            <a:r>
              <a:rPr lang="en" err="1">
                <a:solidFill>
                  <a:srgbClr val="17414F"/>
                </a:solidFill>
                <a:cs typeface="Arial"/>
              </a:rPr>
              <a:t>normativa</a:t>
            </a:r>
            <a:r>
              <a:rPr lang="en">
                <a:solidFill>
                  <a:srgbClr val="17414F"/>
                </a:solidFill>
                <a:cs typeface="Arial"/>
              </a:rPr>
              <a:t> </a:t>
            </a:r>
            <a:r>
              <a:rPr lang="en" err="1">
                <a:solidFill>
                  <a:srgbClr val="17414F"/>
                </a:solidFill>
                <a:cs typeface="Arial"/>
              </a:rPr>
              <a:t>en</a:t>
            </a:r>
            <a:r>
              <a:rPr lang="en">
                <a:solidFill>
                  <a:srgbClr val="17414F"/>
                </a:solidFill>
                <a:cs typeface="Arial"/>
              </a:rPr>
              <a:t> </a:t>
            </a:r>
            <a:r>
              <a:rPr lang="en" err="1">
                <a:solidFill>
                  <a:srgbClr val="17414F"/>
                </a:solidFill>
                <a:cs typeface="Arial"/>
              </a:rPr>
              <a:t>tiempo</a:t>
            </a:r>
            <a:r>
              <a:rPr lang="en">
                <a:solidFill>
                  <a:srgbClr val="17414F"/>
                </a:solidFill>
                <a:cs typeface="Arial"/>
              </a:rPr>
              <a:t> real.</a:t>
            </a:r>
            <a:br>
              <a:rPr lang="en">
                <a:solidFill>
                  <a:srgbClr val="17414F"/>
                </a:solidFill>
                <a:cs typeface="Arial"/>
              </a:rPr>
            </a:br>
            <a:r>
              <a:rPr lang="en">
                <a:solidFill>
                  <a:srgbClr val="17414F"/>
                </a:solidFill>
                <a:cs typeface="Arial"/>
              </a:rPr>
              <a:t> </a:t>
            </a:r>
            <a:endParaRPr lang="es-ES">
              <a:solidFill>
                <a:srgbClr val="17414F"/>
              </a:solidFill>
            </a:endParaRPr>
          </a:p>
        </p:txBody>
      </p:sp>
      <p:sp>
        <p:nvSpPr>
          <p:cNvPr id="2432" name="Google Shape;2432;p51">
            <a:extLst>
              <a:ext uri="{FF2B5EF4-FFF2-40B4-BE49-F238E27FC236}">
                <a16:creationId xmlns:a16="http://schemas.microsoft.com/office/drawing/2014/main" id="{CEFFF3D5-16C1-6295-4EFA-878EC9A7714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442920" y="2139900"/>
            <a:ext cx="2246400" cy="504000"/>
          </a:xfrm>
          <a:prstGeom prst="rect">
            <a:avLst/>
          </a:prstGeom>
        </p:spPr>
        <p:txBody>
          <a:bodyPr spcFirstLastPara="1" wrap="square" lIns="90000" tIns="91425" rIns="82775" bIns="91425" anchor="t" anchorCtr="0">
            <a:noAutofit/>
          </a:bodyPr>
          <a:lstStyle/>
          <a:p>
            <a:pPr marL="0" indent="0"/>
            <a:r>
              <a:rPr lang="en" err="1">
                <a:solidFill>
                  <a:srgbClr val="17414F"/>
                </a:solidFill>
                <a:cs typeface="Arial"/>
              </a:rPr>
              <a:t>Guías</a:t>
            </a:r>
            <a:r>
              <a:rPr lang="en">
                <a:solidFill>
                  <a:srgbClr val="17414F"/>
                </a:solidFill>
                <a:cs typeface="Arial"/>
              </a:rPr>
              <a:t> </a:t>
            </a:r>
            <a:r>
              <a:rPr lang="en" err="1">
                <a:solidFill>
                  <a:srgbClr val="17414F"/>
                </a:solidFill>
                <a:cs typeface="Arial"/>
              </a:rPr>
              <a:t>oficiales</a:t>
            </a:r>
            <a:r>
              <a:rPr lang="en">
                <a:solidFill>
                  <a:srgbClr val="17414F"/>
                </a:solidFill>
                <a:cs typeface="Arial"/>
              </a:rPr>
              <a:t> </a:t>
            </a:r>
            <a:r>
              <a:rPr lang="en" err="1">
                <a:solidFill>
                  <a:srgbClr val="17414F"/>
                </a:solidFill>
                <a:cs typeface="Arial"/>
              </a:rPr>
              <a:t>por</a:t>
            </a:r>
            <a:r>
              <a:rPr lang="en">
                <a:solidFill>
                  <a:srgbClr val="17414F"/>
                </a:solidFill>
                <a:cs typeface="Arial"/>
              </a:rPr>
              <a:t> </a:t>
            </a:r>
            <a:r>
              <a:rPr lang="en" err="1">
                <a:solidFill>
                  <a:srgbClr val="17414F"/>
                </a:solidFill>
                <a:cs typeface="Arial"/>
              </a:rPr>
              <a:t>país</a:t>
            </a:r>
            <a:br>
              <a:rPr lang="en">
                <a:solidFill>
                  <a:srgbClr val="17414F"/>
                </a:solidFill>
                <a:cs typeface="Arial"/>
              </a:rPr>
            </a:br>
            <a:endParaRPr lang="en"/>
          </a:p>
        </p:txBody>
      </p:sp>
      <p:sp>
        <p:nvSpPr>
          <p:cNvPr id="2435" name="Google Shape;2435;p51">
            <a:extLst>
              <a:ext uri="{FF2B5EF4-FFF2-40B4-BE49-F238E27FC236}">
                <a16:creationId xmlns:a16="http://schemas.microsoft.com/office/drawing/2014/main" id="{EADC4047-2C81-1F0E-7EA9-4AFEE47A1CF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84355" y="2196112"/>
            <a:ext cx="2672862" cy="5040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indent="0"/>
            <a:r>
              <a:rPr lang="en">
                <a:cs typeface="Arial"/>
              </a:rPr>
              <a:t>Plantillas</a:t>
            </a:r>
            <a:r>
              <a:rPr lang="en">
                <a:solidFill>
                  <a:srgbClr val="17414F"/>
                </a:solidFill>
                <a:cs typeface="Arial"/>
              </a:rPr>
              <a:t> nacionales plug-and-play.</a:t>
            </a:r>
            <a:endParaRPr lang="en">
              <a:cs typeface="Arial"/>
            </a:endParaRPr>
          </a:p>
        </p:txBody>
      </p:sp>
      <p:sp>
        <p:nvSpPr>
          <p:cNvPr id="2440" name="Google Shape;2440;p51">
            <a:extLst>
              <a:ext uri="{FF2B5EF4-FFF2-40B4-BE49-F238E27FC236}">
                <a16:creationId xmlns:a16="http://schemas.microsoft.com/office/drawing/2014/main" id="{2A39B44B-849E-2963-CDEF-6076A5EDEE82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1596" y="174408"/>
            <a:ext cx="7704000" cy="676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r>
              <a:rPr lang="en" err="1">
                <a:solidFill>
                  <a:schemeClr val="tx1"/>
                </a:solidFill>
                <a:cs typeface="Arial"/>
              </a:rPr>
              <a:t>Escalabilidad</a:t>
            </a:r>
            <a:r>
              <a:rPr lang="en">
                <a:solidFill>
                  <a:srgbClr val="17414F"/>
                </a:solidFill>
                <a:cs typeface="Arial"/>
              </a:rPr>
              <a:t>: un </a:t>
            </a:r>
            <a:r>
              <a:rPr lang="en" err="1">
                <a:solidFill>
                  <a:srgbClr val="17414F"/>
                </a:solidFill>
                <a:cs typeface="Arial"/>
              </a:rPr>
              <a:t>modelo</a:t>
            </a:r>
            <a:r>
              <a:rPr lang="en">
                <a:solidFill>
                  <a:srgbClr val="17414F"/>
                </a:solidFill>
                <a:cs typeface="Arial"/>
              </a:rPr>
              <a:t> </a:t>
            </a:r>
            <a:r>
              <a:rPr lang="en" err="1">
                <a:solidFill>
                  <a:srgbClr val="17414F"/>
                </a:solidFill>
                <a:cs typeface="Arial"/>
              </a:rPr>
              <a:t>por</a:t>
            </a:r>
            <a:r>
              <a:rPr lang="en">
                <a:solidFill>
                  <a:srgbClr val="17414F"/>
                </a:solidFill>
                <a:cs typeface="Arial"/>
              </a:rPr>
              <a:t> </a:t>
            </a:r>
            <a:r>
              <a:rPr lang="en" err="1">
                <a:solidFill>
                  <a:srgbClr val="17414F"/>
                </a:solidFill>
                <a:cs typeface="Arial"/>
              </a:rPr>
              <a:t>país</a:t>
            </a:r>
            <a:r>
              <a:rPr lang="en">
                <a:solidFill>
                  <a:srgbClr val="17414F"/>
                </a:solidFill>
                <a:cs typeface="Arial"/>
              </a:rPr>
              <a:t>, </a:t>
            </a:r>
            <a:r>
              <a:rPr lang="en" err="1">
                <a:solidFill>
                  <a:srgbClr val="17414F"/>
                </a:solidFill>
                <a:cs typeface="Arial"/>
              </a:rPr>
              <a:t>una</a:t>
            </a:r>
            <a:r>
              <a:rPr lang="en">
                <a:solidFill>
                  <a:srgbClr val="17414F"/>
                </a:solidFill>
                <a:cs typeface="Arial"/>
              </a:rPr>
              <a:t> </a:t>
            </a:r>
            <a:r>
              <a:rPr lang="en" err="1">
                <a:solidFill>
                  <a:srgbClr val="17414F"/>
                </a:solidFill>
                <a:cs typeface="Arial"/>
              </a:rPr>
              <a:t>estructura</a:t>
            </a:r>
            <a:r>
              <a:rPr lang="en">
                <a:solidFill>
                  <a:srgbClr val="17414F"/>
                </a:solidFill>
                <a:cs typeface="Arial"/>
              </a:rPr>
              <a:t> universal</a:t>
            </a:r>
            <a:endParaRPr lang="es-ES" u="sng"/>
          </a:p>
        </p:txBody>
      </p:sp>
      <p:sp>
        <p:nvSpPr>
          <p:cNvPr id="2442" name="Google Shape;2442;p51">
            <a:extLst>
              <a:ext uri="{FF2B5EF4-FFF2-40B4-BE49-F238E27FC236}">
                <a16:creationId xmlns:a16="http://schemas.microsoft.com/office/drawing/2014/main" id="{B6469D8B-F782-4851-7A90-891A69D71675}"/>
              </a:ext>
            </a:extLst>
          </p:cNvPr>
          <p:cNvSpPr/>
          <p:nvPr/>
        </p:nvSpPr>
        <p:spPr>
          <a:xfrm>
            <a:off x="4320000" y="1389600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443" name="Google Shape;2443;p51">
            <a:extLst>
              <a:ext uri="{FF2B5EF4-FFF2-40B4-BE49-F238E27FC236}">
                <a16:creationId xmlns:a16="http://schemas.microsoft.com/office/drawing/2014/main" id="{7C41A662-E996-23C9-D8F6-203B44557EB4}"/>
              </a:ext>
            </a:extLst>
          </p:cNvPr>
          <p:cNvSpPr/>
          <p:nvPr/>
        </p:nvSpPr>
        <p:spPr>
          <a:xfrm>
            <a:off x="7048795" y="1389600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445" name="Google Shape;2445;p51">
            <a:extLst>
              <a:ext uri="{FF2B5EF4-FFF2-40B4-BE49-F238E27FC236}">
                <a16:creationId xmlns:a16="http://schemas.microsoft.com/office/drawing/2014/main" id="{EC03E5C9-4220-4AAF-B92F-8CE8DF17B276}"/>
              </a:ext>
            </a:extLst>
          </p:cNvPr>
          <p:cNvSpPr/>
          <p:nvPr/>
        </p:nvSpPr>
        <p:spPr>
          <a:xfrm>
            <a:off x="2903301" y="3186051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446" name="Google Shape;2446;p51">
            <a:extLst>
              <a:ext uri="{FF2B5EF4-FFF2-40B4-BE49-F238E27FC236}">
                <a16:creationId xmlns:a16="http://schemas.microsoft.com/office/drawing/2014/main" id="{D9519A31-6EED-70CF-6E96-C44AB3423B40}"/>
              </a:ext>
            </a:extLst>
          </p:cNvPr>
          <p:cNvSpPr/>
          <p:nvPr/>
        </p:nvSpPr>
        <p:spPr>
          <a:xfrm>
            <a:off x="5971993" y="3187872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450" name="Google Shape;2450;p51">
            <a:extLst>
              <a:ext uri="{FF2B5EF4-FFF2-40B4-BE49-F238E27FC236}">
                <a16:creationId xmlns:a16="http://schemas.microsoft.com/office/drawing/2014/main" id="{F54EA6A5-6B74-721E-DAD1-3B6FC92A3DA6}"/>
              </a:ext>
            </a:extLst>
          </p:cNvPr>
          <p:cNvGrpSpPr/>
          <p:nvPr/>
        </p:nvGrpSpPr>
        <p:grpSpPr>
          <a:xfrm>
            <a:off x="2987311" y="3258044"/>
            <a:ext cx="335980" cy="360013"/>
            <a:chOff x="2055125" y="1757375"/>
            <a:chExt cx="404600" cy="432500"/>
          </a:xfrm>
        </p:grpSpPr>
        <p:sp>
          <p:nvSpPr>
            <p:cNvPr id="2451" name="Google Shape;2451;p51">
              <a:extLst>
                <a:ext uri="{FF2B5EF4-FFF2-40B4-BE49-F238E27FC236}">
                  <a16:creationId xmlns:a16="http://schemas.microsoft.com/office/drawing/2014/main" id="{88F9DF90-9BF5-154A-DC4D-8327F121C522}"/>
                </a:ext>
              </a:extLst>
            </p:cNvPr>
            <p:cNvSpPr/>
            <p:nvPr/>
          </p:nvSpPr>
          <p:spPr>
            <a:xfrm>
              <a:off x="2055125" y="1757375"/>
              <a:ext cx="404600" cy="432500"/>
            </a:xfrm>
            <a:custGeom>
              <a:avLst/>
              <a:gdLst/>
              <a:ahLst/>
              <a:cxnLst/>
              <a:rect l="l" t="t" r="r" b="b"/>
              <a:pathLst>
                <a:path w="16184" h="17300" extrusionOk="0">
                  <a:moveTo>
                    <a:pt x="11718" y="1014"/>
                  </a:moveTo>
                  <a:cubicBezTo>
                    <a:pt x="12446" y="2281"/>
                    <a:pt x="13713" y="3136"/>
                    <a:pt x="15170" y="3294"/>
                  </a:cubicBezTo>
                  <a:lnTo>
                    <a:pt x="15170" y="9090"/>
                  </a:lnTo>
                  <a:lnTo>
                    <a:pt x="15138" y="9090"/>
                  </a:lnTo>
                  <a:cubicBezTo>
                    <a:pt x="15170" y="12098"/>
                    <a:pt x="10135" y="15202"/>
                    <a:pt x="8171" y="16215"/>
                  </a:cubicBezTo>
                  <a:cubicBezTo>
                    <a:pt x="6176" y="15202"/>
                    <a:pt x="1109" y="12098"/>
                    <a:pt x="1204" y="9090"/>
                  </a:cubicBezTo>
                  <a:lnTo>
                    <a:pt x="1204" y="3294"/>
                  </a:lnTo>
                  <a:cubicBezTo>
                    <a:pt x="2629" y="3136"/>
                    <a:pt x="3927" y="2281"/>
                    <a:pt x="4624" y="1014"/>
                  </a:cubicBezTo>
                  <a:close/>
                  <a:moveTo>
                    <a:pt x="4276" y="1"/>
                  </a:moveTo>
                  <a:cubicBezTo>
                    <a:pt x="4086" y="1"/>
                    <a:pt x="3896" y="127"/>
                    <a:pt x="3801" y="286"/>
                  </a:cubicBezTo>
                  <a:cubicBezTo>
                    <a:pt x="3262" y="1521"/>
                    <a:pt x="1996" y="2312"/>
                    <a:pt x="634" y="2312"/>
                  </a:cubicBezTo>
                  <a:cubicBezTo>
                    <a:pt x="349" y="2312"/>
                    <a:pt x="127" y="2534"/>
                    <a:pt x="127" y="2819"/>
                  </a:cubicBezTo>
                  <a:lnTo>
                    <a:pt x="127" y="9090"/>
                  </a:lnTo>
                  <a:cubicBezTo>
                    <a:pt x="1" y="12731"/>
                    <a:pt x="5828" y="16247"/>
                    <a:pt x="7886" y="17228"/>
                  </a:cubicBezTo>
                  <a:cubicBezTo>
                    <a:pt x="7965" y="17276"/>
                    <a:pt x="8044" y="17300"/>
                    <a:pt x="8120" y="17300"/>
                  </a:cubicBezTo>
                  <a:cubicBezTo>
                    <a:pt x="8195" y="17300"/>
                    <a:pt x="8266" y="17276"/>
                    <a:pt x="8329" y="17228"/>
                  </a:cubicBezTo>
                  <a:cubicBezTo>
                    <a:pt x="10388" y="16247"/>
                    <a:pt x="16183" y="12731"/>
                    <a:pt x="16088" y="9090"/>
                  </a:cubicBezTo>
                  <a:lnTo>
                    <a:pt x="16088" y="2819"/>
                  </a:lnTo>
                  <a:cubicBezTo>
                    <a:pt x="16120" y="2534"/>
                    <a:pt x="15867" y="2312"/>
                    <a:pt x="15613" y="2312"/>
                  </a:cubicBezTo>
                  <a:cubicBezTo>
                    <a:pt x="14252" y="2312"/>
                    <a:pt x="12985" y="1521"/>
                    <a:pt x="12446" y="286"/>
                  </a:cubicBezTo>
                  <a:cubicBezTo>
                    <a:pt x="12351" y="96"/>
                    <a:pt x="12161" y="1"/>
                    <a:pt x="119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51">
              <a:extLst>
                <a:ext uri="{FF2B5EF4-FFF2-40B4-BE49-F238E27FC236}">
                  <a16:creationId xmlns:a16="http://schemas.microsoft.com/office/drawing/2014/main" id="{15455438-7760-C2AC-96EC-CFEB901F8DED}"/>
                </a:ext>
              </a:extLst>
            </p:cNvPr>
            <p:cNvSpPr/>
            <p:nvPr/>
          </p:nvSpPr>
          <p:spPr>
            <a:xfrm>
              <a:off x="2111350" y="1816750"/>
              <a:ext cx="292950" cy="303650"/>
            </a:xfrm>
            <a:custGeom>
              <a:avLst/>
              <a:gdLst/>
              <a:ahLst/>
              <a:cxnLst/>
              <a:rect l="l" t="t" r="r" b="b"/>
              <a:pathLst>
                <a:path w="11718" h="12146" extrusionOk="0">
                  <a:moveTo>
                    <a:pt x="8234" y="1014"/>
                  </a:moveTo>
                  <a:cubicBezTo>
                    <a:pt x="8772" y="1838"/>
                    <a:pt x="9596" y="2408"/>
                    <a:pt x="10577" y="2598"/>
                  </a:cubicBezTo>
                  <a:lnTo>
                    <a:pt x="10577" y="6113"/>
                  </a:lnTo>
                  <a:cubicBezTo>
                    <a:pt x="10672" y="7823"/>
                    <a:pt x="7727" y="10071"/>
                    <a:pt x="5859" y="11053"/>
                  </a:cubicBezTo>
                  <a:cubicBezTo>
                    <a:pt x="4022" y="10071"/>
                    <a:pt x="1077" y="7823"/>
                    <a:pt x="1172" y="6113"/>
                  </a:cubicBezTo>
                  <a:lnTo>
                    <a:pt x="1172" y="2598"/>
                  </a:lnTo>
                  <a:cubicBezTo>
                    <a:pt x="2154" y="2408"/>
                    <a:pt x="2977" y="1838"/>
                    <a:pt x="3484" y="1014"/>
                  </a:cubicBezTo>
                  <a:close/>
                  <a:moveTo>
                    <a:pt x="3167" y="1"/>
                  </a:moveTo>
                  <a:cubicBezTo>
                    <a:pt x="2977" y="1"/>
                    <a:pt x="2787" y="127"/>
                    <a:pt x="2692" y="286"/>
                  </a:cubicBezTo>
                  <a:cubicBezTo>
                    <a:pt x="2344" y="1077"/>
                    <a:pt x="1520" y="1648"/>
                    <a:pt x="633" y="1648"/>
                  </a:cubicBezTo>
                  <a:cubicBezTo>
                    <a:pt x="380" y="1648"/>
                    <a:pt x="127" y="1869"/>
                    <a:pt x="127" y="2154"/>
                  </a:cubicBezTo>
                  <a:lnTo>
                    <a:pt x="127" y="6113"/>
                  </a:lnTo>
                  <a:cubicBezTo>
                    <a:pt x="0" y="8551"/>
                    <a:pt x="3895" y="11212"/>
                    <a:pt x="5637" y="12098"/>
                  </a:cubicBezTo>
                  <a:cubicBezTo>
                    <a:pt x="5716" y="12130"/>
                    <a:pt x="5795" y="12146"/>
                    <a:pt x="5875" y="12146"/>
                  </a:cubicBezTo>
                  <a:cubicBezTo>
                    <a:pt x="5954" y="12146"/>
                    <a:pt x="6033" y="12130"/>
                    <a:pt x="6112" y="12098"/>
                  </a:cubicBezTo>
                  <a:cubicBezTo>
                    <a:pt x="7854" y="11212"/>
                    <a:pt x="11718" y="8551"/>
                    <a:pt x="11623" y="6113"/>
                  </a:cubicBezTo>
                  <a:lnTo>
                    <a:pt x="11623" y="2154"/>
                  </a:lnTo>
                  <a:cubicBezTo>
                    <a:pt x="11623" y="1869"/>
                    <a:pt x="11369" y="1648"/>
                    <a:pt x="11084" y="1648"/>
                  </a:cubicBezTo>
                  <a:cubicBezTo>
                    <a:pt x="10229" y="1648"/>
                    <a:pt x="9406" y="1109"/>
                    <a:pt x="9026" y="286"/>
                  </a:cubicBezTo>
                  <a:cubicBezTo>
                    <a:pt x="8962" y="96"/>
                    <a:pt x="8772" y="1"/>
                    <a:pt x="85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1">
              <a:extLst>
                <a:ext uri="{FF2B5EF4-FFF2-40B4-BE49-F238E27FC236}">
                  <a16:creationId xmlns:a16="http://schemas.microsoft.com/office/drawing/2014/main" id="{809740EA-C4B8-B0D5-27E4-99C440CEF1F4}"/>
                </a:ext>
              </a:extLst>
            </p:cNvPr>
            <p:cNvSpPr/>
            <p:nvPr/>
          </p:nvSpPr>
          <p:spPr>
            <a:xfrm>
              <a:off x="2186550" y="1876925"/>
              <a:ext cx="144125" cy="159175"/>
            </a:xfrm>
            <a:custGeom>
              <a:avLst/>
              <a:gdLst/>
              <a:ahLst/>
              <a:cxnLst/>
              <a:rect l="l" t="t" r="r" b="b"/>
              <a:pathLst>
                <a:path w="5765" h="6367" extrusionOk="0">
                  <a:moveTo>
                    <a:pt x="2851" y="1711"/>
                  </a:moveTo>
                  <a:lnTo>
                    <a:pt x="3072" y="2186"/>
                  </a:lnTo>
                  <a:cubicBezTo>
                    <a:pt x="3136" y="2407"/>
                    <a:pt x="3326" y="2502"/>
                    <a:pt x="3548" y="2502"/>
                  </a:cubicBezTo>
                  <a:lnTo>
                    <a:pt x="4086" y="2502"/>
                  </a:lnTo>
                  <a:lnTo>
                    <a:pt x="3801" y="2819"/>
                  </a:lnTo>
                  <a:cubicBezTo>
                    <a:pt x="3643" y="3041"/>
                    <a:pt x="3643" y="3294"/>
                    <a:pt x="3801" y="3516"/>
                  </a:cubicBezTo>
                  <a:lnTo>
                    <a:pt x="4086" y="3833"/>
                  </a:lnTo>
                  <a:lnTo>
                    <a:pt x="3548" y="3833"/>
                  </a:lnTo>
                  <a:cubicBezTo>
                    <a:pt x="3326" y="3833"/>
                    <a:pt x="3136" y="3928"/>
                    <a:pt x="3072" y="4149"/>
                  </a:cubicBezTo>
                  <a:lnTo>
                    <a:pt x="2851" y="4624"/>
                  </a:lnTo>
                  <a:lnTo>
                    <a:pt x="2661" y="4149"/>
                  </a:lnTo>
                  <a:cubicBezTo>
                    <a:pt x="2597" y="3928"/>
                    <a:pt x="2376" y="3833"/>
                    <a:pt x="2186" y="3833"/>
                  </a:cubicBezTo>
                  <a:lnTo>
                    <a:pt x="1647" y="3833"/>
                  </a:lnTo>
                  <a:lnTo>
                    <a:pt x="1901" y="3516"/>
                  </a:lnTo>
                  <a:cubicBezTo>
                    <a:pt x="2059" y="3294"/>
                    <a:pt x="2059" y="3041"/>
                    <a:pt x="1901" y="2819"/>
                  </a:cubicBezTo>
                  <a:lnTo>
                    <a:pt x="1647" y="2502"/>
                  </a:lnTo>
                  <a:lnTo>
                    <a:pt x="2186" y="2502"/>
                  </a:lnTo>
                  <a:cubicBezTo>
                    <a:pt x="2376" y="2502"/>
                    <a:pt x="2597" y="2407"/>
                    <a:pt x="2661" y="2186"/>
                  </a:cubicBezTo>
                  <a:lnTo>
                    <a:pt x="2851" y="1711"/>
                  </a:lnTo>
                  <a:close/>
                  <a:moveTo>
                    <a:pt x="2867" y="1"/>
                  </a:moveTo>
                  <a:cubicBezTo>
                    <a:pt x="2677" y="1"/>
                    <a:pt x="2487" y="96"/>
                    <a:pt x="2407" y="286"/>
                  </a:cubicBezTo>
                  <a:lnTo>
                    <a:pt x="1869" y="1521"/>
                  </a:lnTo>
                  <a:lnTo>
                    <a:pt x="571" y="1521"/>
                  </a:lnTo>
                  <a:cubicBezTo>
                    <a:pt x="349" y="1521"/>
                    <a:pt x="159" y="1647"/>
                    <a:pt x="96" y="1806"/>
                  </a:cubicBezTo>
                  <a:cubicBezTo>
                    <a:pt x="1" y="1996"/>
                    <a:pt x="32" y="2186"/>
                    <a:pt x="159" y="2344"/>
                  </a:cubicBezTo>
                  <a:lnTo>
                    <a:pt x="887" y="3199"/>
                  </a:lnTo>
                  <a:lnTo>
                    <a:pt x="159" y="4023"/>
                  </a:lnTo>
                  <a:cubicBezTo>
                    <a:pt x="32" y="4181"/>
                    <a:pt x="1" y="4371"/>
                    <a:pt x="96" y="4561"/>
                  </a:cubicBezTo>
                  <a:cubicBezTo>
                    <a:pt x="159" y="4783"/>
                    <a:pt x="349" y="4846"/>
                    <a:pt x="571" y="4846"/>
                  </a:cubicBezTo>
                  <a:lnTo>
                    <a:pt x="1869" y="4846"/>
                  </a:lnTo>
                  <a:lnTo>
                    <a:pt x="2407" y="6081"/>
                  </a:lnTo>
                  <a:cubicBezTo>
                    <a:pt x="2487" y="6271"/>
                    <a:pt x="2677" y="6366"/>
                    <a:pt x="2867" y="6366"/>
                  </a:cubicBezTo>
                  <a:cubicBezTo>
                    <a:pt x="3057" y="6366"/>
                    <a:pt x="3247" y="6271"/>
                    <a:pt x="3326" y="6081"/>
                  </a:cubicBezTo>
                  <a:lnTo>
                    <a:pt x="3896" y="4846"/>
                  </a:lnTo>
                  <a:lnTo>
                    <a:pt x="5194" y="4846"/>
                  </a:lnTo>
                  <a:cubicBezTo>
                    <a:pt x="5384" y="4846"/>
                    <a:pt x="5543" y="4719"/>
                    <a:pt x="5669" y="4561"/>
                  </a:cubicBezTo>
                  <a:cubicBezTo>
                    <a:pt x="5733" y="4371"/>
                    <a:pt x="5701" y="4181"/>
                    <a:pt x="5606" y="4023"/>
                  </a:cubicBezTo>
                  <a:lnTo>
                    <a:pt x="4878" y="3199"/>
                  </a:lnTo>
                  <a:lnTo>
                    <a:pt x="5606" y="2344"/>
                  </a:lnTo>
                  <a:cubicBezTo>
                    <a:pt x="5701" y="2186"/>
                    <a:pt x="5764" y="1964"/>
                    <a:pt x="5669" y="1806"/>
                  </a:cubicBezTo>
                  <a:cubicBezTo>
                    <a:pt x="5606" y="1616"/>
                    <a:pt x="5384" y="1521"/>
                    <a:pt x="5194" y="1521"/>
                  </a:cubicBezTo>
                  <a:lnTo>
                    <a:pt x="3896" y="1521"/>
                  </a:lnTo>
                  <a:lnTo>
                    <a:pt x="3326" y="286"/>
                  </a:lnTo>
                  <a:cubicBezTo>
                    <a:pt x="3247" y="96"/>
                    <a:pt x="3057" y="1"/>
                    <a:pt x="28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54" name="Google Shape;2454;p51">
            <a:extLst>
              <a:ext uri="{FF2B5EF4-FFF2-40B4-BE49-F238E27FC236}">
                <a16:creationId xmlns:a16="http://schemas.microsoft.com/office/drawing/2014/main" id="{E05AD7A8-1183-E1E8-5EC4-9EBA58CA5F60}"/>
              </a:ext>
            </a:extLst>
          </p:cNvPr>
          <p:cNvSpPr/>
          <p:nvPr/>
        </p:nvSpPr>
        <p:spPr>
          <a:xfrm>
            <a:off x="4400925" y="1461597"/>
            <a:ext cx="342150" cy="360007"/>
          </a:xfrm>
          <a:custGeom>
            <a:avLst/>
            <a:gdLst/>
            <a:ahLst/>
            <a:cxnLst/>
            <a:rect l="l" t="t" r="r" b="b"/>
            <a:pathLst>
              <a:path w="16533" h="17356" extrusionOk="0">
                <a:moveTo>
                  <a:pt x="15487" y="8171"/>
                </a:moveTo>
                <a:lnTo>
                  <a:pt x="15487" y="9185"/>
                </a:lnTo>
                <a:lnTo>
                  <a:pt x="11687" y="9185"/>
                </a:lnTo>
                <a:lnTo>
                  <a:pt x="11687" y="8171"/>
                </a:lnTo>
                <a:close/>
                <a:moveTo>
                  <a:pt x="4941" y="8203"/>
                </a:moveTo>
                <a:lnTo>
                  <a:pt x="4941" y="9217"/>
                </a:lnTo>
                <a:lnTo>
                  <a:pt x="1141" y="9217"/>
                </a:lnTo>
                <a:lnTo>
                  <a:pt x="1141" y="8203"/>
                </a:lnTo>
                <a:close/>
                <a:moveTo>
                  <a:pt x="12953" y="951"/>
                </a:moveTo>
                <a:lnTo>
                  <a:pt x="12953" y="3801"/>
                </a:lnTo>
                <a:cubicBezTo>
                  <a:pt x="12953" y="4751"/>
                  <a:pt x="13587" y="5543"/>
                  <a:pt x="14505" y="5796"/>
                </a:cubicBezTo>
                <a:lnTo>
                  <a:pt x="14505" y="7126"/>
                </a:lnTo>
                <a:lnTo>
                  <a:pt x="11212" y="7126"/>
                </a:lnTo>
                <a:cubicBezTo>
                  <a:pt x="10927" y="7126"/>
                  <a:pt x="10705" y="7380"/>
                  <a:pt x="10705" y="7633"/>
                </a:cubicBezTo>
                <a:lnTo>
                  <a:pt x="10705" y="9660"/>
                </a:lnTo>
                <a:cubicBezTo>
                  <a:pt x="10705" y="9945"/>
                  <a:pt x="10927" y="10167"/>
                  <a:pt x="11212" y="10167"/>
                </a:cubicBezTo>
                <a:lnTo>
                  <a:pt x="14505" y="10167"/>
                </a:lnTo>
                <a:lnTo>
                  <a:pt x="14505" y="11212"/>
                </a:lnTo>
                <a:lnTo>
                  <a:pt x="11212" y="11212"/>
                </a:lnTo>
                <a:cubicBezTo>
                  <a:pt x="10958" y="11212"/>
                  <a:pt x="10705" y="11433"/>
                  <a:pt x="10705" y="11718"/>
                </a:cubicBezTo>
                <a:lnTo>
                  <a:pt x="5955" y="11718"/>
                </a:lnTo>
                <a:cubicBezTo>
                  <a:pt x="5955" y="11433"/>
                  <a:pt x="5733" y="11212"/>
                  <a:pt x="5448" y="11212"/>
                </a:cubicBezTo>
                <a:lnTo>
                  <a:pt x="2154" y="11212"/>
                </a:lnTo>
                <a:lnTo>
                  <a:pt x="2154" y="10167"/>
                </a:lnTo>
                <a:lnTo>
                  <a:pt x="5448" y="10167"/>
                </a:lnTo>
                <a:cubicBezTo>
                  <a:pt x="5733" y="10167"/>
                  <a:pt x="5955" y="9945"/>
                  <a:pt x="5955" y="9660"/>
                </a:cubicBezTo>
                <a:lnTo>
                  <a:pt x="5955" y="7633"/>
                </a:lnTo>
                <a:cubicBezTo>
                  <a:pt x="5955" y="7380"/>
                  <a:pt x="5733" y="7126"/>
                  <a:pt x="5448" y="7126"/>
                </a:cubicBezTo>
                <a:lnTo>
                  <a:pt x="2154" y="7126"/>
                </a:lnTo>
                <a:lnTo>
                  <a:pt x="2154" y="5796"/>
                </a:lnTo>
                <a:cubicBezTo>
                  <a:pt x="3009" y="5543"/>
                  <a:pt x="3706" y="4751"/>
                  <a:pt x="3706" y="3801"/>
                </a:cubicBezTo>
                <a:lnTo>
                  <a:pt x="3706" y="951"/>
                </a:lnTo>
                <a:lnTo>
                  <a:pt x="5733" y="951"/>
                </a:lnTo>
                <a:lnTo>
                  <a:pt x="5733" y="2503"/>
                </a:lnTo>
                <a:cubicBezTo>
                  <a:pt x="5796" y="4245"/>
                  <a:pt x="7071" y="5115"/>
                  <a:pt x="8342" y="5115"/>
                </a:cubicBezTo>
                <a:cubicBezTo>
                  <a:pt x="9612" y="5115"/>
                  <a:pt x="10879" y="4245"/>
                  <a:pt x="10927" y="2503"/>
                </a:cubicBezTo>
                <a:lnTo>
                  <a:pt x="10927" y="951"/>
                </a:lnTo>
                <a:close/>
                <a:moveTo>
                  <a:pt x="10705" y="12763"/>
                </a:moveTo>
                <a:lnTo>
                  <a:pt x="10705" y="13745"/>
                </a:lnTo>
                <a:lnTo>
                  <a:pt x="5955" y="13745"/>
                </a:lnTo>
                <a:lnTo>
                  <a:pt x="5955" y="12763"/>
                </a:lnTo>
                <a:close/>
                <a:moveTo>
                  <a:pt x="4941" y="12225"/>
                </a:moveTo>
                <a:lnTo>
                  <a:pt x="4941" y="14252"/>
                </a:lnTo>
                <a:lnTo>
                  <a:pt x="1141" y="14252"/>
                </a:lnTo>
                <a:lnTo>
                  <a:pt x="1141" y="12225"/>
                </a:lnTo>
                <a:close/>
                <a:moveTo>
                  <a:pt x="15487" y="12225"/>
                </a:moveTo>
                <a:lnTo>
                  <a:pt x="15487" y="14252"/>
                </a:lnTo>
                <a:lnTo>
                  <a:pt x="11687" y="14252"/>
                </a:lnTo>
                <a:lnTo>
                  <a:pt x="11687" y="12225"/>
                </a:lnTo>
                <a:close/>
                <a:moveTo>
                  <a:pt x="10705" y="14727"/>
                </a:moveTo>
                <a:cubicBezTo>
                  <a:pt x="10705" y="15012"/>
                  <a:pt x="10958" y="15234"/>
                  <a:pt x="11212" y="15234"/>
                </a:cubicBezTo>
                <a:lnTo>
                  <a:pt x="14505" y="15234"/>
                </a:lnTo>
                <a:lnTo>
                  <a:pt x="14505" y="16279"/>
                </a:lnTo>
                <a:lnTo>
                  <a:pt x="2154" y="16279"/>
                </a:lnTo>
                <a:lnTo>
                  <a:pt x="2154" y="15234"/>
                </a:lnTo>
                <a:lnTo>
                  <a:pt x="5448" y="15234"/>
                </a:lnTo>
                <a:cubicBezTo>
                  <a:pt x="5733" y="15234"/>
                  <a:pt x="5955" y="15012"/>
                  <a:pt x="5955" y="14727"/>
                </a:cubicBezTo>
                <a:close/>
                <a:moveTo>
                  <a:pt x="3104" y="1"/>
                </a:moveTo>
                <a:cubicBezTo>
                  <a:pt x="2819" y="1"/>
                  <a:pt x="2598" y="254"/>
                  <a:pt x="2598" y="508"/>
                </a:cubicBezTo>
                <a:lnTo>
                  <a:pt x="2598" y="3833"/>
                </a:lnTo>
                <a:cubicBezTo>
                  <a:pt x="2598" y="4403"/>
                  <a:pt x="2123" y="4878"/>
                  <a:pt x="1553" y="4878"/>
                </a:cubicBezTo>
                <a:cubicBezTo>
                  <a:pt x="1268" y="4878"/>
                  <a:pt x="1046" y="5100"/>
                  <a:pt x="1046" y="5385"/>
                </a:cubicBezTo>
                <a:lnTo>
                  <a:pt x="1046" y="7158"/>
                </a:lnTo>
                <a:lnTo>
                  <a:pt x="539" y="7158"/>
                </a:lnTo>
                <a:cubicBezTo>
                  <a:pt x="254" y="7158"/>
                  <a:pt x="1" y="7411"/>
                  <a:pt x="1" y="7696"/>
                </a:cubicBezTo>
                <a:lnTo>
                  <a:pt x="1" y="9692"/>
                </a:lnTo>
                <a:cubicBezTo>
                  <a:pt x="1" y="9977"/>
                  <a:pt x="254" y="10230"/>
                  <a:pt x="539" y="10230"/>
                </a:cubicBezTo>
                <a:lnTo>
                  <a:pt x="1046" y="10230"/>
                </a:lnTo>
                <a:lnTo>
                  <a:pt x="1046" y="11243"/>
                </a:lnTo>
                <a:lnTo>
                  <a:pt x="539" y="11243"/>
                </a:lnTo>
                <a:cubicBezTo>
                  <a:pt x="254" y="11243"/>
                  <a:pt x="1" y="11465"/>
                  <a:pt x="1" y="11750"/>
                </a:cubicBezTo>
                <a:lnTo>
                  <a:pt x="1" y="14790"/>
                </a:lnTo>
                <a:cubicBezTo>
                  <a:pt x="1" y="15075"/>
                  <a:pt x="254" y="15329"/>
                  <a:pt x="539" y="15329"/>
                </a:cubicBezTo>
                <a:lnTo>
                  <a:pt x="1046" y="15329"/>
                </a:lnTo>
                <a:lnTo>
                  <a:pt x="1046" y="16817"/>
                </a:lnTo>
                <a:cubicBezTo>
                  <a:pt x="1046" y="17102"/>
                  <a:pt x="1268" y="17355"/>
                  <a:pt x="1553" y="17355"/>
                </a:cubicBezTo>
                <a:lnTo>
                  <a:pt x="14949" y="17355"/>
                </a:lnTo>
                <a:cubicBezTo>
                  <a:pt x="15202" y="17355"/>
                  <a:pt x="15455" y="17102"/>
                  <a:pt x="15455" y="16817"/>
                </a:cubicBezTo>
                <a:lnTo>
                  <a:pt x="15455" y="15329"/>
                </a:lnTo>
                <a:lnTo>
                  <a:pt x="15962" y="15329"/>
                </a:lnTo>
                <a:cubicBezTo>
                  <a:pt x="16247" y="15329"/>
                  <a:pt x="16469" y="15075"/>
                  <a:pt x="16469" y="14790"/>
                </a:cubicBezTo>
                <a:lnTo>
                  <a:pt x="16469" y="11750"/>
                </a:lnTo>
                <a:cubicBezTo>
                  <a:pt x="16469" y="11465"/>
                  <a:pt x="16247" y="11243"/>
                  <a:pt x="15962" y="11243"/>
                </a:cubicBezTo>
                <a:lnTo>
                  <a:pt x="15455" y="11243"/>
                </a:lnTo>
                <a:lnTo>
                  <a:pt x="15455" y="10230"/>
                </a:lnTo>
                <a:lnTo>
                  <a:pt x="16025" y="10230"/>
                </a:lnTo>
                <a:cubicBezTo>
                  <a:pt x="16279" y="10230"/>
                  <a:pt x="16532" y="9977"/>
                  <a:pt x="16532" y="9692"/>
                </a:cubicBezTo>
                <a:lnTo>
                  <a:pt x="16532" y="7696"/>
                </a:lnTo>
                <a:cubicBezTo>
                  <a:pt x="16532" y="7411"/>
                  <a:pt x="16279" y="7158"/>
                  <a:pt x="16025" y="7158"/>
                </a:cubicBezTo>
                <a:lnTo>
                  <a:pt x="15487" y="7158"/>
                </a:lnTo>
                <a:lnTo>
                  <a:pt x="15487" y="5385"/>
                </a:lnTo>
                <a:cubicBezTo>
                  <a:pt x="15487" y="5100"/>
                  <a:pt x="15265" y="4878"/>
                  <a:pt x="14980" y="4878"/>
                </a:cubicBezTo>
                <a:cubicBezTo>
                  <a:pt x="14442" y="4878"/>
                  <a:pt x="13967" y="4403"/>
                  <a:pt x="13967" y="3833"/>
                </a:cubicBezTo>
                <a:lnTo>
                  <a:pt x="13967" y="508"/>
                </a:lnTo>
                <a:cubicBezTo>
                  <a:pt x="13967" y="254"/>
                  <a:pt x="13713" y="1"/>
                  <a:pt x="13428" y="1"/>
                </a:cubicBezTo>
                <a:lnTo>
                  <a:pt x="10388" y="1"/>
                </a:lnTo>
                <a:cubicBezTo>
                  <a:pt x="10103" y="1"/>
                  <a:pt x="9882" y="254"/>
                  <a:pt x="9882" y="508"/>
                </a:cubicBezTo>
                <a:lnTo>
                  <a:pt x="9882" y="2566"/>
                </a:lnTo>
                <a:cubicBezTo>
                  <a:pt x="9834" y="3643"/>
                  <a:pt x="9050" y="4181"/>
                  <a:pt x="8266" y="4181"/>
                </a:cubicBezTo>
                <a:cubicBezTo>
                  <a:pt x="7483" y="4181"/>
                  <a:pt x="6699" y="3643"/>
                  <a:pt x="6651" y="2566"/>
                </a:cubicBezTo>
                <a:lnTo>
                  <a:pt x="6651" y="508"/>
                </a:lnTo>
                <a:cubicBezTo>
                  <a:pt x="6651" y="254"/>
                  <a:pt x="6430" y="1"/>
                  <a:pt x="614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1" name="Google Shape;2461;p51">
            <a:extLst>
              <a:ext uri="{FF2B5EF4-FFF2-40B4-BE49-F238E27FC236}">
                <a16:creationId xmlns:a16="http://schemas.microsoft.com/office/drawing/2014/main" id="{0188058F-AEA9-6261-614B-A58CD0F4BE37}"/>
              </a:ext>
            </a:extLst>
          </p:cNvPr>
          <p:cNvSpPr/>
          <p:nvPr/>
        </p:nvSpPr>
        <p:spPr>
          <a:xfrm>
            <a:off x="6043997" y="3261687"/>
            <a:ext cx="359993" cy="356370"/>
          </a:xfrm>
          <a:custGeom>
            <a:avLst/>
            <a:gdLst/>
            <a:ahLst/>
            <a:cxnLst/>
            <a:rect l="l" t="t" r="r" b="b"/>
            <a:pathLst>
              <a:path w="11752" h="11690" extrusionOk="0">
                <a:moveTo>
                  <a:pt x="5923" y="694"/>
                </a:moveTo>
                <a:cubicBezTo>
                  <a:pt x="6490" y="694"/>
                  <a:pt x="6963" y="1166"/>
                  <a:pt x="6963" y="1765"/>
                </a:cubicBezTo>
                <a:cubicBezTo>
                  <a:pt x="6963" y="2332"/>
                  <a:pt x="6490" y="2805"/>
                  <a:pt x="5923" y="2805"/>
                </a:cubicBezTo>
                <a:cubicBezTo>
                  <a:pt x="5325" y="2805"/>
                  <a:pt x="4852" y="2332"/>
                  <a:pt x="4852" y="1765"/>
                </a:cubicBezTo>
                <a:cubicBezTo>
                  <a:pt x="4852" y="1229"/>
                  <a:pt x="5325" y="694"/>
                  <a:pt x="5923" y="694"/>
                </a:cubicBezTo>
                <a:close/>
                <a:moveTo>
                  <a:pt x="2489" y="3466"/>
                </a:moveTo>
                <a:cubicBezTo>
                  <a:pt x="2678" y="3466"/>
                  <a:pt x="2836" y="3624"/>
                  <a:pt x="2836" y="3813"/>
                </a:cubicBezTo>
                <a:lnTo>
                  <a:pt x="2836" y="4916"/>
                </a:lnTo>
                <a:cubicBezTo>
                  <a:pt x="2678" y="4947"/>
                  <a:pt x="2584" y="5042"/>
                  <a:pt x="2458" y="5168"/>
                </a:cubicBezTo>
                <a:cubicBezTo>
                  <a:pt x="2363" y="5231"/>
                  <a:pt x="2300" y="5357"/>
                  <a:pt x="2237" y="5420"/>
                </a:cubicBezTo>
                <a:cubicBezTo>
                  <a:pt x="2174" y="5357"/>
                  <a:pt x="2143" y="5262"/>
                  <a:pt x="2143" y="5199"/>
                </a:cubicBezTo>
                <a:lnTo>
                  <a:pt x="2143" y="3813"/>
                </a:lnTo>
                <a:cubicBezTo>
                  <a:pt x="2143" y="3624"/>
                  <a:pt x="2300" y="3466"/>
                  <a:pt x="2489" y="3466"/>
                </a:cubicBezTo>
                <a:close/>
                <a:moveTo>
                  <a:pt x="9326" y="3466"/>
                </a:moveTo>
                <a:cubicBezTo>
                  <a:pt x="9546" y="3466"/>
                  <a:pt x="9704" y="3624"/>
                  <a:pt x="9704" y="3813"/>
                </a:cubicBezTo>
                <a:lnTo>
                  <a:pt x="9704" y="5199"/>
                </a:lnTo>
                <a:cubicBezTo>
                  <a:pt x="9704" y="5262"/>
                  <a:pt x="9641" y="5357"/>
                  <a:pt x="9578" y="5420"/>
                </a:cubicBezTo>
                <a:cubicBezTo>
                  <a:pt x="9546" y="5294"/>
                  <a:pt x="9452" y="5231"/>
                  <a:pt x="9389" y="5168"/>
                </a:cubicBezTo>
                <a:cubicBezTo>
                  <a:pt x="9263" y="5042"/>
                  <a:pt x="9137" y="4947"/>
                  <a:pt x="8979" y="4916"/>
                </a:cubicBezTo>
                <a:lnTo>
                  <a:pt x="8979" y="3813"/>
                </a:lnTo>
                <a:cubicBezTo>
                  <a:pt x="9011" y="3624"/>
                  <a:pt x="9168" y="3466"/>
                  <a:pt x="9326" y="3466"/>
                </a:cubicBezTo>
                <a:close/>
                <a:moveTo>
                  <a:pt x="5923" y="3466"/>
                </a:moveTo>
                <a:cubicBezTo>
                  <a:pt x="6900" y="3466"/>
                  <a:pt x="7814" y="4096"/>
                  <a:pt x="8160" y="4947"/>
                </a:cubicBezTo>
                <a:cubicBezTo>
                  <a:pt x="8066" y="5010"/>
                  <a:pt x="8003" y="5042"/>
                  <a:pt x="7971" y="5105"/>
                </a:cubicBezTo>
                <a:lnTo>
                  <a:pt x="6081" y="6963"/>
                </a:lnTo>
                <a:cubicBezTo>
                  <a:pt x="6018" y="6995"/>
                  <a:pt x="5955" y="7089"/>
                  <a:pt x="5923" y="7152"/>
                </a:cubicBezTo>
                <a:cubicBezTo>
                  <a:pt x="5860" y="7089"/>
                  <a:pt x="5797" y="7026"/>
                  <a:pt x="5766" y="6963"/>
                </a:cubicBezTo>
                <a:lnTo>
                  <a:pt x="3876" y="5105"/>
                </a:lnTo>
                <a:cubicBezTo>
                  <a:pt x="3781" y="5042"/>
                  <a:pt x="3750" y="5010"/>
                  <a:pt x="3655" y="4947"/>
                </a:cubicBezTo>
                <a:cubicBezTo>
                  <a:pt x="4033" y="4096"/>
                  <a:pt x="4915" y="3466"/>
                  <a:pt x="5923" y="3466"/>
                </a:cubicBezTo>
                <a:close/>
                <a:moveTo>
                  <a:pt x="10744" y="2049"/>
                </a:moveTo>
                <a:cubicBezTo>
                  <a:pt x="10964" y="2049"/>
                  <a:pt x="11122" y="2206"/>
                  <a:pt x="11122" y="2395"/>
                </a:cubicBezTo>
                <a:lnTo>
                  <a:pt x="11122" y="6144"/>
                </a:lnTo>
                <a:lnTo>
                  <a:pt x="11059" y="6144"/>
                </a:lnTo>
                <a:cubicBezTo>
                  <a:pt x="11059" y="6333"/>
                  <a:pt x="11027" y="6491"/>
                  <a:pt x="10901" y="6648"/>
                </a:cubicBezTo>
                <a:lnTo>
                  <a:pt x="9263" y="9421"/>
                </a:lnTo>
                <a:cubicBezTo>
                  <a:pt x="9105" y="9673"/>
                  <a:pt x="9011" y="9956"/>
                  <a:pt x="9011" y="10271"/>
                </a:cubicBezTo>
                <a:lnTo>
                  <a:pt x="9011" y="10933"/>
                </a:lnTo>
                <a:lnTo>
                  <a:pt x="6270" y="10933"/>
                </a:lnTo>
                <a:lnTo>
                  <a:pt x="6270" y="8097"/>
                </a:lnTo>
                <a:cubicBezTo>
                  <a:pt x="6270" y="7845"/>
                  <a:pt x="6396" y="7593"/>
                  <a:pt x="6585" y="7404"/>
                </a:cubicBezTo>
                <a:lnTo>
                  <a:pt x="8475" y="5546"/>
                </a:lnTo>
                <a:cubicBezTo>
                  <a:pt x="8538" y="5483"/>
                  <a:pt x="8625" y="5451"/>
                  <a:pt x="8712" y="5451"/>
                </a:cubicBezTo>
                <a:cubicBezTo>
                  <a:pt x="8798" y="5451"/>
                  <a:pt x="8885" y="5483"/>
                  <a:pt x="8948" y="5546"/>
                </a:cubicBezTo>
                <a:cubicBezTo>
                  <a:pt x="9074" y="5672"/>
                  <a:pt x="9074" y="5892"/>
                  <a:pt x="8948" y="6018"/>
                </a:cubicBezTo>
                <a:lnTo>
                  <a:pt x="7751" y="7215"/>
                </a:lnTo>
                <a:cubicBezTo>
                  <a:pt x="7656" y="7310"/>
                  <a:pt x="7656" y="7562"/>
                  <a:pt x="7751" y="7656"/>
                </a:cubicBezTo>
                <a:cubicBezTo>
                  <a:pt x="7814" y="7719"/>
                  <a:pt x="7908" y="7751"/>
                  <a:pt x="7999" y="7751"/>
                </a:cubicBezTo>
                <a:cubicBezTo>
                  <a:pt x="8089" y="7751"/>
                  <a:pt x="8176" y="7719"/>
                  <a:pt x="8223" y="7656"/>
                </a:cubicBezTo>
                <a:lnTo>
                  <a:pt x="10082" y="5829"/>
                </a:lnTo>
                <a:cubicBezTo>
                  <a:pt x="10271" y="5609"/>
                  <a:pt x="10397" y="5388"/>
                  <a:pt x="10397" y="5105"/>
                </a:cubicBezTo>
                <a:lnTo>
                  <a:pt x="10397" y="2395"/>
                </a:lnTo>
                <a:cubicBezTo>
                  <a:pt x="10397" y="2206"/>
                  <a:pt x="10555" y="2049"/>
                  <a:pt x="10744" y="2049"/>
                </a:cubicBezTo>
                <a:close/>
                <a:moveTo>
                  <a:pt x="1103" y="2080"/>
                </a:moveTo>
                <a:cubicBezTo>
                  <a:pt x="1292" y="2080"/>
                  <a:pt x="1450" y="2238"/>
                  <a:pt x="1450" y="2427"/>
                </a:cubicBezTo>
                <a:lnTo>
                  <a:pt x="1450" y="5168"/>
                </a:lnTo>
                <a:cubicBezTo>
                  <a:pt x="1450" y="5420"/>
                  <a:pt x="1576" y="5672"/>
                  <a:pt x="1796" y="5861"/>
                </a:cubicBezTo>
                <a:lnTo>
                  <a:pt x="3624" y="7719"/>
                </a:lnTo>
                <a:cubicBezTo>
                  <a:pt x="3687" y="7782"/>
                  <a:pt x="3781" y="7814"/>
                  <a:pt x="3872" y="7814"/>
                </a:cubicBezTo>
                <a:cubicBezTo>
                  <a:pt x="3962" y="7814"/>
                  <a:pt x="4049" y="7782"/>
                  <a:pt x="4096" y="7719"/>
                </a:cubicBezTo>
                <a:cubicBezTo>
                  <a:pt x="4222" y="7593"/>
                  <a:pt x="4222" y="7373"/>
                  <a:pt x="4096" y="7247"/>
                </a:cubicBezTo>
                <a:lnTo>
                  <a:pt x="2930" y="6050"/>
                </a:lnTo>
                <a:cubicBezTo>
                  <a:pt x="2804" y="5955"/>
                  <a:pt x="2804" y="5703"/>
                  <a:pt x="2930" y="5577"/>
                </a:cubicBezTo>
                <a:cubicBezTo>
                  <a:pt x="2978" y="5530"/>
                  <a:pt x="3064" y="5506"/>
                  <a:pt x="3155" y="5506"/>
                </a:cubicBezTo>
                <a:cubicBezTo>
                  <a:pt x="3245" y="5506"/>
                  <a:pt x="3340" y="5530"/>
                  <a:pt x="3403" y="5577"/>
                </a:cubicBezTo>
                <a:lnTo>
                  <a:pt x="5293" y="7436"/>
                </a:lnTo>
                <a:cubicBezTo>
                  <a:pt x="5482" y="7625"/>
                  <a:pt x="5608" y="7877"/>
                  <a:pt x="5608" y="8161"/>
                </a:cubicBezTo>
                <a:lnTo>
                  <a:pt x="5608" y="10996"/>
                </a:lnTo>
                <a:lnTo>
                  <a:pt x="2836" y="10996"/>
                </a:lnTo>
                <a:lnTo>
                  <a:pt x="2836" y="10303"/>
                </a:lnTo>
                <a:cubicBezTo>
                  <a:pt x="2804" y="10051"/>
                  <a:pt x="2710" y="9736"/>
                  <a:pt x="2552" y="9452"/>
                </a:cubicBezTo>
                <a:lnTo>
                  <a:pt x="914" y="6680"/>
                </a:lnTo>
                <a:cubicBezTo>
                  <a:pt x="851" y="6522"/>
                  <a:pt x="757" y="6333"/>
                  <a:pt x="757" y="6176"/>
                </a:cubicBezTo>
                <a:lnTo>
                  <a:pt x="757" y="2427"/>
                </a:lnTo>
                <a:cubicBezTo>
                  <a:pt x="757" y="2238"/>
                  <a:pt x="914" y="2080"/>
                  <a:pt x="1103" y="2080"/>
                </a:cubicBezTo>
                <a:close/>
                <a:moveTo>
                  <a:pt x="5860" y="1"/>
                </a:moveTo>
                <a:cubicBezTo>
                  <a:pt x="4915" y="1"/>
                  <a:pt x="4128" y="788"/>
                  <a:pt x="4128" y="1734"/>
                </a:cubicBezTo>
                <a:cubicBezTo>
                  <a:pt x="4128" y="2206"/>
                  <a:pt x="4348" y="2647"/>
                  <a:pt x="4695" y="2994"/>
                </a:cubicBezTo>
                <a:cubicBezTo>
                  <a:pt x="4411" y="3120"/>
                  <a:pt x="4191" y="3214"/>
                  <a:pt x="3939" y="3435"/>
                </a:cubicBezTo>
                <a:cubicBezTo>
                  <a:pt x="3750" y="3592"/>
                  <a:pt x="3592" y="3750"/>
                  <a:pt x="3435" y="3939"/>
                </a:cubicBezTo>
                <a:lnTo>
                  <a:pt x="3435" y="3813"/>
                </a:lnTo>
                <a:cubicBezTo>
                  <a:pt x="3435" y="3246"/>
                  <a:pt x="2962" y="2805"/>
                  <a:pt x="2395" y="2805"/>
                </a:cubicBezTo>
                <a:cubicBezTo>
                  <a:pt x="2300" y="2805"/>
                  <a:pt x="2174" y="2836"/>
                  <a:pt x="2048" y="2836"/>
                </a:cubicBezTo>
                <a:lnTo>
                  <a:pt x="2048" y="2427"/>
                </a:lnTo>
                <a:cubicBezTo>
                  <a:pt x="2048" y="1891"/>
                  <a:pt x="1576" y="1418"/>
                  <a:pt x="1040" y="1418"/>
                </a:cubicBezTo>
                <a:cubicBezTo>
                  <a:pt x="473" y="1418"/>
                  <a:pt x="0" y="1891"/>
                  <a:pt x="0" y="2427"/>
                </a:cubicBezTo>
                <a:lnTo>
                  <a:pt x="0" y="6176"/>
                </a:lnTo>
                <a:cubicBezTo>
                  <a:pt x="0" y="6491"/>
                  <a:pt x="95" y="6806"/>
                  <a:pt x="253" y="7026"/>
                </a:cubicBezTo>
                <a:lnTo>
                  <a:pt x="1891" y="9799"/>
                </a:lnTo>
                <a:cubicBezTo>
                  <a:pt x="1985" y="9956"/>
                  <a:pt x="2048" y="10145"/>
                  <a:pt x="2048" y="10303"/>
                </a:cubicBezTo>
                <a:lnTo>
                  <a:pt x="2048" y="11342"/>
                </a:lnTo>
                <a:cubicBezTo>
                  <a:pt x="2048" y="11532"/>
                  <a:pt x="2206" y="11689"/>
                  <a:pt x="2395" y="11689"/>
                </a:cubicBezTo>
                <a:lnTo>
                  <a:pt x="9294" y="11689"/>
                </a:lnTo>
                <a:cubicBezTo>
                  <a:pt x="9483" y="11689"/>
                  <a:pt x="9641" y="11532"/>
                  <a:pt x="9641" y="11342"/>
                </a:cubicBezTo>
                <a:lnTo>
                  <a:pt x="9641" y="10303"/>
                </a:lnTo>
                <a:cubicBezTo>
                  <a:pt x="9641" y="10114"/>
                  <a:pt x="9704" y="9956"/>
                  <a:pt x="9799" y="9799"/>
                </a:cubicBezTo>
                <a:lnTo>
                  <a:pt x="11468" y="7026"/>
                </a:lnTo>
                <a:cubicBezTo>
                  <a:pt x="11626" y="6774"/>
                  <a:pt x="11689" y="6491"/>
                  <a:pt x="11689" y="6176"/>
                </a:cubicBezTo>
                <a:lnTo>
                  <a:pt x="11689" y="2427"/>
                </a:lnTo>
                <a:cubicBezTo>
                  <a:pt x="11752" y="1891"/>
                  <a:pt x="11279" y="1418"/>
                  <a:pt x="10712" y="1418"/>
                </a:cubicBezTo>
                <a:cubicBezTo>
                  <a:pt x="10177" y="1418"/>
                  <a:pt x="9704" y="1891"/>
                  <a:pt x="9704" y="2427"/>
                </a:cubicBezTo>
                <a:lnTo>
                  <a:pt x="9704" y="2836"/>
                </a:lnTo>
                <a:cubicBezTo>
                  <a:pt x="9578" y="2805"/>
                  <a:pt x="9452" y="2805"/>
                  <a:pt x="9326" y="2805"/>
                </a:cubicBezTo>
                <a:cubicBezTo>
                  <a:pt x="8790" y="2805"/>
                  <a:pt x="8318" y="3246"/>
                  <a:pt x="8318" y="3813"/>
                </a:cubicBezTo>
                <a:lnTo>
                  <a:pt x="8318" y="3939"/>
                </a:lnTo>
                <a:cubicBezTo>
                  <a:pt x="8160" y="3750"/>
                  <a:pt x="8003" y="3592"/>
                  <a:pt x="7814" y="3435"/>
                </a:cubicBezTo>
                <a:cubicBezTo>
                  <a:pt x="7562" y="3246"/>
                  <a:pt x="7341" y="3088"/>
                  <a:pt x="7058" y="2994"/>
                </a:cubicBezTo>
                <a:cubicBezTo>
                  <a:pt x="7404" y="2647"/>
                  <a:pt x="7593" y="2206"/>
                  <a:pt x="7593" y="1734"/>
                </a:cubicBezTo>
                <a:cubicBezTo>
                  <a:pt x="7593" y="788"/>
                  <a:pt x="6806" y="1"/>
                  <a:pt x="58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62" name="Google Shape;2462;p51">
            <a:extLst>
              <a:ext uri="{FF2B5EF4-FFF2-40B4-BE49-F238E27FC236}">
                <a16:creationId xmlns:a16="http://schemas.microsoft.com/office/drawing/2014/main" id="{3A1C86EB-21FD-A211-277A-E2FC306E34B2}"/>
              </a:ext>
            </a:extLst>
          </p:cNvPr>
          <p:cNvGrpSpPr/>
          <p:nvPr/>
        </p:nvGrpSpPr>
        <p:grpSpPr>
          <a:xfrm>
            <a:off x="7120794" y="1461597"/>
            <a:ext cx="360003" cy="360005"/>
            <a:chOff x="2821450" y="2957850"/>
            <a:chExt cx="259275" cy="258550"/>
          </a:xfrm>
        </p:grpSpPr>
        <p:sp>
          <p:nvSpPr>
            <p:cNvPr id="2463" name="Google Shape;2463;p51">
              <a:extLst>
                <a:ext uri="{FF2B5EF4-FFF2-40B4-BE49-F238E27FC236}">
                  <a16:creationId xmlns:a16="http://schemas.microsoft.com/office/drawing/2014/main" id="{6E3D6BFF-6562-8567-86DF-427F6282208C}"/>
                </a:ext>
              </a:extLst>
            </p:cNvPr>
            <p:cNvSpPr/>
            <p:nvPr/>
          </p:nvSpPr>
          <p:spPr>
            <a:xfrm>
              <a:off x="2821450" y="3080500"/>
              <a:ext cx="259275" cy="135900"/>
            </a:xfrm>
            <a:custGeom>
              <a:avLst/>
              <a:gdLst/>
              <a:ahLst/>
              <a:cxnLst/>
              <a:rect l="l" t="t" r="r" b="b"/>
              <a:pathLst>
                <a:path w="10371" h="5436" extrusionOk="0">
                  <a:moveTo>
                    <a:pt x="2677" y="585"/>
                  </a:moveTo>
                  <a:cubicBezTo>
                    <a:pt x="3151" y="585"/>
                    <a:pt x="3569" y="1004"/>
                    <a:pt x="3569" y="1505"/>
                  </a:cubicBezTo>
                  <a:cubicBezTo>
                    <a:pt x="3569" y="1979"/>
                    <a:pt x="3151" y="2397"/>
                    <a:pt x="2677" y="2397"/>
                  </a:cubicBezTo>
                  <a:cubicBezTo>
                    <a:pt x="2147" y="2397"/>
                    <a:pt x="1757" y="1979"/>
                    <a:pt x="1757" y="1505"/>
                  </a:cubicBezTo>
                  <a:cubicBezTo>
                    <a:pt x="1757" y="1004"/>
                    <a:pt x="2175" y="585"/>
                    <a:pt x="2677" y="585"/>
                  </a:cubicBezTo>
                  <a:close/>
                  <a:moveTo>
                    <a:pt x="7555" y="585"/>
                  </a:moveTo>
                  <a:cubicBezTo>
                    <a:pt x="8029" y="585"/>
                    <a:pt x="8447" y="1004"/>
                    <a:pt x="8447" y="1505"/>
                  </a:cubicBezTo>
                  <a:cubicBezTo>
                    <a:pt x="8447" y="1979"/>
                    <a:pt x="8029" y="2397"/>
                    <a:pt x="7555" y="2397"/>
                  </a:cubicBezTo>
                  <a:cubicBezTo>
                    <a:pt x="7025" y="2397"/>
                    <a:pt x="6635" y="1979"/>
                    <a:pt x="6635" y="1505"/>
                  </a:cubicBezTo>
                  <a:cubicBezTo>
                    <a:pt x="6635" y="1004"/>
                    <a:pt x="7053" y="585"/>
                    <a:pt x="7555" y="585"/>
                  </a:cubicBezTo>
                  <a:close/>
                  <a:moveTo>
                    <a:pt x="2677" y="2983"/>
                  </a:moveTo>
                  <a:cubicBezTo>
                    <a:pt x="3736" y="2983"/>
                    <a:pt x="4628" y="3791"/>
                    <a:pt x="4795" y="4795"/>
                  </a:cubicBezTo>
                  <a:lnTo>
                    <a:pt x="586" y="4795"/>
                  </a:lnTo>
                  <a:cubicBezTo>
                    <a:pt x="698" y="3791"/>
                    <a:pt x="1618" y="2983"/>
                    <a:pt x="2677" y="2983"/>
                  </a:cubicBezTo>
                  <a:close/>
                  <a:moveTo>
                    <a:pt x="7555" y="2983"/>
                  </a:moveTo>
                  <a:cubicBezTo>
                    <a:pt x="8614" y="2983"/>
                    <a:pt x="9506" y="3791"/>
                    <a:pt x="9646" y="4795"/>
                  </a:cubicBezTo>
                  <a:lnTo>
                    <a:pt x="5409" y="4795"/>
                  </a:lnTo>
                  <a:cubicBezTo>
                    <a:pt x="5548" y="3791"/>
                    <a:pt x="6468" y="2983"/>
                    <a:pt x="7555" y="2983"/>
                  </a:cubicBezTo>
                  <a:close/>
                  <a:moveTo>
                    <a:pt x="2733" y="0"/>
                  </a:moveTo>
                  <a:cubicBezTo>
                    <a:pt x="1896" y="0"/>
                    <a:pt x="1227" y="669"/>
                    <a:pt x="1227" y="1505"/>
                  </a:cubicBezTo>
                  <a:cubicBezTo>
                    <a:pt x="1227" y="1951"/>
                    <a:pt x="1395" y="2342"/>
                    <a:pt x="1729" y="2620"/>
                  </a:cubicBezTo>
                  <a:cubicBezTo>
                    <a:pt x="698" y="3039"/>
                    <a:pt x="1" y="4014"/>
                    <a:pt x="1" y="5129"/>
                  </a:cubicBezTo>
                  <a:cubicBezTo>
                    <a:pt x="1" y="5296"/>
                    <a:pt x="140" y="5436"/>
                    <a:pt x="335" y="5436"/>
                  </a:cubicBezTo>
                  <a:lnTo>
                    <a:pt x="10036" y="5436"/>
                  </a:lnTo>
                  <a:cubicBezTo>
                    <a:pt x="10231" y="5436"/>
                    <a:pt x="10370" y="5296"/>
                    <a:pt x="10370" y="5129"/>
                  </a:cubicBezTo>
                  <a:cubicBezTo>
                    <a:pt x="10259" y="3958"/>
                    <a:pt x="9562" y="2983"/>
                    <a:pt x="8559" y="2620"/>
                  </a:cubicBezTo>
                  <a:cubicBezTo>
                    <a:pt x="8865" y="2342"/>
                    <a:pt x="9032" y="1951"/>
                    <a:pt x="9032" y="1505"/>
                  </a:cubicBezTo>
                  <a:cubicBezTo>
                    <a:pt x="9032" y="669"/>
                    <a:pt x="8391" y="0"/>
                    <a:pt x="7555" y="0"/>
                  </a:cubicBezTo>
                  <a:cubicBezTo>
                    <a:pt x="6719" y="0"/>
                    <a:pt x="6050" y="669"/>
                    <a:pt x="6050" y="1505"/>
                  </a:cubicBezTo>
                  <a:cubicBezTo>
                    <a:pt x="6050" y="1951"/>
                    <a:pt x="6217" y="2342"/>
                    <a:pt x="6524" y="2620"/>
                  </a:cubicBezTo>
                  <a:cubicBezTo>
                    <a:pt x="5910" y="2843"/>
                    <a:pt x="5409" y="3317"/>
                    <a:pt x="5130" y="3903"/>
                  </a:cubicBezTo>
                  <a:cubicBezTo>
                    <a:pt x="4823" y="3317"/>
                    <a:pt x="4322" y="2843"/>
                    <a:pt x="3736" y="2620"/>
                  </a:cubicBezTo>
                  <a:cubicBezTo>
                    <a:pt x="4043" y="2342"/>
                    <a:pt x="4238" y="1951"/>
                    <a:pt x="4238" y="1505"/>
                  </a:cubicBezTo>
                  <a:cubicBezTo>
                    <a:pt x="4238" y="669"/>
                    <a:pt x="3569" y="0"/>
                    <a:pt x="27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51">
              <a:extLst>
                <a:ext uri="{FF2B5EF4-FFF2-40B4-BE49-F238E27FC236}">
                  <a16:creationId xmlns:a16="http://schemas.microsoft.com/office/drawing/2014/main" id="{834D29C1-4B96-47EA-6329-CCFCC169C32E}"/>
                </a:ext>
              </a:extLst>
            </p:cNvPr>
            <p:cNvSpPr/>
            <p:nvPr/>
          </p:nvSpPr>
          <p:spPr>
            <a:xfrm>
              <a:off x="2831900" y="2957850"/>
              <a:ext cx="228625" cy="106350"/>
            </a:xfrm>
            <a:custGeom>
              <a:avLst/>
              <a:gdLst/>
              <a:ahLst/>
              <a:cxnLst/>
              <a:rect l="l" t="t" r="r" b="b"/>
              <a:pathLst>
                <a:path w="9145" h="4254" extrusionOk="0">
                  <a:moveTo>
                    <a:pt x="8336" y="585"/>
                  </a:moveTo>
                  <a:cubicBezTo>
                    <a:pt x="8531" y="585"/>
                    <a:pt x="8642" y="725"/>
                    <a:pt x="8642" y="892"/>
                  </a:cubicBezTo>
                  <a:lnTo>
                    <a:pt x="8642" y="2119"/>
                  </a:lnTo>
                  <a:cubicBezTo>
                    <a:pt x="8642" y="2286"/>
                    <a:pt x="8531" y="2425"/>
                    <a:pt x="8336" y="2425"/>
                  </a:cubicBezTo>
                  <a:lnTo>
                    <a:pt x="7137" y="2425"/>
                  </a:lnTo>
                  <a:cubicBezTo>
                    <a:pt x="6942" y="2425"/>
                    <a:pt x="6803" y="2565"/>
                    <a:pt x="6803" y="2732"/>
                  </a:cubicBezTo>
                  <a:lnTo>
                    <a:pt x="6803" y="3234"/>
                  </a:lnTo>
                  <a:lnTo>
                    <a:pt x="6106" y="2537"/>
                  </a:lnTo>
                  <a:cubicBezTo>
                    <a:pt x="6050" y="2453"/>
                    <a:pt x="5966" y="2425"/>
                    <a:pt x="5911" y="2425"/>
                  </a:cubicBezTo>
                  <a:lnTo>
                    <a:pt x="3430" y="2425"/>
                  </a:lnTo>
                  <a:cubicBezTo>
                    <a:pt x="3346" y="2425"/>
                    <a:pt x="3262" y="2453"/>
                    <a:pt x="3207" y="2537"/>
                  </a:cubicBezTo>
                  <a:lnTo>
                    <a:pt x="2510" y="3234"/>
                  </a:lnTo>
                  <a:lnTo>
                    <a:pt x="2510" y="2732"/>
                  </a:lnTo>
                  <a:cubicBezTo>
                    <a:pt x="2510" y="2565"/>
                    <a:pt x="2370" y="2425"/>
                    <a:pt x="2203" y="2425"/>
                  </a:cubicBezTo>
                  <a:lnTo>
                    <a:pt x="1032" y="2425"/>
                  </a:lnTo>
                  <a:cubicBezTo>
                    <a:pt x="865" y="2425"/>
                    <a:pt x="726" y="2286"/>
                    <a:pt x="726" y="2119"/>
                  </a:cubicBezTo>
                  <a:lnTo>
                    <a:pt x="726" y="892"/>
                  </a:lnTo>
                  <a:cubicBezTo>
                    <a:pt x="726" y="725"/>
                    <a:pt x="865" y="585"/>
                    <a:pt x="1032" y="585"/>
                  </a:cubicBezTo>
                  <a:close/>
                  <a:moveTo>
                    <a:pt x="921" y="0"/>
                  </a:moveTo>
                  <a:cubicBezTo>
                    <a:pt x="447" y="0"/>
                    <a:pt x="1" y="418"/>
                    <a:pt x="1" y="892"/>
                  </a:cubicBezTo>
                  <a:lnTo>
                    <a:pt x="1" y="2119"/>
                  </a:lnTo>
                  <a:cubicBezTo>
                    <a:pt x="1" y="2592"/>
                    <a:pt x="419" y="3011"/>
                    <a:pt x="921" y="3011"/>
                  </a:cubicBezTo>
                  <a:lnTo>
                    <a:pt x="1841" y="3011"/>
                  </a:lnTo>
                  <a:lnTo>
                    <a:pt x="1841" y="3958"/>
                  </a:lnTo>
                  <a:cubicBezTo>
                    <a:pt x="1924" y="4098"/>
                    <a:pt x="2008" y="4209"/>
                    <a:pt x="2120" y="4237"/>
                  </a:cubicBezTo>
                  <a:cubicBezTo>
                    <a:pt x="2150" y="4247"/>
                    <a:pt x="2188" y="4254"/>
                    <a:pt x="2228" y="4254"/>
                  </a:cubicBezTo>
                  <a:cubicBezTo>
                    <a:pt x="2298" y="4254"/>
                    <a:pt x="2373" y="4234"/>
                    <a:pt x="2426" y="4181"/>
                  </a:cubicBezTo>
                  <a:lnTo>
                    <a:pt x="3541" y="3011"/>
                  </a:lnTo>
                  <a:lnTo>
                    <a:pt x="5743" y="3011"/>
                  </a:lnTo>
                  <a:lnTo>
                    <a:pt x="6830" y="4181"/>
                  </a:lnTo>
                  <a:cubicBezTo>
                    <a:pt x="6883" y="4234"/>
                    <a:pt x="6959" y="4254"/>
                    <a:pt x="7035" y="4254"/>
                  </a:cubicBezTo>
                  <a:cubicBezTo>
                    <a:pt x="7080" y="4254"/>
                    <a:pt x="7124" y="4247"/>
                    <a:pt x="7165" y="4237"/>
                  </a:cubicBezTo>
                  <a:cubicBezTo>
                    <a:pt x="7249" y="4209"/>
                    <a:pt x="7332" y="4070"/>
                    <a:pt x="7332" y="3958"/>
                  </a:cubicBezTo>
                  <a:lnTo>
                    <a:pt x="7332" y="3011"/>
                  </a:lnTo>
                  <a:lnTo>
                    <a:pt x="8224" y="3011"/>
                  </a:lnTo>
                  <a:cubicBezTo>
                    <a:pt x="8726" y="3011"/>
                    <a:pt x="9144" y="2592"/>
                    <a:pt x="9144" y="2119"/>
                  </a:cubicBezTo>
                  <a:lnTo>
                    <a:pt x="9144" y="892"/>
                  </a:lnTo>
                  <a:cubicBezTo>
                    <a:pt x="9144" y="418"/>
                    <a:pt x="8726" y="0"/>
                    <a:pt x="8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51">
              <a:extLst>
                <a:ext uri="{FF2B5EF4-FFF2-40B4-BE49-F238E27FC236}">
                  <a16:creationId xmlns:a16="http://schemas.microsoft.com/office/drawing/2014/main" id="{99EE3AFA-B650-4D02-C640-01B030B1E9A3}"/>
                </a:ext>
              </a:extLst>
            </p:cNvPr>
            <p:cNvSpPr/>
            <p:nvPr/>
          </p:nvSpPr>
          <p:spPr>
            <a:xfrm>
              <a:off x="3024600" y="2966925"/>
              <a:ext cx="29875" cy="58497"/>
            </a:xfrm>
            <a:custGeom>
              <a:avLst/>
              <a:gdLst/>
              <a:ahLst/>
              <a:cxnLst/>
              <a:rect l="l" t="t" r="r" b="b"/>
              <a:pathLst>
                <a:path w="1195" h="2376" extrusionOk="0">
                  <a:moveTo>
                    <a:pt x="159" y="2269"/>
                  </a:moveTo>
                  <a:cubicBezTo>
                    <a:pt x="131" y="2225"/>
                    <a:pt x="349" y="2178"/>
                    <a:pt x="444" y="2102"/>
                  </a:cubicBezTo>
                  <a:cubicBezTo>
                    <a:pt x="539" y="2027"/>
                    <a:pt x="682" y="2090"/>
                    <a:pt x="730" y="1816"/>
                  </a:cubicBezTo>
                  <a:cubicBezTo>
                    <a:pt x="778" y="1542"/>
                    <a:pt x="774" y="725"/>
                    <a:pt x="730" y="459"/>
                  </a:cubicBezTo>
                  <a:cubicBezTo>
                    <a:pt x="686" y="193"/>
                    <a:pt x="587" y="273"/>
                    <a:pt x="468" y="221"/>
                  </a:cubicBezTo>
                  <a:cubicBezTo>
                    <a:pt x="349" y="169"/>
                    <a:pt x="-16" y="185"/>
                    <a:pt x="16" y="149"/>
                  </a:cubicBezTo>
                  <a:cubicBezTo>
                    <a:pt x="48" y="113"/>
                    <a:pt x="473" y="-21"/>
                    <a:pt x="659" y="7"/>
                  </a:cubicBezTo>
                  <a:cubicBezTo>
                    <a:pt x="846" y="35"/>
                    <a:pt x="1048" y="54"/>
                    <a:pt x="1135" y="316"/>
                  </a:cubicBezTo>
                  <a:cubicBezTo>
                    <a:pt x="1222" y="578"/>
                    <a:pt x="1183" y="1276"/>
                    <a:pt x="1183" y="1578"/>
                  </a:cubicBezTo>
                  <a:cubicBezTo>
                    <a:pt x="1183" y="1880"/>
                    <a:pt x="1230" y="1995"/>
                    <a:pt x="1135" y="2126"/>
                  </a:cubicBezTo>
                  <a:cubicBezTo>
                    <a:pt x="1040" y="2257"/>
                    <a:pt x="774" y="2340"/>
                    <a:pt x="611" y="2364"/>
                  </a:cubicBezTo>
                  <a:cubicBezTo>
                    <a:pt x="448" y="2388"/>
                    <a:pt x="187" y="2313"/>
                    <a:pt x="159" y="22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2" name="Google Shape;2455;p51">
            <a:extLst>
              <a:ext uri="{FF2B5EF4-FFF2-40B4-BE49-F238E27FC236}">
                <a16:creationId xmlns:a16="http://schemas.microsoft.com/office/drawing/2014/main" id="{926E0EFC-FB4C-9A18-A98C-178D6813C9E4}"/>
              </a:ext>
            </a:extLst>
          </p:cNvPr>
          <p:cNvGrpSpPr/>
          <p:nvPr/>
        </p:nvGrpSpPr>
        <p:grpSpPr>
          <a:xfrm>
            <a:off x="1687141" y="1620683"/>
            <a:ext cx="289134" cy="150525"/>
            <a:chOff x="5795250" y="3629800"/>
            <a:chExt cx="330175" cy="172225"/>
          </a:xfrm>
        </p:grpSpPr>
        <p:sp>
          <p:nvSpPr>
            <p:cNvPr id="4" name="Google Shape;2457;p51">
              <a:extLst>
                <a:ext uri="{FF2B5EF4-FFF2-40B4-BE49-F238E27FC236}">
                  <a16:creationId xmlns:a16="http://schemas.microsoft.com/office/drawing/2014/main" id="{7C1BF8E5-6B38-7F2F-F8DB-83F22C3B93AF}"/>
                </a:ext>
              </a:extLst>
            </p:cNvPr>
            <p:cNvSpPr/>
            <p:nvPr/>
          </p:nvSpPr>
          <p:spPr>
            <a:xfrm>
              <a:off x="5998725" y="3675725"/>
              <a:ext cx="126700" cy="126300"/>
            </a:xfrm>
            <a:custGeom>
              <a:avLst/>
              <a:gdLst/>
              <a:ahLst/>
              <a:cxnLst/>
              <a:rect l="l" t="t" r="r" b="b"/>
              <a:pathLst>
                <a:path w="5068" h="5052" extrusionOk="0">
                  <a:moveTo>
                    <a:pt x="2522" y="1014"/>
                  </a:moveTo>
                  <a:cubicBezTo>
                    <a:pt x="3262" y="1014"/>
                    <a:pt x="4006" y="1520"/>
                    <a:pt x="4054" y="2534"/>
                  </a:cubicBezTo>
                  <a:cubicBezTo>
                    <a:pt x="4054" y="3389"/>
                    <a:pt x="3389" y="4086"/>
                    <a:pt x="2534" y="4086"/>
                  </a:cubicBezTo>
                  <a:cubicBezTo>
                    <a:pt x="1710" y="4086"/>
                    <a:pt x="1014" y="3389"/>
                    <a:pt x="1014" y="2534"/>
                  </a:cubicBezTo>
                  <a:cubicBezTo>
                    <a:pt x="1045" y="1520"/>
                    <a:pt x="1782" y="1014"/>
                    <a:pt x="2522" y="1014"/>
                  </a:cubicBezTo>
                  <a:close/>
                  <a:moveTo>
                    <a:pt x="2534" y="0"/>
                  </a:moveTo>
                  <a:cubicBezTo>
                    <a:pt x="1172" y="0"/>
                    <a:pt x="0" y="1140"/>
                    <a:pt x="0" y="2534"/>
                  </a:cubicBezTo>
                  <a:cubicBezTo>
                    <a:pt x="79" y="4212"/>
                    <a:pt x="1322" y="5051"/>
                    <a:pt x="2557" y="5051"/>
                  </a:cubicBezTo>
                  <a:cubicBezTo>
                    <a:pt x="3793" y="5051"/>
                    <a:pt x="5020" y="4212"/>
                    <a:pt x="5067" y="2534"/>
                  </a:cubicBezTo>
                  <a:cubicBezTo>
                    <a:pt x="5067" y="1140"/>
                    <a:pt x="3927" y="0"/>
                    <a:pt x="25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458;p51">
              <a:extLst>
                <a:ext uri="{FF2B5EF4-FFF2-40B4-BE49-F238E27FC236}">
                  <a16:creationId xmlns:a16="http://schemas.microsoft.com/office/drawing/2014/main" id="{A4A70635-EAA2-78CA-F658-F968E0E86B74}"/>
                </a:ext>
              </a:extLst>
            </p:cNvPr>
            <p:cNvSpPr/>
            <p:nvPr/>
          </p:nvSpPr>
          <p:spPr>
            <a:xfrm>
              <a:off x="6049374" y="3629800"/>
              <a:ext cx="25375" cy="26150"/>
            </a:xfrm>
            <a:custGeom>
              <a:avLst/>
              <a:gdLst/>
              <a:ahLst/>
              <a:cxnLst/>
              <a:rect l="l" t="t" r="r" b="b"/>
              <a:pathLst>
                <a:path w="1015" h="1046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46"/>
                    <a:pt x="508" y="1046"/>
                  </a:cubicBezTo>
                  <a:cubicBezTo>
                    <a:pt x="793" y="1046"/>
                    <a:pt x="1014" y="792"/>
                    <a:pt x="1014" y="507"/>
                  </a:cubicBezTo>
                  <a:cubicBezTo>
                    <a:pt x="1014" y="254"/>
                    <a:pt x="793" y="1"/>
                    <a:pt x="5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59;p51">
              <a:extLst>
                <a:ext uri="{FF2B5EF4-FFF2-40B4-BE49-F238E27FC236}">
                  <a16:creationId xmlns:a16="http://schemas.microsoft.com/office/drawing/2014/main" id="{520517B1-F704-B7FC-0725-91746A8F9D0F}"/>
                </a:ext>
              </a:extLst>
            </p:cNvPr>
            <p:cNvSpPr/>
            <p:nvPr/>
          </p:nvSpPr>
          <p:spPr>
            <a:xfrm>
              <a:off x="5795250" y="3675725"/>
              <a:ext cx="126700" cy="126300"/>
            </a:xfrm>
            <a:custGeom>
              <a:avLst/>
              <a:gdLst/>
              <a:ahLst/>
              <a:cxnLst/>
              <a:rect l="l" t="t" r="r" b="b"/>
              <a:pathLst>
                <a:path w="5068" h="5052" extrusionOk="0">
                  <a:moveTo>
                    <a:pt x="2514" y="1014"/>
                  </a:moveTo>
                  <a:cubicBezTo>
                    <a:pt x="3254" y="1014"/>
                    <a:pt x="3990" y="1520"/>
                    <a:pt x="4022" y="2534"/>
                  </a:cubicBezTo>
                  <a:cubicBezTo>
                    <a:pt x="4054" y="3389"/>
                    <a:pt x="3389" y="4086"/>
                    <a:pt x="2534" y="4086"/>
                  </a:cubicBezTo>
                  <a:cubicBezTo>
                    <a:pt x="1679" y="4086"/>
                    <a:pt x="982" y="3389"/>
                    <a:pt x="982" y="2534"/>
                  </a:cubicBezTo>
                  <a:cubicBezTo>
                    <a:pt x="1029" y="1520"/>
                    <a:pt x="1774" y="1014"/>
                    <a:pt x="2514" y="1014"/>
                  </a:cubicBezTo>
                  <a:close/>
                  <a:moveTo>
                    <a:pt x="2534" y="0"/>
                  </a:moveTo>
                  <a:cubicBezTo>
                    <a:pt x="1140" y="0"/>
                    <a:pt x="0" y="1140"/>
                    <a:pt x="0" y="2534"/>
                  </a:cubicBezTo>
                  <a:cubicBezTo>
                    <a:pt x="79" y="4212"/>
                    <a:pt x="1314" y="5051"/>
                    <a:pt x="2546" y="5051"/>
                  </a:cubicBezTo>
                  <a:cubicBezTo>
                    <a:pt x="3777" y="5051"/>
                    <a:pt x="5004" y="4212"/>
                    <a:pt x="5067" y="2534"/>
                  </a:cubicBezTo>
                  <a:cubicBezTo>
                    <a:pt x="5067" y="1140"/>
                    <a:pt x="3959" y="0"/>
                    <a:pt x="25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60;p51">
              <a:extLst>
                <a:ext uri="{FF2B5EF4-FFF2-40B4-BE49-F238E27FC236}">
                  <a16:creationId xmlns:a16="http://schemas.microsoft.com/office/drawing/2014/main" id="{D7B729BD-3AD2-1F81-93F9-0AC84404B7EB}"/>
                </a:ext>
              </a:extLst>
            </p:cNvPr>
            <p:cNvSpPr/>
            <p:nvPr/>
          </p:nvSpPr>
          <p:spPr>
            <a:xfrm>
              <a:off x="5845925" y="3629800"/>
              <a:ext cx="25350" cy="26150"/>
            </a:xfrm>
            <a:custGeom>
              <a:avLst/>
              <a:gdLst/>
              <a:ahLst/>
              <a:cxnLst/>
              <a:rect l="l" t="t" r="r" b="b"/>
              <a:pathLst>
                <a:path w="1014" h="1046" extrusionOk="0">
                  <a:moveTo>
                    <a:pt x="507" y="1"/>
                  </a:moveTo>
                  <a:cubicBezTo>
                    <a:pt x="222" y="1"/>
                    <a:pt x="0" y="254"/>
                    <a:pt x="0" y="507"/>
                  </a:cubicBezTo>
                  <a:cubicBezTo>
                    <a:pt x="32" y="792"/>
                    <a:pt x="222" y="1046"/>
                    <a:pt x="507" y="1046"/>
                  </a:cubicBezTo>
                  <a:cubicBezTo>
                    <a:pt x="792" y="1046"/>
                    <a:pt x="1013" y="792"/>
                    <a:pt x="1013" y="507"/>
                  </a:cubicBezTo>
                  <a:cubicBezTo>
                    <a:pt x="1013" y="254"/>
                    <a:pt x="760" y="1"/>
                    <a:pt x="5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1" name="Google Shape;2441;p51">
            <a:extLst>
              <a:ext uri="{FF2B5EF4-FFF2-40B4-BE49-F238E27FC236}">
                <a16:creationId xmlns:a16="http://schemas.microsoft.com/office/drawing/2014/main" id="{A69D0A15-B778-E762-2CB8-14A1666898B2}"/>
              </a:ext>
            </a:extLst>
          </p:cNvPr>
          <p:cNvSpPr/>
          <p:nvPr/>
        </p:nvSpPr>
        <p:spPr>
          <a:xfrm>
            <a:off x="1564348" y="1433330"/>
            <a:ext cx="504000" cy="50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9" name="Google Shape;2423;p50">
            <a:extLst>
              <a:ext uri="{FF2B5EF4-FFF2-40B4-BE49-F238E27FC236}">
                <a16:creationId xmlns:a16="http://schemas.microsoft.com/office/drawing/2014/main" id="{65D53ED6-88E5-2433-DCA3-B11214F9FF7E}"/>
              </a:ext>
            </a:extLst>
          </p:cNvPr>
          <p:cNvSpPr/>
          <p:nvPr/>
        </p:nvSpPr>
        <p:spPr>
          <a:xfrm>
            <a:off x="1652396" y="1480816"/>
            <a:ext cx="360003" cy="360001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5923" y="2080"/>
                </a:moveTo>
                <a:cubicBezTo>
                  <a:pt x="6459" y="2080"/>
                  <a:pt x="6932" y="2552"/>
                  <a:pt x="6932" y="3119"/>
                </a:cubicBezTo>
                <a:lnTo>
                  <a:pt x="6932" y="3466"/>
                </a:lnTo>
                <a:lnTo>
                  <a:pt x="4884" y="3466"/>
                </a:lnTo>
                <a:lnTo>
                  <a:pt x="4884" y="3119"/>
                </a:lnTo>
                <a:cubicBezTo>
                  <a:pt x="4884" y="2521"/>
                  <a:pt x="5356" y="2080"/>
                  <a:pt x="5923" y="2080"/>
                </a:cubicBezTo>
                <a:close/>
                <a:moveTo>
                  <a:pt x="5923" y="662"/>
                </a:moveTo>
                <a:cubicBezTo>
                  <a:pt x="7247" y="662"/>
                  <a:pt x="8349" y="1765"/>
                  <a:pt x="8349" y="3119"/>
                </a:cubicBezTo>
                <a:lnTo>
                  <a:pt x="8349" y="3466"/>
                </a:lnTo>
                <a:lnTo>
                  <a:pt x="7656" y="3466"/>
                </a:lnTo>
                <a:lnTo>
                  <a:pt x="7656" y="3119"/>
                </a:lnTo>
                <a:cubicBezTo>
                  <a:pt x="7656" y="2174"/>
                  <a:pt x="6869" y="1387"/>
                  <a:pt x="5923" y="1387"/>
                </a:cubicBezTo>
                <a:cubicBezTo>
                  <a:pt x="4978" y="1387"/>
                  <a:pt x="4191" y="2174"/>
                  <a:pt x="4191" y="3119"/>
                </a:cubicBezTo>
                <a:lnTo>
                  <a:pt x="4191" y="3466"/>
                </a:lnTo>
                <a:lnTo>
                  <a:pt x="3466" y="3466"/>
                </a:lnTo>
                <a:lnTo>
                  <a:pt x="3466" y="3119"/>
                </a:lnTo>
                <a:cubicBezTo>
                  <a:pt x="3466" y="1765"/>
                  <a:pt x="4569" y="662"/>
                  <a:pt x="5923" y="662"/>
                </a:cubicBezTo>
                <a:close/>
                <a:moveTo>
                  <a:pt x="1387" y="4191"/>
                </a:moveTo>
                <a:lnTo>
                  <a:pt x="1387" y="6742"/>
                </a:lnTo>
                <a:cubicBezTo>
                  <a:pt x="946" y="6490"/>
                  <a:pt x="662" y="6018"/>
                  <a:pt x="662" y="5545"/>
                </a:cubicBezTo>
                <a:lnTo>
                  <a:pt x="662" y="4537"/>
                </a:lnTo>
                <a:cubicBezTo>
                  <a:pt x="662" y="4348"/>
                  <a:pt x="820" y="4191"/>
                  <a:pt x="1040" y="4191"/>
                </a:cubicBezTo>
                <a:close/>
                <a:moveTo>
                  <a:pt x="10775" y="4128"/>
                </a:moveTo>
                <a:cubicBezTo>
                  <a:pt x="10996" y="4128"/>
                  <a:pt x="11153" y="4285"/>
                  <a:pt x="11153" y="4506"/>
                </a:cubicBezTo>
                <a:lnTo>
                  <a:pt x="11153" y="5545"/>
                </a:lnTo>
                <a:cubicBezTo>
                  <a:pt x="11153" y="6081"/>
                  <a:pt x="10870" y="6490"/>
                  <a:pt x="10429" y="6742"/>
                </a:cubicBezTo>
                <a:lnTo>
                  <a:pt x="10429" y="4128"/>
                </a:lnTo>
                <a:close/>
                <a:moveTo>
                  <a:pt x="8349" y="4191"/>
                </a:moveTo>
                <a:lnTo>
                  <a:pt x="8349" y="6931"/>
                </a:lnTo>
                <a:lnTo>
                  <a:pt x="3498" y="6931"/>
                </a:lnTo>
                <a:lnTo>
                  <a:pt x="3498" y="4191"/>
                </a:lnTo>
                <a:close/>
                <a:moveTo>
                  <a:pt x="6270" y="7593"/>
                </a:moveTo>
                <a:lnTo>
                  <a:pt x="6270" y="7971"/>
                </a:lnTo>
                <a:cubicBezTo>
                  <a:pt x="6270" y="8160"/>
                  <a:pt x="6112" y="8318"/>
                  <a:pt x="5923" y="8318"/>
                </a:cubicBezTo>
                <a:cubicBezTo>
                  <a:pt x="5703" y="8318"/>
                  <a:pt x="5545" y="8160"/>
                  <a:pt x="5545" y="7971"/>
                </a:cubicBezTo>
                <a:lnTo>
                  <a:pt x="5545" y="7593"/>
                </a:lnTo>
                <a:close/>
                <a:moveTo>
                  <a:pt x="662" y="7089"/>
                </a:moveTo>
                <a:cubicBezTo>
                  <a:pt x="883" y="7278"/>
                  <a:pt x="1103" y="7404"/>
                  <a:pt x="1387" y="7467"/>
                </a:cubicBezTo>
                <a:lnTo>
                  <a:pt x="1387" y="11153"/>
                </a:lnTo>
                <a:lnTo>
                  <a:pt x="1040" y="11153"/>
                </a:lnTo>
                <a:cubicBezTo>
                  <a:pt x="820" y="11153"/>
                  <a:pt x="662" y="10996"/>
                  <a:pt x="662" y="10807"/>
                </a:cubicBezTo>
                <a:lnTo>
                  <a:pt x="662" y="7089"/>
                </a:lnTo>
                <a:close/>
                <a:moveTo>
                  <a:pt x="2804" y="4191"/>
                </a:moveTo>
                <a:lnTo>
                  <a:pt x="2804" y="11153"/>
                </a:lnTo>
                <a:lnTo>
                  <a:pt x="2080" y="11153"/>
                </a:lnTo>
                <a:lnTo>
                  <a:pt x="2080" y="4191"/>
                </a:lnTo>
                <a:close/>
                <a:moveTo>
                  <a:pt x="8318" y="7656"/>
                </a:moveTo>
                <a:lnTo>
                  <a:pt x="8318" y="11153"/>
                </a:lnTo>
                <a:lnTo>
                  <a:pt x="3498" y="11153"/>
                </a:lnTo>
                <a:lnTo>
                  <a:pt x="3498" y="7656"/>
                </a:lnTo>
                <a:lnTo>
                  <a:pt x="4884" y="7656"/>
                </a:lnTo>
                <a:lnTo>
                  <a:pt x="4884" y="8003"/>
                </a:lnTo>
                <a:cubicBezTo>
                  <a:pt x="4884" y="8601"/>
                  <a:pt x="5356" y="9011"/>
                  <a:pt x="5923" y="9011"/>
                </a:cubicBezTo>
                <a:cubicBezTo>
                  <a:pt x="6459" y="9011"/>
                  <a:pt x="6932" y="8538"/>
                  <a:pt x="6932" y="8003"/>
                </a:cubicBezTo>
                <a:lnTo>
                  <a:pt x="6932" y="7656"/>
                </a:lnTo>
                <a:close/>
                <a:moveTo>
                  <a:pt x="9767" y="4191"/>
                </a:moveTo>
                <a:lnTo>
                  <a:pt x="9767" y="11153"/>
                </a:lnTo>
                <a:lnTo>
                  <a:pt x="9074" y="11153"/>
                </a:lnTo>
                <a:lnTo>
                  <a:pt x="9074" y="4191"/>
                </a:lnTo>
                <a:close/>
                <a:moveTo>
                  <a:pt x="11153" y="7120"/>
                </a:moveTo>
                <a:lnTo>
                  <a:pt x="11153" y="10807"/>
                </a:lnTo>
                <a:cubicBezTo>
                  <a:pt x="11153" y="10996"/>
                  <a:pt x="10996" y="11153"/>
                  <a:pt x="10807" y="11153"/>
                </a:cubicBezTo>
                <a:lnTo>
                  <a:pt x="10429" y="11153"/>
                </a:lnTo>
                <a:lnTo>
                  <a:pt x="10429" y="7530"/>
                </a:lnTo>
                <a:cubicBezTo>
                  <a:pt x="10712" y="7436"/>
                  <a:pt x="10964" y="7278"/>
                  <a:pt x="11153" y="7120"/>
                </a:cubicBezTo>
                <a:close/>
                <a:moveTo>
                  <a:pt x="5923" y="0"/>
                </a:moveTo>
                <a:cubicBezTo>
                  <a:pt x="4191" y="0"/>
                  <a:pt x="2804" y="1418"/>
                  <a:pt x="2804" y="3119"/>
                </a:cubicBezTo>
                <a:lnTo>
                  <a:pt x="2804" y="3466"/>
                </a:lnTo>
                <a:lnTo>
                  <a:pt x="1040" y="3466"/>
                </a:lnTo>
                <a:cubicBezTo>
                  <a:pt x="442" y="3466"/>
                  <a:pt x="1" y="3939"/>
                  <a:pt x="1" y="4474"/>
                </a:cubicBezTo>
                <a:lnTo>
                  <a:pt x="1" y="5514"/>
                </a:lnTo>
                <a:lnTo>
                  <a:pt x="1" y="10744"/>
                </a:lnTo>
                <a:cubicBezTo>
                  <a:pt x="1" y="11342"/>
                  <a:pt x="473" y="11783"/>
                  <a:pt x="1040" y="11783"/>
                </a:cubicBezTo>
                <a:lnTo>
                  <a:pt x="10807" y="11783"/>
                </a:lnTo>
                <a:cubicBezTo>
                  <a:pt x="11374" y="11783"/>
                  <a:pt x="11815" y="11311"/>
                  <a:pt x="11815" y="10744"/>
                </a:cubicBezTo>
                <a:lnTo>
                  <a:pt x="11815" y="5514"/>
                </a:lnTo>
                <a:lnTo>
                  <a:pt x="11815" y="4474"/>
                </a:lnTo>
                <a:cubicBezTo>
                  <a:pt x="11815" y="3939"/>
                  <a:pt x="11374" y="3466"/>
                  <a:pt x="10807" y="3466"/>
                </a:cubicBezTo>
                <a:lnTo>
                  <a:pt x="9011" y="3466"/>
                </a:lnTo>
                <a:lnTo>
                  <a:pt x="9011" y="3119"/>
                </a:lnTo>
                <a:cubicBezTo>
                  <a:pt x="9011" y="1387"/>
                  <a:pt x="7593" y="0"/>
                  <a:pt x="59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413;p50">
            <a:extLst>
              <a:ext uri="{FF2B5EF4-FFF2-40B4-BE49-F238E27FC236}">
                <a16:creationId xmlns:a16="http://schemas.microsoft.com/office/drawing/2014/main" id="{CE9EEF46-4F00-7494-5932-133FB66D2A87}"/>
              </a:ext>
            </a:extLst>
          </p:cNvPr>
          <p:cNvSpPr/>
          <p:nvPr/>
        </p:nvSpPr>
        <p:spPr>
          <a:xfrm>
            <a:off x="4314120" y="1399800"/>
            <a:ext cx="504000" cy="50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2" name="Google Shape;2415;p50">
            <a:extLst>
              <a:ext uri="{FF2B5EF4-FFF2-40B4-BE49-F238E27FC236}">
                <a16:creationId xmlns:a16="http://schemas.microsoft.com/office/drawing/2014/main" id="{32FDE8B0-9F5B-7E97-1433-EEA85E44023C}"/>
              </a:ext>
            </a:extLst>
          </p:cNvPr>
          <p:cNvGrpSpPr/>
          <p:nvPr/>
        </p:nvGrpSpPr>
        <p:grpSpPr>
          <a:xfrm>
            <a:off x="4386124" y="1471506"/>
            <a:ext cx="359993" cy="359987"/>
            <a:chOff x="807375" y="2315100"/>
            <a:chExt cx="433100" cy="431950"/>
          </a:xfrm>
        </p:grpSpPr>
        <p:sp>
          <p:nvSpPr>
            <p:cNvPr id="13" name="Google Shape;2416;p50">
              <a:extLst>
                <a:ext uri="{FF2B5EF4-FFF2-40B4-BE49-F238E27FC236}">
                  <a16:creationId xmlns:a16="http://schemas.microsoft.com/office/drawing/2014/main" id="{44F557BA-5D13-4F3B-3805-8C7EFF7C892D}"/>
                </a:ext>
              </a:extLst>
            </p:cNvPr>
            <p:cNvSpPr/>
            <p:nvPr/>
          </p:nvSpPr>
          <p:spPr>
            <a:xfrm>
              <a:off x="992625" y="2620350"/>
              <a:ext cx="247850" cy="126700"/>
            </a:xfrm>
            <a:custGeom>
              <a:avLst/>
              <a:gdLst/>
              <a:ahLst/>
              <a:cxnLst/>
              <a:rect l="l" t="t" r="r" b="b"/>
              <a:pathLst>
                <a:path w="9914" h="5068" extrusionOk="0">
                  <a:moveTo>
                    <a:pt x="7031" y="1077"/>
                  </a:moveTo>
                  <a:cubicBezTo>
                    <a:pt x="7506" y="1077"/>
                    <a:pt x="7855" y="1489"/>
                    <a:pt x="7855" y="1901"/>
                  </a:cubicBezTo>
                  <a:lnTo>
                    <a:pt x="7855" y="2059"/>
                  </a:lnTo>
                  <a:lnTo>
                    <a:pt x="2059" y="2059"/>
                  </a:lnTo>
                  <a:lnTo>
                    <a:pt x="2059" y="1901"/>
                  </a:lnTo>
                  <a:cubicBezTo>
                    <a:pt x="2059" y="1426"/>
                    <a:pt x="2439" y="1077"/>
                    <a:pt x="2883" y="1077"/>
                  </a:cubicBezTo>
                  <a:close/>
                  <a:moveTo>
                    <a:pt x="8900" y="3073"/>
                  </a:moveTo>
                  <a:lnTo>
                    <a:pt x="8900" y="4054"/>
                  </a:lnTo>
                  <a:lnTo>
                    <a:pt x="1014" y="4054"/>
                  </a:lnTo>
                  <a:lnTo>
                    <a:pt x="1014" y="3073"/>
                  </a:lnTo>
                  <a:close/>
                  <a:moveTo>
                    <a:pt x="2883" y="1"/>
                  </a:moveTo>
                  <a:cubicBezTo>
                    <a:pt x="1837" y="1"/>
                    <a:pt x="1014" y="856"/>
                    <a:pt x="1014" y="1869"/>
                  </a:cubicBezTo>
                  <a:lnTo>
                    <a:pt x="1014" y="2027"/>
                  </a:lnTo>
                  <a:lnTo>
                    <a:pt x="507" y="2027"/>
                  </a:lnTo>
                  <a:cubicBezTo>
                    <a:pt x="222" y="2027"/>
                    <a:pt x="1" y="2281"/>
                    <a:pt x="1" y="2534"/>
                  </a:cubicBezTo>
                  <a:lnTo>
                    <a:pt x="1" y="4561"/>
                  </a:lnTo>
                  <a:cubicBezTo>
                    <a:pt x="1" y="4846"/>
                    <a:pt x="222" y="5068"/>
                    <a:pt x="507" y="5068"/>
                  </a:cubicBezTo>
                  <a:lnTo>
                    <a:pt x="9406" y="5068"/>
                  </a:lnTo>
                  <a:cubicBezTo>
                    <a:pt x="9691" y="5068"/>
                    <a:pt x="9913" y="4846"/>
                    <a:pt x="9913" y="4561"/>
                  </a:cubicBezTo>
                  <a:lnTo>
                    <a:pt x="9913" y="2534"/>
                  </a:lnTo>
                  <a:cubicBezTo>
                    <a:pt x="9913" y="2281"/>
                    <a:pt x="9691" y="2027"/>
                    <a:pt x="9406" y="2027"/>
                  </a:cubicBezTo>
                  <a:lnTo>
                    <a:pt x="8900" y="2027"/>
                  </a:lnTo>
                  <a:lnTo>
                    <a:pt x="8900" y="1869"/>
                  </a:lnTo>
                  <a:cubicBezTo>
                    <a:pt x="8900" y="856"/>
                    <a:pt x="8076" y="1"/>
                    <a:pt x="70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17;p50">
              <a:extLst>
                <a:ext uri="{FF2B5EF4-FFF2-40B4-BE49-F238E27FC236}">
                  <a16:creationId xmlns:a16="http://schemas.microsoft.com/office/drawing/2014/main" id="{CD9F4A9A-B779-27AE-A36D-8DD34F226694}"/>
                </a:ext>
              </a:extLst>
            </p:cNvPr>
            <p:cNvSpPr/>
            <p:nvPr/>
          </p:nvSpPr>
          <p:spPr>
            <a:xfrm>
              <a:off x="807375" y="2315100"/>
              <a:ext cx="338075" cy="431675"/>
            </a:xfrm>
            <a:custGeom>
              <a:avLst/>
              <a:gdLst/>
              <a:ahLst/>
              <a:cxnLst/>
              <a:rect l="l" t="t" r="r" b="b"/>
              <a:pathLst>
                <a:path w="13523" h="17267" extrusionOk="0">
                  <a:moveTo>
                    <a:pt x="4824" y="1006"/>
                  </a:moveTo>
                  <a:cubicBezTo>
                    <a:pt x="4906" y="1006"/>
                    <a:pt x="4990" y="1024"/>
                    <a:pt x="5067" y="1063"/>
                  </a:cubicBezTo>
                  <a:lnTo>
                    <a:pt x="5479" y="1285"/>
                  </a:lnTo>
                  <a:lnTo>
                    <a:pt x="3104" y="5560"/>
                  </a:lnTo>
                  <a:lnTo>
                    <a:pt x="2692" y="5370"/>
                  </a:lnTo>
                  <a:cubicBezTo>
                    <a:pt x="2565" y="5307"/>
                    <a:pt x="2502" y="5212"/>
                    <a:pt x="2439" y="5054"/>
                  </a:cubicBezTo>
                  <a:cubicBezTo>
                    <a:pt x="2407" y="4927"/>
                    <a:pt x="2407" y="4768"/>
                    <a:pt x="2502" y="4673"/>
                  </a:cubicBezTo>
                  <a:lnTo>
                    <a:pt x="4370" y="1253"/>
                  </a:lnTo>
                  <a:cubicBezTo>
                    <a:pt x="4458" y="1099"/>
                    <a:pt x="4638" y="1006"/>
                    <a:pt x="4824" y="1006"/>
                  </a:cubicBezTo>
                  <a:close/>
                  <a:moveTo>
                    <a:pt x="6017" y="2520"/>
                  </a:moveTo>
                  <a:lnTo>
                    <a:pt x="6936" y="2995"/>
                  </a:lnTo>
                  <a:lnTo>
                    <a:pt x="5352" y="5877"/>
                  </a:lnTo>
                  <a:lnTo>
                    <a:pt x="4434" y="5402"/>
                  </a:lnTo>
                  <a:lnTo>
                    <a:pt x="6017" y="2520"/>
                  </a:lnTo>
                  <a:close/>
                  <a:moveTo>
                    <a:pt x="8202" y="2805"/>
                  </a:moveTo>
                  <a:lnTo>
                    <a:pt x="9089" y="3280"/>
                  </a:lnTo>
                  <a:lnTo>
                    <a:pt x="6714" y="7555"/>
                  </a:lnTo>
                  <a:lnTo>
                    <a:pt x="5827" y="7080"/>
                  </a:lnTo>
                  <a:lnTo>
                    <a:pt x="8202" y="2805"/>
                  </a:lnTo>
                  <a:close/>
                  <a:moveTo>
                    <a:pt x="9532" y="4515"/>
                  </a:moveTo>
                  <a:lnTo>
                    <a:pt x="10451" y="4990"/>
                  </a:lnTo>
                  <a:lnTo>
                    <a:pt x="8867" y="7872"/>
                  </a:lnTo>
                  <a:lnTo>
                    <a:pt x="7949" y="7397"/>
                  </a:lnTo>
                  <a:lnTo>
                    <a:pt x="9532" y="4515"/>
                  </a:lnTo>
                  <a:close/>
                  <a:moveTo>
                    <a:pt x="11749" y="4832"/>
                  </a:moveTo>
                  <a:lnTo>
                    <a:pt x="12193" y="5022"/>
                  </a:lnTo>
                  <a:cubicBezTo>
                    <a:pt x="12319" y="5085"/>
                    <a:pt x="12383" y="5180"/>
                    <a:pt x="12414" y="5339"/>
                  </a:cubicBezTo>
                  <a:cubicBezTo>
                    <a:pt x="12446" y="5465"/>
                    <a:pt x="12446" y="5624"/>
                    <a:pt x="12383" y="5719"/>
                  </a:cubicBezTo>
                  <a:lnTo>
                    <a:pt x="10483" y="9139"/>
                  </a:lnTo>
                  <a:cubicBezTo>
                    <a:pt x="10395" y="9293"/>
                    <a:pt x="10215" y="9386"/>
                    <a:pt x="10039" y="9386"/>
                  </a:cubicBezTo>
                  <a:cubicBezTo>
                    <a:pt x="9962" y="9386"/>
                    <a:pt x="9885" y="9368"/>
                    <a:pt x="9817" y="9329"/>
                  </a:cubicBezTo>
                  <a:lnTo>
                    <a:pt x="9374" y="9107"/>
                  </a:lnTo>
                  <a:lnTo>
                    <a:pt x="11749" y="4832"/>
                  </a:lnTo>
                  <a:close/>
                  <a:moveTo>
                    <a:pt x="5352" y="7999"/>
                  </a:moveTo>
                  <a:lnTo>
                    <a:pt x="6239" y="8474"/>
                  </a:lnTo>
                  <a:lnTo>
                    <a:pt x="2122" y="16106"/>
                  </a:lnTo>
                  <a:lnTo>
                    <a:pt x="1235" y="15631"/>
                  </a:lnTo>
                  <a:lnTo>
                    <a:pt x="5352" y="7999"/>
                  </a:lnTo>
                  <a:close/>
                  <a:moveTo>
                    <a:pt x="4819" y="1"/>
                  </a:moveTo>
                  <a:cubicBezTo>
                    <a:pt x="4276" y="1"/>
                    <a:pt x="3745" y="277"/>
                    <a:pt x="3484" y="778"/>
                  </a:cubicBezTo>
                  <a:lnTo>
                    <a:pt x="1584" y="4167"/>
                  </a:lnTo>
                  <a:cubicBezTo>
                    <a:pt x="1172" y="4895"/>
                    <a:pt x="1457" y="5845"/>
                    <a:pt x="2185" y="6225"/>
                  </a:cubicBezTo>
                  <a:lnTo>
                    <a:pt x="3072" y="6764"/>
                  </a:lnTo>
                  <a:cubicBezTo>
                    <a:pt x="3146" y="6791"/>
                    <a:pt x="3225" y="6806"/>
                    <a:pt x="3303" y="6806"/>
                  </a:cubicBezTo>
                  <a:cubicBezTo>
                    <a:pt x="3494" y="6806"/>
                    <a:pt x="3679" y="6721"/>
                    <a:pt x="3769" y="6542"/>
                  </a:cubicBezTo>
                  <a:lnTo>
                    <a:pt x="3927" y="6289"/>
                  </a:lnTo>
                  <a:lnTo>
                    <a:pt x="4814" y="6764"/>
                  </a:lnTo>
                  <a:lnTo>
                    <a:pt x="127" y="15536"/>
                  </a:lnTo>
                  <a:cubicBezTo>
                    <a:pt x="0" y="15789"/>
                    <a:pt x="63" y="16106"/>
                    <a:pt x="317" y="16201"/>
                  </a:cubicBezTo>
                  <a:lnTo>
                    <a:pt x="2090" y="17214"/>
                  </a:lnTo>
                  <a:cubicBezTo>
                    <a:pt x="2164" y="17251"/>
                    <a:pt x="2249" y="17267"/>
                    <a:pt x="2333" y="17267"/>
                  </a:cubicBezTo>
                  <a:cubicBezTo>
                    <a:pt x="2392" y="17267"/>
                    <a:pt x="2449" y="17259"/>
                    <a:pt x="2502" y="17246"/>
                  </a:cubicBezTo>
                  <a:cubicBezTo>
                    <a:pt x="2597" y="17214"/>
                    <a:pt x="2724" y="17119"/>
                    <a:pt x="2819" y="16993"/>
                  </a:cubicBezTo>
                  <a:lnTo>
                    <a:pt x="7474" y="8252"/>
                  </a:lnTo>
                  <a:lnTo>
                    <a:pt x="8392" y="8727"/>
                  </a:lnTo>
                  <a:lnTo>
                    <a:pt x="8234" y="9012"/>
                  </a:lnTo>
                  <a:cubicBezTo>
                    <a:pt x="8139" y="9139"/>
                    <a:pt x="8139" y="9234"/>
                    <a:pt x="8202" y="9392"/>
                  </a:cubicBezTo>
                  <a:cubicBezTo>
                    <a:pt x="8234" y="9519"/>
                    <a:pt x="8297" y="9645"/>
                    <a:pt x="8424" y="9740"/>
                  </a:cubicBezTo>
                  <a:lnTo>
                    <a:pt x="9342" y="10247"/>
                  </a:lnTo>
                  <a:cubicBezTo>
                    <a:pt x="9566" y="10369"/>
                    <a:pt x="9816" y="10429"/>
                    <a:pt x="10066" y="10429"/>
                  </a:cubicBezTo>
                  <a:cubicBezTo>
                    <a:pt x="10594" y="10429"/>
                    <a:pt x="11121" y="10161"/>
                    <a:pt x="11401" y="9645"/>
                  </a:cubicBezTo>
                  <a:lnTo>
                    <a:pt x="13301" y="6257"/>
                  </a:lnTo>
                  <a:cubicBezTo>
                    <a:pt x="13491" y="5877"/>
                    <a:pt x="13523" y="5497"/>
                    <a:pt x="13428" y="5085"/>
                  </a:cubicBezTo>
                  <a:cubicBezTo>
                    <a:pt x="13301" y="4705"/>
                    <a:pt x="13048" y="4388"/>
                    <a:pt x="12699" y="4167"/>
                  </a:cubicBezTo>
                  <a:lnTo>
                    <a:pt x="11781" y="3660"/>
                  </a:lnTo>
                  <a:cubicBezTo>
                    <a:pt x="11713" y="3621"/>
                    <a:pt x="11637" y="3603"/>
                    <a:pt x="11559" y="3603"/>
                  </a:cubicBezTo>
                  <a:cubicBezTo>
                    <a:pt x="11383" y="3603"/>
                    <a:pt x="11204" y="3696"/>
                    <a:pt x="11116" y="3850"/>
                  </a:cubicBezTo>
                  <a:lnTo>
                    <a:pt x="10958" y="4135"/>
                  </a:lnTo>
                  <a:lnTo>
                    <a:pt x="10039" y="3660"/>
                  </a:lnTo>
                  <a:lnTo>
                    <a:pt x="10198" y="3375"/>
                  </a:lnTo>
                  <a:cubicBezTo>
                    <a:pt x="10293" y="3280"/>
                    <a:pt x="10293" y="3153"/>
                    <a:pt x="10261" y="2995"/>
                  </a:cubicBezTo>
                  <a:cubicBezTo>
                    <a:pt x="10198" y="2868"/>
                    <a:pt x="10134" y="2742"/>
                    <a:pt x="10007" y="2678"/>
                  </a:cubicBezTo>
                  <a:lnTo>
                    <a:pt x="8234" y="1697"/>
                  </a:lnTo>
                  <a:cubicBezTo>
                    <a:pt x="8150" y="1654"/>
                    <a:pt x="8058" y="1633"/>
                    <a:pt x="7969" y="1633"/>
                  </a:cubicBezTo>
                  <a:cubicBezTo>
                    <a:pt x="7791" y="1633"/>
                    <a:pt x="7622" y="1718"/>
                    <a:pt x="7537" y="1887"/>
                  </a:cubicBezTo>
                  <a:lnTo>
                    <a:pt x="7379" y="2172"/>
                  </a:lnTo>
                  <a:lnTo>
                    <a:pt x="6492" y="1697"/>
                  </a:lnTo>
                  <a:lnTo>
                    <a:pt x="6651" y="1412"/>
                  </a:lnTo>
                  <a:cubicBezTo>
                    <a:pt x="6714" y="1285"/>
                    <a:pt x="6714" y="1158"/>
                    <a:pt x="6682" y="1000"/>
                  </a:cubicBezTo>
                  <a:cubicBezTo>
                    <a:pt x="6651" y="905"/>
                    <a:pt x="6556" y="778"/>
                    <a:pt x="6461" y="683"/>
                  </a:cubicBezTo>
                  <a:lnTo>
                    <a:pt x="5542" y="176"/>
                  </a:lnTo>
                  <a:cubicBezTo>
                    <a:pt x="5315" y="58"/>
                    <a:pt x="5066" y="1"/>
                    <a:pt x="48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2445;p51">
            <a:extLst>
              <a:ext uri="{FF2B5EF4-FFF2-40B4-BE49-F238E27FC236}">
                <a16:creationId xmlns:a16="http://schemas.microsoft.com/office/drawing/2014/main" id="{526F9604-238D-23AB-C5C8-AC6D58A61483}"/>
              </a:ext>
            </a:extLst>
          </p:cNvPr>
          <p:cNvSpPr/>
          <p:nvPr/>
        </p:nvSpPr>
        <p:spPr>
          <a:xfrm>
            <a:off x="7048795" y="1410595"/>
            <a:ext cx="504000" cy="5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6" name="Google Shape;2450;p51">
            <a:extLst>
              <a:ext uri="{FF2B5EF4-FFF2-40B4-BE49-F238E27FC236}">
                <a16:creationId xmlns:a16="http://schemas.microsoft.com/office/drawing/2014/main" id="{E0EDAB7D-B5C5-F68D-A9C0-F9F0AD0047E8}"/>
              </a:ext>
            </a:extLst>
          </p:cNvPr>
          <p:cNvGrpSpPr/>
          <p:nvPr/>
        </p:nvGrpSpPr>
        <p:grpSpPr>
          <a:xfrm>
            <a:off x="7132805" y="1482588"/>
            <a:ext cx="335980" cy="360013"/>
            <a:chOff x="2055125" y="1757375"/>
            <a:chExt cx="404600" cy="432500"/>
          </a:xfrm>
        </p:grpSpPr>
        <p:sp>
          <p:nvSpPr>
            <p:cNvPr id="17" name="Google Shape;2451;p51">
              <a:extLst>
                <a:ext uri="{FF2B5EF4-FFF2-40B4-BE49-F238E27FC236}">
                  <a16:creationId xmlns:a16="http://schemas.microsoft.com/office/drawing/2014/main" id="{2490BBFE-FC1E-5D6D-7025-EDC29671B98C}"/>
                </a:ext>
              </a:extLst>
            </p:cNvPr>
            <p:cNvSpPr/>
            <p:nvPr/>
          </p:nvSpPr>
          <p:spPr>
            <a:xfrm>
              <a:off x="2055125" y="1757375"/>
              <a:ext cx="404600" cy="432500"/>
            </a:xfrm>
            <a:custGeom>
              <a:avLst/>
              <a:gdLst/>
              <a:ahLst/>
              <a:cxnLst/>
              <a:rect l="l" t="t" r="r" b="b"/>
              <a:pathLst>
                <a:path w="16184" h="17300" extrusionOk="0">
                  <a:moveTo>
                    <a:pt x="11718" y="1014"/>
                  </a:moveTo>
                  <a:cubicBezTo>
                    <a:pt x="12446" y="2281"/>
                    <a:pt x="13713" y="3136"/>
                    <a:pt x="15170" y="3294"/>
                  </a:cubicBezTo>
                  <a:lnTo>
                    <a:pt x="15170" y="9090"/>
                  </a:lnTo>
                  <a:lnTo>
                    <a:pt x="15138" y="9090"/>
                  </a:lnTo>
                  <a:cubicBezTo>
                    <a:pt x="15170" y="12098"/>
                    <a:pt x="10135" y="15202"/>
                    <a:pt x="8171" y="16215"/>
                  </a:cubicBezTo>
                  <a:cubicBezTo>
                    <a:pt x="6176" y="15202"/>
                    <a:pt x="1109" y="12098"/>
                    <a:pt x="1204" y="9090"/>
                  </a:cubicBezTo>
                  <a:lnTo>
                    <a:pt x="1204" y="3294"/>
                  </a:lnTo>
                  <a:cubicBezTo>
                    <a:pt x="2629" y="3136"/>
                    <a:pt x="3927" y="2281"/>
                    <a:pt x="4624" y="1014"/>
                  </a:cubicBezTo>
                  <a:close/>
                  <a:moveTo>
                    <a:pt x="4276" y="1"/>
                  </a:moveTo>
                  <a:cubicBezTo>
                    <a:pt x="4086" y="1"/>
                    <a:pt x="3896" y="127"/>
                    <a:pt x="3801" y="286"/>
                  </a:cubicBezTo>
                  <a:cubicBezTo>
                    <a:pt x="3262" y="1521"/>
                    <a:pt x="1996" y="2312"/>
                    <a:pt x="634" y="2312"/>
                  </a:cubicBezTo>
                  <a:cubicBezTo>
                    <a:pt x="349" y="2312"/>
                    <a:pt x="127" y="2534"/>
                    <a:pt x="127" y="2819"/>
                  </a:cubicBezTo>
                  <a:lnTo>
                    <a:pt x="127" y="9090"/>
                  </a:lnTo>
                  <a:cubicBezTo>
                    <a:pt x="1" y="12731"/>
                    <a:pt x="5828" y="16247"/>
                    <a:pt x="7886" y="17228"/>
                  </a:cubicBezTo>
                  <a:cubicBezTo>
                    <a:pt x="7965" y="17276"/>
                    <a:pt x="8044" y="17300"/>
                    <a:pt x="8120" y="17300"/>
                  </a:cubicBezTo>
                  <a:cubicBezTo>
                    <a:pt x="8195" y="17300"/>
                    <a:pt x="8266" y="17276"/>
                    <a:pt x="8329" y="17228"/>
                  </a:cubicBezTo>
                  <a:cubicBezTo>
                    <a:pt x="10388" y="16247"/>
                    <a:pt x="16183" y="12731"/>
                    <a:pt x="16088" y="9090"/>
                  </a:cubicBezTo>
                  <a:lnTo>
                    <a:pt x="16088" y="2819"/>
                  </a:lnTo>
                  <a:cubicBezTo>
                    <a:pt x="16120" y="2534"/>
                    <a:pt x="15867" y="2312"/>
                    <a:pt x="15613" y="2312"/>
                  </a:cubicBezTo>
                  <a:cubicBezTo>
                    <a:pt x="14252" y="2312"/>
                    <a:pt x="12985" y="1521"/>
                    <a:pt x="12446" y="286"/>
                  </a:cubicBezTo>
                  <a:cubicBezTo>
                    <a:pt x="12351" y="96"/>
                    <a:pt x="12161" y="1"/>
                    <a:pt x="119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52;p51">
              <a:extLst>
                <a:ext uri="{FF2B5EF4-FFF2-40B4-BE49-F238E27FC236}">
                  <a16:creationId xmlns:a16="http://schemas.microsoft.com/office/drawing/2014/main" id="{D5DC21CB-4D31-41F1-03AA-6B60261EF2BA}"/>
                </a:ext>
              </a:extLst>
            </p:cNvPr>
            <p:cNvSpPr/>
            <p:nvPr/>
          </p:nvSpPr>
          <p:spPr>
            <a:xfrm>
              <a:off x="2111350" y="1816750"/>
              <a:ext cx="292950" cy="303650"/>
            </a:xfrm>
            <a:custGeom>
              <a:avLst/>
              <a:gdLst/>
              <a:ahLst/>
              <a:cxnLst/>
              <a:rect l="l" t="t" r="r" b="b"/>
              <a:pathLst>
                <a:path w="11718" h="12146" extrusionOk="0">
                  <a:moveTo>
                    <a:pt x="8234" y="1014"/>
                  </a:moveTo>
                  <a:cubicBezTo>
                    <a:pt x="8772" y="1838"/>
                    <a:pt x="9596" y="2408"/>
                    <a:pt x="10577" y="2598"/>
                  </a:cubicBezTo>
                  <a:lnTo>
                    <a:pt x="10577" y="6113"/>
                  </a:lnTo>
                  <a:cubicBezTo>
                    <a:pt x="10672" y="7823"/>
                    <a:pt x="7727" y="10071"/>
                    <a:pt x="5859" y="11053"/>
                  </a:cubicBezTo>
                  <a:cubicBezTo>
                    <a:pt x="4022" y="10071"/>
                    <a:pt x="1077" y="7823"/>
                    <a:pt x="1172" y="6113"/>
                  </a:cubicBezTo>
                  <a:lnTo>
                    <a:pt x="1172" y="2598"/>
                  </a:lnTo>
                  <a:cubicBezTo>
                    <a:pt x="2154" y="2408"/>
                    <a:pt x="2977" y="1838"/>
                    <a:pt x="3484" y="1014"/>
                  </a:cubicBezTo>
                  <a:close/>
                  <a:moveTo>
                    <a:pt x="3167" y="1"/>
                  </a:moveTo>
                  <a:cubicBezTo>
                    <a:pt x="2977" y="1"/>
                    <a:pt x="2787" y="127"/>
                    <a:pt x="2692" y="286"/>
                  </a:cubicBezTo>
                  <a:cubicBezTo>
                    <a:pt x="2344" y="1077"/>
                    <a:pt x="1520" y="1648"/>
                    <a:pt x="633" y="1648"/>
                  </a:cubicBezTo>
                  <a:cubicBezTo>
                    <a:pt x="380" y="1648"/>
                    <a:pt x="127" y="1869"/>
                    <a:pt x="127" y="2154"/>
                  </a:cubicBezTo>
                  <a:lnTo>
                    <a:pt x="127" y="6113"/>
                  </a:lnTo>
                  <a:cubicBezTo>
                    <a:pt x="0" y="8551"/>
                    <a:pt x="3895" y="11212"/>
                    <a:pt x="5637" y="12098"/>
                  </a:cubicBezTo>
                  <a:cubicBezTo>
                    <a:pt x="5716" y="12130"/>
                    <a:pt x="5795" y="12146"/>
                    <a:pt x="5875" y="12146"/>
                  </a:cubicBezTo>
                  <a:cubicBezTo>
                    <a:pt x="5954" y="12146"/>
                    <a:pt x="6033" y="12130"/>
                    <a:pt x="6112" y="12098"/>
                  </a:cubicBezTo>
                  <a:cubicBezTo>
                    <a:pt x="7854" y="11212"/>
                    <a:pt x="11718" y="8551"/>
                    <a:pt x="11623" y="6113"/>
                  </a:cubicBezTo>
                  <a:lnTo>
                    <a:pt x="11623" y="2154"/>
                  </a:lnTo>
                  <a:cubicBezTo>
                    <a:pt x="11623" y="1869"/>
                    <a:pt x="11369" y="1648"/>
                    <a:pt x="11084" y="1648"/>
                  </a:cubicBezTo>
                  <a:cubicBezTo>
                    <a:pt x="10229" y="1648"/>
                    <a:pt x="9406" y="1109"/>
                    <a:pt x="9026" y="286"/>
                  </a:cubicBezTo>
                  <a:cubicBezTo>
                    <a:pt x="8962" y="96"/>
                    <a:pt x="8772" y="1"/>
                    <a:pt x="85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53;p51">
              <a:extLst>
                <a:ext uri="{FF2B5EF4-FFF2-40B4-BE49-F238E27FC236}">
                  <a16:creationId xmlns:a16="http://schemas.microsoft.com/office/drawing/2014/main" id="{19F93299-8209-21FA-D4B5-95D38D07DE29}"/>
                </a:ext>
              </a:extLst>
            </p:cNvPr>
            <p:cNvSpPr/>
            <p:nvPr/>
          </p:nvSpPr>
          <p:spPr>
            <a:xfrm>
              <a:off x="2186550" y="1876925"/>
              <a:ext cx="144125" cy="159175"/>
            </a:xfrm>
            <a:custGeom>
              <a:avLst/>
              <a:gdLst/>
              <a:ahLst/>
              <a:cxnLst/>
              <a:rect l="l" t="t" r="r" b="b"/>
              <a:pathLst>
                <a:path w="5765" h="6367" extrusionOk="0">
                  <a:moveTo>
                    <a:pt x="2851" y="1711"/>
                  </a:moveTo>
                  <a:lnTo>
                    <a:pt x="3072" y="2186"/>
                  </a:lnTo>
                  <a:cubicBezTo>
                    <a:pt x="3136" y="2407"/>
                    <a:pt x="3326" y="2502"/>
                    <a:pt x="3548" y="2502"/>
                  </a:cubicBezTo>
                  <a:lnTo>
                    <a:pt x="4086" y="2502"/>
                  </a:lnTo>
                  <a:lnTo>
                    <a:pt x="3801" y="2819"/>
                  </a:lnTo>
                  <a:cubicBezTo>
                    <a:pt x="3643" y="3041"/>
                    <a:pt x="3643" y="3294"/>
                    <a:pt x="3801" y="3516"/>
                  </a:cubicBezTo>
                  <a:lnTo>
                    <a:pt x="4086" y="3833"/>
                  </a:lnTo>
                  <a:lnTo>
                    <a:pt x="3548" y="3833"/>
                  </a:lnTo>
                  <a:cubicBezTo>
                    <a:pt x="3326" y="3833"/>
                    <a:pt x="3136" y="3928"/>
                    <a:pt x="3072" y="4149"/>
                  </a:cubicBezTo>
                  <a:lnTo>
                    <a:pt x="2851" y="4624"/>
                  </a:lnTo>
                  <a:lnTo>
                    <a:pt x="2661" y="4149"/>
                  </a:lnTo>
                  <a:cubicBezTo>
                    <a:pt x="2597" y="3928"/>
                    <a:pt x="2376" y="3833"/>
                    <a:pt x="2186" y="3833"/>
                  </a:cubicBezTo>
                  <a:lnTo>
                    <a:pt x="1647" y="3833"/>
                  </a:lnTo>
                  <a:lnTo>
                    <a:pt x="1901" y="3516"/>
                  </a:lnTo>
                  <a:cubicBezTo>
                    <a:pt x="2059" y="3294"/>
                    <a:pt x="2059" y="3041"/>
                    <a:pt x="1901" y="2819"/>
                  </a:cubicBezTo>
                  <a:lnTo>
                    <a:pt x="1647" y="2502"/>
                  </a:lnTo>
                  <a:lnTo>
                    <a:pt x="2186" y="2502"/>
                  </a:lnTo>
                  <a:cubicBezTo>
                    <a:pt x="2376" y="2502"/>
                    <a:pt x="2597" y="2407"/>
                    <a:pt x="2661" y="2186"/>
                  </a:cubicBezTo>
                  <a:lnTo>
                    <a:pt x="2851" y="1711"/>
                  </a:lnTo>
                  <a:close/>
                  <a:moveTo>
                    <a:pt x="2867" y="1"/>
                  </a:moveTo>
                  <a:cubicBezTo>
                    <a:pt x="2677" y="1"/>
                    <a:pt x="2487" y="96"/>
                    <a:pt x="2407" y="286"/>
                  </a:cubicBezTo>
                  <a:lnTo>
                    <a:pt x="1869" y="1521"/>
                  </a:lnTo>
                  <a:lnTo>
                    <a:pt x="571" y="1521"/>
                  </a:lnTo>
                  <a:cubicBezTo>
                    <a:pt x="349" y="1521"/>
                    <a:pt x="159" y="1647"/>
                    <a:pt x="96" y="1806"/>
                  </a:cubicBezTo>
                  <a:cubicBezTo>
                    <a:pt x="1" y="1996"/>
                    <a:pt x="32" y="2186"/>
                    <a:pt x="159" y="2344"/>
                  </a:cubicBezTo>
                  <a:lnTo>
                    <a:pt x="887" y="3199"/>
                  </a:lnTo>
                  <a:lnTo>
                    <a:pt x="159" y="4023"/>
                  </a:lnTo>
                  <a:cubicBezTo>
                    <a:pt x="32" y="4181"/>
                    <a:pt x="1" y="4371"/>
                    <a:pt x="96" y="4561"/>
                  </a:cubicBezTo>
                  <a:cubicBezTo>
                    <a:pt x="159" y="4783"/>
                    <a:pt x="349" y="4846"/>
                    <a:pt x="571" y="4846"/>
                  </a:cubicBezTo>
                  <a:lnTo>
                    <a:pt x="1869" y="4846"/>
                  </a:lnTo>
                  <a:lnTo>
                    <a:pt x="2407" y="6081"/>
                  </a:lnTo>
                  <a:cubicBezTo>
                    <a:pt x="2487" y="6271"/>
                    <a:pt x="2677" y="6366"/>
                    <a:pt x="2867" y="6366"/>
                  </a:cubicBezTo>
                  <a:cubicBezTo>
                    <a:pt x="3057" y="6366"/>
                    <a:pt x="3247" y="6271"/>
                    <a:pt x="3326" y="6081"/>
                  </a:cubicBezTo>
                  <a:lnTo>
                    <a:pt x="3896" y="4846"/>
                  </a:lnTo>
                  <a:lnTo>
                    <a:pt x="5194" y="4846"/>
                  </a:lnTo>
                  <a:cubicBezTo>
                    <a:pt x="5384" y="4846"/>
                    <a:pt x="5543" y="4719"/>
                    <a:pt x="5669" y="4561"/>
                  </a:cubicBezTo>
                  <a:cubicBezTo>
                    <a:pt x="5733" y="4371"/>
                    <a:pt x="5701" y="4181"/>
                    <a:pt x="5606" y="4023"/>
                  </a:cubicBezTo>
                  <a:lnTo>
                    <a:pt x="4878" y="3199"/>
                  </a:lnTo>
                  <a:lnTo>
                    <a:pt x="5606" y="2344"/>
                  </a:lnTo>
                  <a:cubicBezTo>
                    <a:pt x="5701" y="2186"/>
                    <a:pt x="5764" y="1964"/>
                    <a:pt x="5669" y="1806"/>
                  </a:cubicBezTo>
                  <a:cubicBezTo>
                    <a:pt x="5606" y="1616"/>
                    <a:pt x="5384" y="1521"/>
                    <a:pt x="5194" y="1521"/>
                  </a:cubicBezTo>
                  <a:lnTo>
                    <a:pt x="3896" y="1521"/>
                  </a:lnTo>
                  <a:lnTo>
                    <a:pt x="3326" y="286"/>
                  </a:lnTo>
                  <a:cubicBezTo>
                    <a:pt x="3247" y="96"/>
                    <a:pt x="3057" y="1"/>
                    <a:pt x="28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44285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p60"/>
          <p:cNvSpPr txBox="1">
            <a:spLocks noGrp="1"/>
          </p:cNvSpPr>
          <p:nvPr>
            <p:ph type="title"/>
          </p:nvPr>
        </p:nvSpPr>
        <p:spPr>
          <a:xfrm>
            <a:off x="4283927" y="1040471"/>
            <a:ext cx="3591926" cy="6465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r>
              <a:rPr lang="en"/>
              <a:t>VISIÓN FUTURA</a:t>
            </a:r>
            <a:endParaRPr lang="es-ES"/>
          </a:p>
        </p:txBody>
      </p:sp>
      <p:sp>
        <p:nvSpPr>
          <p:cNvPr id="2590" name="Google Shape;2590;p60"/>
          <p:cNvSpPr txBox="1">
            <a:spLocks noGrp="1"/>
          </p:cNvSpPr>
          <p:nvPr>
            <p:ph type="subTitle" idx="1"/>
          </p:nvPr>
        </p:nvSpPr>
        <p:spPr>
          <a:xfrm>
            <a:off x="5290020" y="1928189"/>
            <a:ext cx="1986684" cy="350719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indent="0"/>
            <a:r>
              <a:rPr lang="en" err="1"/>
              <a:t>Autonomía</a:t>
            </a:r>
            <a:r>
              <a:rPr lang="en"/>
              <a:t> </a:t>
            </a:r>
            <a:r>
              <a:rPr lang="en" err="1"/>
              <a:t>jurídica</a:t>
            </a:r>
            <a:endParaRPr lang="es-ES" err="1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BF55693-FF0C-03B9-9B05-34E984DDBC6D}"/>
              </a:ext>
            </a:extLst>
          </p:cNvPr>
          <p:cNvGrpSpPr/>
          <p:nvPr/>
        </p:nvGrpSpPr>
        <p:grpSpPr>
          <a:xfrm>
            <a:off x="2799331" y="2079679"/>
            <a:ext cx="699177" cy="1216054"/>
            <a:chOff x="1764007" y="969810"/>
            <a:chExt cx="1601980" cy="3203879"/>
          </a:xfrm>
        </p:grpSpPr>
        <p:grpSp>
          <p:nvGrpSpPr>
            <p:cNvPr id="2591" name="Google Shape;2591;p60"/>
            <p:cNvGrpSpPr/>
            <p:nvPr/>
          </p:nvGrpSpPr>
          <p:grpSpPr>
            <a:xfrm>
              <a:off x="1764007" y="969810"/>
              <a:ext cx="1601980" cy="3203879"/>
              <a:chOff x="451025" y="297475"/>
              <a:chExt cx="2187900" cy="4491000"/>
            </a:xfrm>
          </p:grpSpPr>
          <p:sp>
            <p:nvSpPr>
              <p:cNvPr id="2592" name="Google Shape;2592;p60"/>
              <p:cNvSpPr/>
              <p:nvPr/>
            </p:nvSpPr>
            <p:spPr>
              <a:xfrm>
                <a:off x="451025" y="297475"/>
                <a:ext cx="2187900" cy="4491000"/>
              </a:xfrm>
              <a:prstGeom prst="roundRect">
                <a:avLst>
                  <a:gd name="adj" fmla="val 15789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60"/>
              <p:cNvSpPr/>
              <p:nvPr/>
            </p:nvSpPr>
            <p:spPr>
              <a:xfrm>
                <a:off x="1369775" y="557904"/>
                <a:ext cx="350400" cy="372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60"/>
              <p:cNvSpPr/>
              <p:nvPr/>
            </p:nvSpPr>
            <p:spPr>
              <a:xfrm>
                <a:off x="1381175" y="4377920"/>
                <a:ext cx="327600" cy="326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595" name="Google Shape;2595;p60"/>
            <p:cNvPicPr preferRelativeResize="0"/>
            <p:nvPr/>
          </p:nvPicPr>
          <p:blipFill rotWithShape="1">
            <a:blip r:embed="rId3">
              <a:alphaModFix/>
            </a:blip>
            <a:srcRect l="6559" r="6559"/>
            <a:stretch/>
          </p:blipFill>
          <p:spPr>
            <a:xfrm>
              <a:off x="1855316" y="1367016"/>
              <a:ext cx="1419361" cy="24511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4E4117FB-0037-3C6E-36E0-65BB5BAA7286}"/>
              </a:ext>
            </a:extLst>
          </p:cNvPr>
          <p:cNvGrpSpPr/>
          <p:nvPr/>
        </p:nvGrpSpPr>
        <p:grpSpPr>
          <a:xfrm>
            <a:off x="411168" y="1676249"/>
            <a:ext cx="2032944" cy="1004184"/>
            <a:chOff x="3608256" y="1295249"/>
            <a:chExt cx="4815900" cy="2553032"/>
          </a:xfrm>
        </p:grpSpPr>
        <p:grpSp>
          <p:nvGrpSpPr>
            <p:cNvPr id="4" name="Google Shape;2580;p59">
              <a:extLst>
                <a:ext uri="{FF2B5EF4-FFF2-40B4-BE49-F238E27FC236}">
                  <a16:creationId xmlns:a16="http://schemas.microsoft.com/office/drawing/2014/main" id="{44742E3F-DA1F-2AAC-8EEA-BBA564A71647}"/>
                </a:ext>
              </a:extLst>
            </p:cNvPr>
            <p:cNvGrpSpPr/>
            <p:nvPr/>
          </p:nvGrpSpPr>
          <p:grpSpPr>
            <a:xfrm>
              <a:off x="3608256" y="1295249"/>
              <a:ext cx="4815900" cy="2553032"/>
              <a:chOff x="3608256" y="1295249"/>
              <a:chExt cx="4815900" cy="2553032"/>
            </a:xfrm>
          </p:grpSpPr>
          <p:sp>
            <p:nvSpPr>
              <p:cNvPr id="6" name="Google Shape;2581;p59">
                <a:extLst>
                  <a:ext uri="{FF2B5EF4-FFF2-40B4-BE49-F238E27FC236}">
                    <a16:creationId xmlns:a16="http://schemas.microsoft.com/office/drawing/2014/main" id="{E1B79F11-B264-D226-AF71-36A22E79E211}"/>
                  </a:ext>
                </a:extLst>
              </p:cNvPr>
              <p:cNvSpPr/>
              <p:nvPr/>
            </p:nvSpPr>
            <p:spPr>
              <a:xfrm>
                <a:off x="4066268" y="1295249"/>
                <a:ext cx="3900000" cy="2375100"/>
              </a:xfrm>
              <a:prstGeom prst="round2SameRect">
                <a:avLst>
                  <a:gd name="adj1" fmla="val 5556"/>
                  <a:gd name="adj2" fmla="val 1449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2582;p59">
                <a:extLst>
                  <a:ext uri="{FF2B5EF4-FFF2-40B4-BE49-F238E27FC236}">
                    <a16:creationId xmlns:a16="http://schemas.microsoft.com/office/drawing/2014/main" id="{53554545-5C1F-555B-3176-C445DE90CCCB}"/>
                  </a:ext>
                </a:extLst>
              </p:cNvPr>
              <p:cNvSpPr/>
              <p:nvPr/>
            </p:nvSpPr>
            <p:spPr>
              <a:xfrm>
                <a:off x="3608256" y="3706681"/>
                <a:ext cx="4815900" cy="141600"/>
              </a:xfrm>
              <a:prstGeom prst="round2SameRect">
                <a:avLst>
                  <a:gd name="adj1" fmla="val 5556"/>
                  <a:gd name="adj2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2583;p59">
                <a:extLst>
                  <a:ext uri="{FF2B5EF4-FFF2-40B4-BE49-F238E27FC236}">
                    <a16:creationId xmlns:a16="http://schemas.microsoft.com/office/drawing/2014/main" id="{D63D90A4-8F00-F3D3-C4B7-BE1683266684}"/>
                  </a:ext>
                </a:extLst>
              </p:cNvPr>
              <p:cNvSpPr/>
              <p:nvPr/>
            </p:nvSpPr>
            <p:spPr>
              <a:xfrm>
                <a:off x="5632866" y="3706681"/>
                <a:ext cx="766500" cy="54900"/>
              </a:xfrm>
              <a:prstGeom prst="round2SameRect">
                <a:avLst>
                  <a:gd name="adj1" fmla="val 5556"/>
                  <a:gd name="adj2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5" name="Google Shape;2584;p59">
              <a:extLst>
                <a:ext uri="{FF2B5EF4-FFF2-40B4-BE49-F238E27FC236}">
                  <a16:creationId xmlns:a16="http://schemas.microsoft.com/office/drawing/2014/main" id="{193E3104-173F-BE1E-569E-1148FB1DECE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29" b="29"/>
            <a:stretch/>
          </p:blipFill>
          <p:spPr>
            <a:xfrm>
              <a:off x="4207028" y="1465734"/>
              <a:ext cx="3618334" cy="2034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D4DBFFA-157C-B3D3-B562-9E0062596245}"/>
              </a:ext>
            </a:extLst>
          </p:cNvPr>
          <p:cNvGrpSpPr/>
          <p:nvPr/>
        </p:nvGrpSpPr>
        <p:grpSpPr>
          <a:xfrm>
            <a:off x="1513250" y="3007271"/>
            <a:ext cx="934148" cy="1315566"/>
            <a:chOff x="5323250" y="969750"/>
            <a:chExt cx="2242800" cy="3204000"/>
          </a:xfrm>
        </p:grpSpPr>
        <p:grpSp>
          <p:nvGrpSpPr>
            <p:cNvPr id="11" name="Google Shape;2602;p61">
              <a:extLst>
                <a:ext uri="{FF2B5EF4-FFF2-40B4-BE49-F238E27FC236}">
                  <a16:creationId xmlns:a16="http://schemas.microsoft.com/office/drawing/2014/main" id="{57895A90-19D1-F068-725B-21ACC7AD4F8F}"/>
                </a:ext>
              </a:extLst>
            </p:cNvPr>
            <p:cNvGrpSpPr/>
            <p:nvPr/>
          </p:nvGrpSpPr>
          <p:grpSpPr>
            <a:xfrm>
              <a:off x="5323250" y="969750"/>
              <a:ext cx="2242800" cy="3204000"/>
              <a:chOff x="5323250" y="969750"/>
              <a:chExt cx="2242800" cy="3204000"/>
            </a:xfrm>
          </p:grpSpPr>
          <p:sp>
            <p:nvSpPr>
              <p:cNvPr id="13" name="Google Shape;2603;p61">
                <a:extLst>
                  <a:ext uri="{FF2B5EF4-FFF2-40B4-BE49-F238E27FC236}">
                    <a16:creationId xmlns:a16="http://schemas.microsoft.com/office/drawing/2014/main" id="{0F91A328-83CF-CFA9-502F-C04A711832D5}"/>
                  </a:ext>
                </a:extLst>
              </p:cNvPr>
              <p:cNvSpPr/>
              <p:nvPr/>
            </p:nvSpPr>
            <p:spPr>
              <a:xfrm>
                <a:off x="5323250" y="969750"/>
                <a:ext cx="2242800" cy="3204000"/>
              </a:xfrm>
              <a:prstGeom prst="roundRect">
                <a:avLst>
                  <a:gd name="adj" fmla="val 6557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604;p61">
                <a:extLst>
                  <a:ext uri="{FF2B5EF4-FFF2-40B4-BE49-F238E27FC236}">
                    <a16:creationId xmlns:a16="http://schemas.microsoft.com/office/drawing/2014/main" id="{6C0DD8AF-E65E-813A-1602-A2DE223B7C73}"/>
                  </a:ext>
                </a:extLst>
              </p:cNvPr>
              <p:cNvSpPr/>
              <p:nvPr/>
            </p:nvSpPr>
            <p:spPr>
              <a:xfrm>
                <a:off x="6359000" y="3934800"/>
                <a:ext cx="171300" cy="1608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2" name="Google Shape;2605;p61">
              <a:extLst>
                <a:ext uri="{FF2B5EF4-FFF2-40B4-BE49-F238E27FC236}">
                  <a16:creationId xmlns:a16="http://schemas.microsoft.com/office/drawing/2014/main" id="{A9C1CFA9-26AC-06B9-578A-1AFBD580843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37858" t="2171" r="11318" b="2180"/>
            <a:stretch/>
          </p:blipFill>
          <p:spPr>
            <a:xfrm>
              <a:off x="5424374" y="1295331"/>
              <a:ext cx="2040550" cy="25596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" name="Google Shape;2590;p60">
            <a:extLst>
              <a:ext uri="{FF2B5EF4-FFF2-40B4-BE49-F238E27FC236}">
                <a16:creationId xmlns:a16="http://schemas.microsoft.com/office/drawing/2014/main" id="{41560D0D-F2DB-050D-20D8-D834E99A8FA3}"/>
              </a:ext>
            </a:extLst>
          </p:cNvPr>
          <p:cNvSpPr txBox="1">
            <a:spLocks/>
          </p:cNvSpPr>
          <p:nvPr/>
        </p:nvSpPr>
        <p:spPr>
          <a:xfrm>
            <a:off x="5189167" y="2611018"/>
            <a:ext cx="2953191" cy="392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en"/>
              <a:t>Administración </a:t>
            </a:r>
            <a:r>
              <a:rPr lang="en" err="1"/>
              <a:t>transparente</a:t>
            </a:r>
            <a:endParaRPr lang="es-ES" err="1"/>
          </a:p>
        </p:txBody>
      </p:sp>
      <p:sp>
        <p:nvSpPr>
          <p:cNvPr id="18" name="Google Shape;2590;p60">
            <a:extLst>
              <a:ext uri="{FF2B5EF4-FFF2-40B4-BE49-F238E27FC236}">
                <a16:creationId xmlns:a16="http://schemas.microsoft.com/office/drawing/2014/main" id="{86C001F9-465D-ACE1-4872-5EEE189FC24B}"/>
              </a:ext>
            </a:extLst>
          </p:cNvPr>
          <p:cNvSpPr txBox="1">
            <a:spLocks/>
          </p:cNvSpPr>
          <p:nvPr/>
        </p:nvSpPr>
        <p:spPr>
          <a:xfrm>
            <a:off x="5289775" y="3242443"/>
            <a:ext cx="2289243" cy="375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en" err="1"/>
              <a:t>Seguridad</a:t>
            </a:r>
            <a:r>
              <a:rPr lang="en"/>
              <a:t> y </a:t>
            </a:r>
            <a:r>
              <a:rPr lang="en" err="1"/>
              <a:t>Privacidad</a:t>
            </a:r>
            <a:endParaRPr lang="es-ES" err="1"/>
          </a:p>
        </p:txBody>
      </p:sp>
      <p:sp>
        <p:nvSpPr>
          <p:cNvPr id="19" name="Google Shape;2590;p60">
            <a:extLst>
              <a:ext uri="{FF2B5EF4-FFF2-40B4-BE49-F238E27FC236}">
                <a16:creationId xmlns:a16="http://schemas.microsoft.com/office/drawing/2014/main" id="{E7AA3F39-FF12-D946-69DE-9840D42DE416}"/>
              </a:ext>
            </a:extLst>
          </p:cNvPr>
          <p:cNvSpPr txBox="1">
            <a:spLocks/>
          </p:cNvSpPr>
          <p:nvPr/>
        </p:nvSpPr>
        <p:spPr>
          <a:xfrm>
            <a:off x="5189165" y="3983371"/>
            <a:ext cx="1364757" cy="350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en" err="1"/>
              <a:t>Globalidad</a:t>
            </a:r>
            <a:endParaRPr lang="es-ES" err="1"/>
          </a:p>
        </p:txBody>
      </p:sp>
      <p:sp>
        <p:nvSpPr>
          <p:cNvPr id="21" name="Google Shape;2442;p51">
            <a:extLst>
              <a:ext uri="{FF2B5EF4-FFF2-40B4-BE49-F238E27FC236}">
                <a16:creationId xmlns:a16="http://schemas.microsoft.com/office/drawing/2014/main" id="{6691B2AB-9C3B-283D-90F0-5E0BA571C056}"/>
              </a:ext>
            </a:extLst>
          </p:cNvPr>
          <p:cNvSpPr/>
          <p:nvPr/>
        </p:nvSpPr>
        <p:spPr>
          <a:xfrm>
            <a:off x="4684435" y="1911404"/>
            <a:ext cx="371479" cy="37147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3" name="Google Shape;2454;p51">
            <a:extLst>
              <a:ext uri="{FF2B5EF4-FFF2-40B4-BE49-F238E27FC236}">
                <a16:creationId xmlns:a16="http://schemas.microsoft.com/office/drawing/2014/main" id="{05A31BF4-C96C-C7D0-2AD7-77166CA81739}"/>
              </a:ext>
            </a:extLst>
          </p:cNvPr>
          <p:cNvSpPr/>
          <p:nvPr/>
        </p:nvSpPr>
        <p:spPr>
          <a:xfrm>
            <a:off x="4765360" y="1983401"/>
            <a:ext cx="251042" cy="260616"/>
          </a:xfrm>
          <a:custGeom>
            <a:avLst/>
            <a:gdLst/>
            <a:ahLst/>
            <a:cxnLst/>
            <a:rect l="l" t="t" r="r" b="b"/>
            <a:pathLst>
              <a:path w="16533" h="17356" extrusionOk="0">
                <a:moveTo>
                  <a:pt x="15487" y="8171"/>
                </a:moveTo>
                <a:lnTo>
                  <a:pt x="15487" y="9185"/>
                </a:lnTo>
                <a:lnTo>
                  <a:pt x="11687" y="9185"/>
                </a:lnTo>
                <a:lnTo>
                  <a:pt x="11687" y="8171"/>
                </a:lnTo>
                <a:close/>
                <a:moveTo>
                  <a:pt x="4941" y="8203"/>
                </a:moveTo>
                <a:lnTo>
                  <a:pt x="4941" y="9217"/>
                </a:lnTo>
                <a:lnTo>
                  <a:pt x="1141" y="9217"/>
                </a:lnTo>
                <a:lnTo>
                  <a:pt x="1141" y="8203"/>
                </a:lnTo>
                <a:close/>
                <a:moveTo>
                  <a:pt x="12953" y="951"/>
                </a:moveTo>
                <a:lnTo>
                  <a:pt x="12953" y="3801"/>
                </a:lnTo>
                <a:cubicBezTo>
                  <a:pt x="12953" y="4751"/>
                  <a:pt x="13587" y="5543"/>
                  <a:pt x="14505" y="5796"/>
                </a:cubicBezTo>
                <a:lnTo>
                  <a:pt x="14505" y="7126"/>
                </a:lnTo>
                <a:lnTo>
                  <a:pt x="11212" y="7126"/>
                </a:lnTo>
                <a:cubicBezTo>
                  <a:pt x="10927" y="7126"/>
                  <a:pt x="10705" y="7380"/>
                  <a:pt x="10705" y="7633"/>
                </a:cubicBezTo>
                <a:lnTo>
                  <a:pt x="10705" y="9660"/>
                </a:lnTo>
                <a:cubicBezTo>
                  <a:pt x="10705" y="9945"/>
                  <a:pt x="10927" y="10167"/>
                  <a:pt x="11212" y="10167"/>
                </a:cubicBezTo>
                <a:lnTo>
                  <a:pt x="14505" y="10167"/>
                </a:lnTo>
                <a:lnTo>
                  <a:pt x="14505" y="11212"/>
                </a:lnTo>
                <a:lnTo>
                  <a:pt x="11212" y="11212"/>
                </a:lnTo>
                <a:cubicBezTo>
                  <a:pt x="10958" y="11212"/>
                  <a:pt x="10705" y="11433"/>
                  <a:pt x="10705" y="11718"/>
                </a:cubicBezTo>
                <a:lnTo>
                  <a:pt x="5955" y="11718"/>
                </a:lnTo>
                <a:cubicBezTo>
                  <a:pt x="5955" y="11433"/>
                  <a:pt x="5733" y="11212"/>
                  <a:pt x="5448" y="11212"/>
                </a:cubicBezTo>
                <a:lnTo>
                  <a:pt x="2154" y="11212"/>
                </a:lnTo>
                <a:lnTo>
                  <a:pt x="2154" y="10167"/>
                </a:lnTo>
                <a:lnTo>
                  <a:pt x="5448" y="10167"/>
                </a:lnTo>
                <a:cubicBezTo>
                  <a:pt x="5733" y="10167"/>
                  <a:pt x="5955" y="9945"/>
                  <a:pt x="5955" y="9660"/>
                </a:cubicBezTo>
                <a:lnTo>
                  <a:pt x="5955" y="7633"/>
                </a:lnTo>
                <a:cubicBezTo>
                  <a:pt x="5955" y="7380"/>
                  <a:pt x="5733" y="7126"/>
                  <a:pt x="5448" y="7126"/>
                </a:cubicBezTo>
                <a:lnTo>
                  <a:pt x="2154" y="7126"/>
                </a:lnTo>
                <a:lnTo>
                  <a:pt x="2154" y="5796"/>
                </a:lnTo>
                <a:cubicBezTo>
                  <a:pt x="3009" y="5543"/>
                  <a:pt x="3706" y="4751"/>
                  <a:pt x="3706" y="3801"/>
                </a:cubicBezTo>
                <a:lnTo>
                  <a:pt x="3706" y="951"/>
                </a:lnTo>
                <a:lnTo>
                  <a:pt x="5733" y="951"/>
                </a:lnTo>
                <a:lnTo>
                  <a:pt x="5733" y="2503"/>
                </a:lnTo>
                <a:cubicBezTo>
                  <a:pt x="5796" y="4245"/>
                  <a:pt x="7071" y="5115"/>
                  <a:pt x="8342" y="5115"/>
                </a:cubicBezTo>
                <a:cubicBezTo>
                  <a:pt x="9612" y="5115"/>
                  <a:pt x="10879" y="4245"/>
                  <a:pt x="10927" y="2503"/>
                </a:cubicBezTo>
                <a:lnTo>
                  <a:pt x="10927" y="951"/>
                </a:lnTo>
                <a:close/>
                <a:moveTo>
                  <a:pt x="10705" y="12763"/>
                </a:moveTo>
                <a:lnTo>
                  <a:pt x="10705" y="13745"/>
                </a:lnTo>
                <a:lnTo>
                  <a:pt x="5955" y="13745"/>
                </a:lnTo>
                <a:lnTo>
                  <a:pt x="5955" y="12763"/>
                </a:lnTo>
                <a:close/>
                <a:moveTo>
                  <a:pt x="4941" y="12225"/>
                </a:moveTo>
                <a:lnTo>
                  <a:pt x="4941" y="14252"/>
                </a:lnTo>
                <a:lnTo>
                  <a:pt x="1141" y="14252"/>
                </a:lnTo>
                <a:lnTo>
                  <a:pt x="1141" y="12225"/>
                </a:lnTo>
                <a:close/>
                <a:moveTo>
                  <a:pt x="15487" y="12225"/>
                </a:moveTo>
                <a:lnTo>
                  <a:pt x="15487" y="14252"/>
                </a:lnTo>
                <a:lnTo>
                  <a:pt x="11687" y="14252"/>
                </a:lnTo>
                <a:lnTo>
                  <a:pt x="11687" y="12225"/>
                </a:lnTo>
                <a:close/>
                <a:moveTo>
                  <a:pt x="10705" y="14727"/>
                </a:moveTo>
                <a:cubicBezTo>
                  <a:pt x="10705" y="15012"/>
                  <a:pt x="10958" y="15234"/>
                  <a:pt x="11212" y="15234"/>
                </a:cubicBezTo>
                <a:lnTo>
                  <a:pt x="14505" y="15234"/>
                </a:lnTo>
                <a:lnTo>
                  <a:pt x="14505" y="16279"/>
                </a:lnTo>
                <a:lnTo>
                  <a:pt x="2154" y="16279"/>
                </a:lnTo>
                <a:lnTo>
                  <a:pt x="2154" y="15234"/>
                </a:lnTo>
                <a:lnTo>
                  <a:pt x="5448" y="15234"/>
                </a:lnTo>
                <a:cubicBezTo>
                  <a:pt x="5733" y="15234"/>
                  <a:pt x="5955" y="15012"/>
                  <a:pt x="5955" y="14727"/>
                </a:cubicBezTo>
                <a:close/>
                <a:moveTo>
                  <a:pt x="3104" y="1"/>
                </a:moveTo>
                <a:cubicBezTo>
                  <a:pt x="2819" y="1"/>
                  <a:pt x="2598" y="254"/>
                  <a:pt x="2598" y="508"/>
                </a:cubicBezTo>
                <a:lnTo>
                  <a:pt x="2598" y="3833"/>
                </a:lnTo>
                <a:cubicBezTo>
                  <a:pt x="2598" y="4403"/>
                  <a:pt x="2123" y="4878"/>
                  <a:pt x="1553" y="4878"/>
                </a:cubicBezTo>
                <a:cubicBezTo>
                  <a:pt x="1268" y="4878"/>
                  <a:pt x="1046" y="5100"/>
                  <a:pt x="1046" y="5385"/>
                </a:cubicBezTo>
                <a:lnTo>
                  <a:pt x="1046" y="7158"/>
                </a:lnTo>
                <a:lnTo>
                  <a:pt x="539" y="7158"/>
                </a:lnTo>
                <a:cubicBezTo>
                  <a:pt x="254" y="7158"/>
                  <a:pt x="1" y="7411"/>
                  <a:pt x="1" y="7696"/>
                </a:cubicBezTo>
                <a:lnTo>
                  <a:pt x="1" y="9692"/>
                </a:lnTo>
                <a:cubicBezTo>
                  <a:pt x="1" y="9977"/>
                  <a:pt x="254" y="10230"/>
                  <a:pt x="539" y="10230"/>
                </a:cubicBezTo>
                <a:lnTo>
                  <a:pt x="1046" y="10230"/>
                </a:lnTo>
                <a:lnTo>
                  <a:pt x="1046" y="11243"/>
                </a:lnTo>
                <a:lnTo>
                  <a:pt x="539" y="11243"/>
                </a:lnTo>
                <a:cubicBezTo>
                  <a:pt x="254" y="11243"/>
                  <a:pt x="1" y="11465"/>
                  <a:pt x="1" y="11750"/>
                </a:cubicBezTo>
                <a:lnTo>
                  <a:pt x="1" y="14790"/>
                </a:lnTo>
                <a:cubicBezTo>
                  <a:pt x="1" y="15075"/>
                  <a:pt x="254" y="15329"/>
                  <a:pt x="539" y="15329"/>
                </a:cubicBezTo>
                <a:lnTo>
                  <a:pt x="1046" y="15329"/>
                </a:lnTo>
                <a:lnTo>
                  <a:pt x="1046" y="16817"/>
                </a:lnTo>
                <a:cubicBezTo>
                  <a:pt x="1046" y="17102"/>
                  <a:pt x="1268" y="17355"/>
                  <a:pt x="1553" y="17355"/>
                </a:cubicBezTo>
                <a:lnTo>
                  <a:pt x="14949" y="17355"/>
                </a:lnTo>
                <a:cubicBezTo>
                  <a:pt x="15202" y="17355"/>
                  <a:pt x="15455" y="17102"/>
                  <a:pt x="15455" y="16817"/>
                </a:cubicBezTo>
                <a:lnTo>
                  <a:pt x="15455" y="15329"/>
                </a:lnTo>
                <a:lnTo>
                  <a:pt x="15962" y="15329"/>
                </a:lnTo>
                <a:cubicBezTo>
                  <a:pt x="16247" y="15329"/>
                  <a:pt x="16469" y="15075"/>
                  <a:pt x="16469" y="14790"/>
                </a:cubicBezTo>
                <a:lnTo>
                  <a:pt x="16469" y="11750"/>
                </a:lnTo>
                <a:cubicBezTo>
                  <a:pt x="16469" y="11465"/>
                  <a:pt x="16247" y="11243"/>
                  <a:pt x="15962" y="11243"/>
                </a:cubicBezTo>
                <a:lnTo>
                  <a:pt x="15455" y="11243"/>
                </a:lnTo>
                <a:lnTo>
                  <a:pt x="15455" y="10230"/>
                </a:lnTo>
                <a:lnTo>
                  <a:pt x="16025" y="10230"/>
                </a:lnTo>
                <a:cubicBezTo>
                  <a:pt x="16279" y="10230"/>
                  <a:pt x="16532" y="9977"/>
                  <a:pt x="16532" y="9692"/>
                </a:cubicBezTo>
                <a:lnTo>
                  <a:pt x="16532" y="7696"/>
                </a:lnTo>
                <a:cubicBezTo>
                  <a:pt x="16532" y="7411"/>
                  <a:pt x="16279" y="7158"/>
                  <a:pt x="16025" y="7158"/>
                </a:cubicBezTo>
                <a:lnTo>
                  <a:pt x="15487" y="7158"/>
                </a:lnTo>
                <a:lnTo>
                  <a:pt x="15487" y="5385"/>
                </a:lnTo>
                <a:cubicBezTo>
                  <a:pt x="15487" y="5100"/>
                  <a:pt x="15265" y="4878"/>
                  <a:pt x="14980" y="4878"/>
                </a:cubicBezTo>
                <a:cubicBezTo>
                  <a:pt x="14442" y="4878"/>
                  <a:pt x="13967" y="4403"/>
                  <a:pt x="13967" y="3833"/>
                </a:cubicBezTo>
                <a:lnTo>
                  <a:pt x="13967" y="508"/>
                </a:lnTo>
                <a:cubicBezTo>
                  <a:pt x="13967" y="254"/>
                  <a:pt x="13713" y="1"/>
                  <a:pt x="13428" y="1"/>
                </a:cubicBezTo>
                <a:lnTo>
                  <a:pt x="10388" y="1"/>
                </a:lnTo>
                <a:cubicBezTo>
                  <a:pt x="10103" y="1"/>
                  <a:pt x="9882" y="254"/>
                  <a:pt x="9882" y="508"/>
                </a:cubicBezTo>
                <a:lnTo>
                  <a:pt x="9882" y="2566"/>
                </a:lnTo>
                <a:cubicBezTo>
                  <a:pt x="9834" y="3643"/>
                  <a:pt x="9050" y="4181"/>
                  <a:pt x="8266" y="4181"/>
                </a:cubicBezTo>
                <a:cubicBezTo>
                  <a:pt x="7483" y="4181"/>
                  <a:pt x="6699" y="3643"/>
                  <a:pt x="6651" y="2566"/>
                </a:cubicBezTo>
                <a:lnTo>
                  <a:pt x="6651" y="508"/>
                </a:lnTo>
                <a:cubicBezTo>
                  <a:pt x="6651" y="254"/>
                  <a:pt x="6430" y="1"/>
                  <a:pt x="614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413;p50">
            <a:extLst>
              <a:ext uri="{FF2B5EF4-FFF2-40B4-BE49-F238E27FC236}">
                <a16:creationId xmlns:a16="http://schemas.microsoft.com/office/drawing/2014/main" id="{30E1BF5A-1BB3-E482-3177-06F4C388D9F6}"/>
              </a:ext>
            </a:extLst>
          </p:cNvPr>
          <p:cNvSpPr/>
          <p:nvPr/>
        </p:nvSpPr>
        <p:spPr>
          <a:xfrm>
            <a:off x="4678555" y="1921604"/>
            <a:ext cx="371479" cy="37087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9" name="Google Shape;2415;p50">
            <a:extLst>
              <a:ext uri="{FF2B5EF4-FFF2-40B4-BE49-F238E27FC236}">
                <a16:creationId xmlns:a16="http://schemas.microsoft.com/office/drawing/2014/main" id="{62F8BB7D-11DF-854A-CC6B-37B7CF27EF3B}"/>
              </a:ext>
            </a:extLst>
          </p:cNvPr>
          <p:cNvGrpSpPr/>
          <p:nvPr/>
        </p:nvGrpSpPr>
        <p:grpSpPr>
          <a:xfrm>
            <a:off x="4750559" y="1993316"/>
            <a:ext cx="268885" cy="268880"/>
            <a:chOff x="807375" y="2315100"/>
            <a:chExt cx="433100" cy="431950"/>
          </a:xfrm>
        </p:grpSpPr>
        <p:sp>
          <p:nvSpPr>
            <p:cNvPr id="27" name="Google Shape;2416;p50">
              <a:extLst>
                <a:ext uri="{FF2B5EF4-FFF2-40B4-BE49-F238E27FC236}">
                  <a16:creationId xmlns:a16="http://schemas.microsoft.com/office/drawing/2014/main" id="{8D2FE76F-2DCE-9D8C-543A-193640DA03CB}"/>
                </a:ext>
              </a:extLst>
            </p:cNvPr>
            <p:cNvSpPr/>
            <p:nvPr/>
          </p:nvSpPr>
          <p:spPr>
            <a:xfrm>
              <a:off x="992625" y="2620350"/>
              <a:ext cx="247850" cy="126700"/>
            </a:xfrm>
            <a:custGeom>
              <a:avLst/>
              <a:gdLst/>
              <a:ahLst/>
              <a:cxnLst/>
              <a:rect l="l" t="t" r="r" b="b"/>
              <a:pathLst>
                <a:path w="9914" h="5068" extrusionOk="0">
                  <a:moveTo>
                    <a:pt x="7031" y="1077"/>
                  </a:moveTo>
                  <a:cubicBezTo>
                    <a:pt x="7506" y="1077"/>
                    <a:pt x="7855" y="1489"/>
                    <a:pt x="7855" y="1901"/>
                  </a:cubicBezTo>
                  <a:lnTo>
                    <a:pt x="7855" y="2059"/>
                  </a:lnTo>
                  <a:lnTo>
                    <a:pt x="2059" y="2059"/>
                  </a:lnTo>
                  <a:lnTo>
                    <a:pt x="2059" y="1901"/>
                  </a:lnTo>
                  <a:cubicBezTo>
                    <a:pt x="2059" y="1426"/>
                    <a:pt x="2439" y="1077"/>
                    <a:pt x="2883" y="1077"/>
                  </a:cubicBezTo>
                  <a:close/>
                  <a:moveTo>
                    <a:pt x="8900" y="3073"/>
                  </a:moveTo>
                  <a:lnTo>
                    <a:pt x="8900" y="4054"/>
                  </a:lnTo>
                  <a:lnTo>
                    <a:pt x="1014" y="4054"/>
                  </a:lnTo>
                  <a:lnTo>
                    <a:pt x="1014" y="3073"/>
                  </a:lnTo>
                  <a:close/>
                  <a:moveTo>
                    <a:pt x="2883" y="1"/>
                  </a:moveTo>
                  <a:cubicBezTo>
                    <a:pt x="1837" y="1"/>
                    <a:pt x="1014" y="856"/>
                    <a:pt x="1014" y="1869"/>
                  </a:cubicBezTo>
                  <a:lnTo>
                    <a:pt x="1014" y="2027"/>
                  </a:lnTo>
                  <a:lnTo>
                    <a:pt x="507" y="2027"/>
                  </a:lnTo>
                  <a:cubicBezTo>
                    <a:pt x="222" y="2027"/>
                    <a:pt x="1" y="2281"/>
                    <a:pt x="1" y="2534"/>
                  </a:cubicBezTo>
                  <a:lnTo>
                    <a:pt x="1" y="4561"/>
                  </a:lnTo>
                  <a:cubicBezTo>
                    <a:pt x="1" y="4846"/>
                    <a:pt x="222" y="5068"/>
                    <a:pt x="507" y="5068"/>
                  </a:cubicBezTo>
                  <a:lnTo>
                    <a:pt x="9406" y="5068"/>
                  </a:lnTo>
                  <a:cubicBezTo>
                    <a:pt x="9691" y="5068"/>
                    <a:pt x="9913" y="4846"/>
                    <a:pt x="9913" y="4561"/>
                  </a:cubicBezTo>
                  <a:lnTo>
                    <a:pt x="9913" y="2534"/>
                  </a:lnTo>
                  <a:cubicBezTo>
                    <a:pt x="9913" y="2281"/>
                    <a:pt x="9691" y="2027"/>
                    <a:pt x="9406" y="2027"/>
                  </a:cubicBezTo>
                  <a:lnTo>
                    <a:pt x="8900" y="2027"/>
                  </a:lnTo>
                  <a:lnTo>
                    <a:pt x="8900" y="1869"/>
                  </a:lnTo>
                  <a:cubicBezTo>
                    <a:pt x="8900" y="856"/>
                    <a:pt x="8076" y="1"/>
                    <a:pt x="70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17;p50">
              <a:extLst>
                <a:ext uri="{FF2B5EF4-FFF2-40B4-BE49-F238E27FC236}">
                  <a16:creationId xmlns:a16="http://schemas.microsoft.com/office/drawing/2014/main" id="{FCB207DE-4DC2-3201-13F0-EB3FA075CD57}"/>
                </a:ext>
              </a:extLst>
            </p:cNvPr>
            <p:cNvSpPr/>
            <p:nvPr/>
          </p:nvSpPr>
          <p:spPr>
            <a:xfrm>
              <a:off x="807375" y="2315100"/>
              <a:ext cx="338075" cy="431675"/>
            </a:xfrm>
            <a:custGeom>
              <a:avLst/>
              <a:gdLst/>
              <a:ahLst/>
              <a:cxnLst/>
              <a:rect l="l" t="t" r="r" b="b"/>
              <a:pathLst>
                <a:path w="13523" h="17267" extrusionOk="0">
                  <a:moveTo>
                    <a:pt x="4824" y="1006"/>
                  </a:moveTo>
                  <a:cubicBezTo>
                    <a:pt x="4906" y="1006"/>
                    <a:pt x="4990" y="1024"/>
                    <a:pt x="5067" y="1063"/>
                  </a:cubicBezTo>
                  <a:lnTo>
                    <a:pt x="5479" y="1285"/>
                  </a:lnTo>
                  <a:lnTo>
                    <a:pt x="3104" y="5560"/>
                  </a:lnTo>
                  <a:lnTo>
                    <a:pt x="2692" y="5370"/>
                  </a:lnTo>
                  <a:cubicBezTo>
                    <a:pt x="2565" y="5307"/>
                    <a:pt x="2502" y="5212"/>
                    <a:pt x="2439" y="5054"/>
                  </a:cubicBezTo>
                  <a:cubicBezTo>
                    <a:pt x="2407" y="4927"/>
                    <a:pt x="2407" y="4768"/>
                    <a:pt x="2502" y="4673"/>
                  </a:cubicBezTo>
                  <a:lnTo>
                    <a:pt x="4370" y="1253"/>
                  </a:lnTo>
                  <a:cubicBezTo>
                    <a:pt x="4458" y="1099"/>
                    <a:pt x="4638" y="1006"/>
                    <a:pt x="4824" y="1006"/>
                  </a:cubicBezTo>
                  <a:close/>
                  <a:moveTo>
                    <a:pt x="6017" y="2520"/>
                  </a:moveTo>
                  <a:lnTo>
                    <a:pt x="6936" y="2995"/>
                  </a:lnTo>
                  <a:lnTo>
                    <a:pt x="5352" y="5877"/>
                  </a:lnTo>
                  <a:lnTo>
                    <a:pt x="4434" y="5402"/>
                  </a:lnTo>
                  <a:lnTo>
                    <a:pt x="6017" y="2520"/>
                  </a:lnTo>
                  <a:close/>
                  <a:moveTo>
                    <a:pt x="8202" y="2805"/>
                  </a:moveTo>
                  <a:lnTo>
                    <a:pt x="9089" y="3280"/>
                  </a:lnTo>
                  <a:lnTo>
                    <a:pt x="6714" y="7555"/>
                  </a:lnTo>
                  <a:lnTo>
                    <a:pt x="5827" y="7080"/>
                  </a:lnTo>
                  <a:lnTo>
                    <a:pt x="8202" y="2805"/>
                  </a:lnTo>
                  <a:close/>
                  <a:moveTo>
                    <a:pt x="9532" y="4515"/>
                  </a:moveTo>
                  <a:lnTo>
                    <a:pt x="10451" y="4990"/>
                  </a:lnTo>
                  <a:lnTo>
                    <a:pt x="8867" y="7872"/>
                  </a:lnTo>
                  <a:lnTo>
                    <a:pt x="7949" y="7397"/>
                  </a:lnTo>
                  <a:lnTo>
                    <a:pt x="9532" y="4515"/>
                  </a:lnTo>
                  <a:close/>
                  <a:moveTo>
                    <a:pt x="11749" y="4832"/>
                  </a:moveTo>
                  <a:lnTo>
                    <a:pt x="12193" y="5022"/>
                  </a:lnTo>
                  <a:cubicBezTo>
                    <a:pt x="12319" y="5085"/>
                    <a:pt x="12383" y="5180"/>
                    <a:pt x="12414" y="5339"/>
                  </a:cubicBezTo>
                  <a:cubicBezTo>
                    <a:pt x="12446" y="5465"/>
                    <a:pt x="12446" y="5624"/>
                    <a:pt x="12383" y="5719"/>
                  </a:cubicBezTo>
                  <a:lnTo>
                    <a:pt x="10483" y="9139"/>
                  </a:lnTo>
                  <a:cubicBezTo>
                    <a:pt x="10395" y="9293"/>
                    <a:pt x="10215" y="9386"/>
                    <a:pt x="10039" y="9386"/>
                  </a:cubicBezTo>
                  <a:cubicBezTo>
                    <a:pt x="9962" y="9386"/>
                    <a:pt x="9885" y="9368"/>
                    <a:pt x="9817" y="9329"/>
                  </a:cubicBezTo>
                  <a:lnTo>
                    <a:pt x="9374" y="9107"/>
                  </a:lnTo>
                  <a:lnTo>
                    <a:pt x="11749" y="4832"/>
                  </a:lnTo>
                  <a:close/>
                  <a:moveTo>
                    <a:pt x="5352" y="7999"/>
                  </a:moveTo>
                  <a:lnTo>
                    <a:pt x="6239" y="8474"/>
                  </a:lnTo>
                  <a:lnTo>
                    <a:pt x="2122" y="16106"/>
                  </a:lnTo>
                  <a:lnTo>
                    <a:pt x="1235" y="15631"/>
                  </a:lnTo>
                  <a:lnTo>
                    <a:pt x="5352" y="7999"/>
                  </a:lnTo>
                  <a:close/>
                  <a:moveTo>
                    <a:pt x="4819" y="1"/>
                  </a:moveTo>
                  <a:cubicBezTo>
                    <a:pt x="4276" y="1"/>
                    <a:pt x="3745" y="277"/>
                    <a:pt x="3484" y="778"/>
                  </a:cubicBezTo>
                  <a:lnTo>
                    <a:pt x="1584" y="4167"/>
                  </a:lnTo>
                  <a:cubicBezTo>
                    <a:pt x="1172" y="4895"/>
                    <a:pt x="1457" y="5845"/>
                    <a:pt x="2185" y="6225"/>
                  </a:cubicBezTo>
                  <a:lnTo>
                    <a:pt x="3072" y="6764"/>
                  </a:lnTo>
                  <a:cubicBezTo>
                    <a:pt x="3146" y="6791"/>
                    <a:pt x="3225" y="6806"/>
                    <a:pt x="3303" y="6806"/>
                  </a:cubicBezTo>
                  <a:cubicBezTo>
                    <a:pt x="3494" y="6806"/>
                    <a:pt x="3679" y="6721"/>
                    <a:pt x="3769" y="6542"/>
                  </a:cubicBezTo>
                  <a:lnTo>
                    <a:pt x="3927" y="6289"/>
                  </a:lnTo>
                  <a:lnTo>
                    <a:pt x="4814" y="6764"/>
                  </a:lnTo>
                  <a:lnTo>
                    <a:pt x="127" y="15536"/>
                  </a:lnTo>
                  <a:cubicBezTo>
                    <a:pt x="0" y="15789"/>
                    <a:pt x="63" y="16106"/>
                    <a:pt x="317" y="16201"/>
                  </a:cubicBezTo>
                  <a:lnTo>
                    <a:pt x="2090" y="17214"/>
                  </a:lnTo>
                  <a:cubicBezTo>
                    <a:pt x="2164" y="17251"/>
                    <a:pt x="2249" y="17267"/>
                    <a:pt x="2333" y="17267"/>
                  </a:cubicBezTo>
                  <a:cubicBezTo>
                    <a:pt x="2392" y="17267"/>
                    <a:pt x="2449" y="17259"/>
                    <a:pt x="2502" y="17246"/>
                  </a:cubicBezTo>
                  <a:cubicBezTo>
                    <a:pt x="2597" y="17214"/>
                    <a:pt x="2724" y="17119"/>
                    <a:pt x="2819" y="16993"/>
                  </a:cubicBezTo>
                  <a:lnTo>
                    <a:pt x="7474" y="8252"/>
                  </a:lnTo>
                  <a:lnTo>
                    <a:pt x="8392" y="8727"/>
                  </a:lnTo>
                  <a:lnTo>
                    <a:pt x="8234" y="9012"/>
                  </a:lnTo>
                  <a:cubicBezTo>
                    <a:pt x="8139" y="9139"/>
                    <a:pt x="8139" y="9234"/>
                    <a:pt x="8202" y="9392"/>
                  </a:cubicBezTo>
                  <a:cubicBezTo>
                    <a:pt x="8234" y="9519"/>
                    <a:pt x="8297" y="9645"/>
                    <a:pt x="8424" y="9740"/>
                  </a:cubicBezTo>
                  <a:lnTo>
                    <a:pt x="9342" y="10247"/>
                  </a:lnTo>
                  <a:cubicBezTo>
                    <a:pt x="9566" y="10369"/>
                    <a:pt x="9816" y="10429"/>
                    <a:pt x="10066" y="10429"/>
                  </a:cubicBezTo>
                  <a:cubicBezTo>
                    <a:pt x="10594" y="10429"/>
                    <a:pt x="11121" y="10161"/>
                    <a:pt x="11401" y="9645"/>
                  </a:cubicBezTo>
                  <a:lnTo>
                    <a:pt x="13301" y="6257"/>
                  </a:lnTo>
                  <a:cubicBezTo>
                    <a:pt x="13491" y="5877"/>
                    <a:pt x="13523" y="5497"/>
                    <a:pt x="13428" y="5085"/>
                  </a:cubicBezTo>
                  <a:cubicBezTo>
                    <a:pt x="13301" y="4705"/>
                    <a:pt x="13048" y="4388"/>
                    <a:pt x="12699" y="4167"/>
                  </a:cubicBezTo>
                  <a:lnTo>
                    <a:pt x="11781" y="3660"/>
                  </a:lnTo>
                  <a:cubicBezTo>
                    <a:pt x="11713" y="3621"/>
                    <a:pt x="11637" y="3603"/>
                    <a:pt x="11559" y="3603"/>
                  </a:cubicBezTo>
                  <a:cubicBezTo>
                    <a:pt x="11383" y="3603"/>
                    <a:pt x="11204" y="3696"/>
                    <a:pt x="11116" y="3850"/>
                  </a:cubicBezTo>
                  <a:lnTo>
                    <a:pt x="10958" y="4135"/>
                  </a:lnTo>
                  <a:lnTo>
                    <a:pt x="10039" y="3660"/>
                  </a:lnTo>
                  <a:lnTo>
                    <a:pt x="10198" y="3375"/>
                  </a:lnTo>
                  <a:cubicBezTo>
                    <a:pt x="10293" y="3280"/>
                    <a:pt x="10293" y="3153"/>
                    <a:pt x="10261" y="2995"/>
                  </a:cubicBezTo>
                  <a:cubicBezTo>
                    <a:pt x="10198" y="2868"/>
                    <a:pt x="10134" y="2742"/>
                    <a:pt x="10007" y="2678"/>
                  </a:cubicBezTo>
                  <a:lnTo>
                    <a:pt x="8234" y="1697"/>
                  </a:lnTo>
                  <a:cubicBezTo>
                    <a:pt x="8150" y="1654"/>
                    <a:pt x="8058" y="1633"/>
                    <a:pt x="7969" y="1633"/>
                  </a:cubicBezTo>
                  <a:cubicBezTo>
                    <a:pt x="7791" y="1633"/>
                    <a:pt x="7622" y="1718"/>
                    <a:pt x="7537" y="1887"/>
                  </a:cubicBezTo>
                  <a:lnTo>
                    <a:pt x="7379" y="2172"/>
                  </a:lnTo>
                  <a:lnTo>
                    <a:pt x="6492" y="1697"/>
                  </a:lnTo>
                  <a:lnTo>
                    <a:pt x="6651" y="1412"/>
                  </a:lnTo>
                  <a:cubicBezTo>
                    <a:pt x="6714" y="1285"/>
                    <a:pt x="6714" y="1158"/>
                    <a:pt x="6682" y="1000"/>
                  </a:cubicBezTo>
                  <a:cubicBezTo>
                    <a:pt x="6651" y="905"/>
                    <a:pt x="6556" y="778"/>
                    <a:pt x="6461" y="683"/>
                  </a:cubicBezTo>
                  <a:lnTo>
                    <a:pt x="5542" y="176"/>
                  </a:lnTo>
                  <a:cubicBezTo>
                    <a:pt x="5315" y="58"/>
                    <a:pt x="5066" y="1"/>
                    <a:pt x="48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2443;p51">
            <a:extLst>
              <a:ext uri="{FF2B5EF4-FFF2-40B4-BE49-F238E27FC236}">
                <a16:creationId xmlns:a16="http://schemas.microsoft.com/office/drawing/2014/main" id="{C116EBC0-2788-F685-846F-C1E6EE05CF9A}"/>
              </a:ext>
            </a:extLst>
          </p:cNvPr>
          <p:cNvSpPr/>
          <p:nvPr/>
        </p:nvSpPr>
        <p:spPr>
          <a:xfrm>
            <a:off x="4653538" y="3204953"/>
            <a:ext cx="411552" cy="37793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36" name="Google Shape;2462;p51">
            <a:extLst>
              <a:ext uri="{FF2B5EF4-FFF2-40B4-BE49-F238E27FC236}">
                <a16:creationId xmlns:a16="http://schemas.microsoft.com/office/drawing/2014/main" id="{5C73C639-B1CF-6EE0-E1E0-DAE821E54BDB}"/>
              </a:ext>
            </a:extLst>
          </p:cNvPr>
          <p:cNvGrpSpPr/>
          <p:nvPr/>
        </p:nvGrpSpPr>
        <p:grpSpPr>
          <a:xfrm>
            <a:off x="4725537" y="3276950"/>
            <a:ext cx="292768" cy="267557"/>
            <a:chOff x="2821450" y="2957850"/>
            <a:chExt cx="259275" cy="258550"/>
          </a:xfrm>
        </p:grpSpPr>
        <p:sp>
          <p:nvSpPr>
            <p:cNvPr id="33" name="Google Shape;2463;p51">
              <a:extLst>
                <a:ext uri="{FF2B5EF4-FFF2-40B4-BE49-F238E27FC236}">
                  <a16:creationId xmlns:a16="http://schemas.microsoft.com/office/drawing/2014/main" id="{8FC1A3DD-0297-954D-49E2-5EFCB8D5F397}"/>
                </a:ext>
              </a:extLst>
            </p:cNvPr>
            <p:cNvSpPr/>
            <p:nvPr/>
          </p:nvSpPr>
          <p:spPr>
            <a:xfrm>
              <a:off x="2821450" y="3080500"/>
              <a:ext cx="259275" cy="135900"/>
            </a:xfrm>
            <a:custGeom>
              <a:avLst/>
              <a:gdLst/>
              <a:ahLst/>
              <a:cxnLst/>
              <a:rect l="l" t="t" r="r" b="b"/>
              <a:pathLst>
                <a:path w="10371" h="5436" extrusionOk="0">
                  <a:moveTo>
                    <a:pt x="2677" y="585"/>
                  </a:moveTo>
                  <a:cubicBezTo>
                    <a:pt x="3151" y="585"/>
                    <a:pt x="3569" y="1004"/>
                    <a:pt x="3569" y="1505"/>
                  </a:cubicBezTo>
                  <a:cubicBezTo>
                    <a:pt x="3569" y="1979"/>
                    <a:pt x="3151" y="2397"/>
                    <a:pt x="2677" y="2397"/>
                  </a:cubicBezTo>
                  <a:cubicBezTo>
                    <a:pt x="2147" y="2397"/>
                    <a:pt x="1757" y="1979"/>
                    <a:pt x="1757" y="1505"/>
                  </a:cubicBezTo>
                  <a:cubicBezTo>
                    <a:pt x="1757" y="1004"/>
                    <a:pt x="2175" y="585"/>
                    <a:pt x="2677" y="585"/>
                  </a:cubicBezTo>
                  <a:close/>
                  <a:moveTo>
                    <a:pt x="7555" y="585"/>
                  </a:moveTo>
                  <a:cubicBezTo>
                    <a:pt x="8029" y="585"/>
                    <a:pt x="8447" y="1004"/>
                    <a:pt x="8447" y="1505"/>
                  </a:cubicBezTo>
                  <a:cubicBezTo>
                    <a:pt x="8447" y="1979"/>
                    <a:pt x="8029" y="2397"/>
                    <a:pt x="7555" y="2397"/>
                  </a:cubicBezTo>
                  <a:cubicBezTo>
                    <a:pt x="7025" y="2397"/>
                    <a:pt x="6635" y="1979"/>
                    <a:pt x="6635" y="1505"/>
                  </a:cubicBezTo>
                  <a:cubicBezTo>
                    <a:pt x="6635" y="1004"/>
                    <a:pt x="7053" y="585"/>
                    <a:pt x="7555" y="585"/>
                  </a:cubicBezTo>
                  <a:close/>
                  <a:moveTo>
                    <a:pt x="2677" y="2983"/>
                  </a:moveTo>
                  <a:cubicBezTo>
                    <a:pt x="3736" y="2983"/>
                    <a:pt x="4628" y="3791"/>
                    <a:pt x="4795" y="4795"/>
                  </a:cubicBezTo>
                  <a:lnTo>
                    <a:pt x="586" y="4795"/>
                  </a:lnTo>
                  <a:cubicBezTo>
                    <a:pt x="698" y="3791"/>
                    <a:pt x="1618" y="2983"/>
                    <a:pt x="2677" y="2983"/>
                  </a:cubicBezTo>
                  <a:close/>
                  <a:moveTo>
                    <a:pt x="7555" y="2983"/>
                  </a:moveTo>
                  <a:cubicBezTo>
                    <a:pt x="8614" y="2983"/>
                    <a:pt x="9506" y="3791"/>
                    <a:pt x="9646" y="4795"/>
                  </a:cubicBezTo>
                  <a:lnTo>
                    <a:pt x="5409" y="4795"/>
                  </a:lnTo>
                  <a:cubicBezTo>
                    <a:pt x="5548" y="3791"/>
                    <a:pt x="6468" y="2983"/>
                    <a:pt x="7555" y="2983"/>
                  </a:cubicBezTo>
                  <a:close/>
                  <a:moveTo>
                    <a:pt x="2733" y="0"/>
                  </a:moveTo>
                  <a:cubicBezTo>
                    <a:pt x="1896" y="0"/>
                    <a:pt x="1227" y="669"/>
                    <a:pt x="1227" y="1505"/>
                  </a:cubicBezTo>
                  <a:cubicBezTo>
                    <a:pt x="1227" y="1951"/>
                    <a:pt x="1395" y="2342"/>
                    <a:pt x="1729" y="2620"/>
                  </a:cubicBezTo>
                  <a:cubicBezTo>
                    <a:pt x="698" y="3039"/>
                    <a:pt x="1" y="4014"/>
                    <a:pt x="1" y="5129"/>
                  </a:cubicBezTo>
                  <a:cubicBezTo>
                    <a:pt x="1" y="5296"/>
                    <a:pt x="140" y="5436"/>
                    <a:pt x="335" y="5436"/>
                  </a:cubicBezTo>
                  <a:lnTo>
                    <a:pt x="10036" y="5436"/>
                  </a:lnTo>
                  <a:cubicBezTo>
                    <a:pt x="10231" y="5436"/>
                    <a:pt x="10370" y="5296"/>
                    <a:pt x="10370" y="5129"/>
                  </a:cubicBezTo>
                  <a:cubicBezTo>
                    <a:pt x="10259" y="3958"/>
                    <a:pt x="9562" y="2983"/>
                    <a:pt x="8559" y="2620"/>
                  </a:cubicBezTo>
                  <a:cubicBezTo>
                    <a:pt x="8865" y="2342"/>
                    <a:pt x="9032" y="1951"/>
                    <a:pt x="9032" y="1505"/>
                  </a:cubicBezTo>
                  <a:cubicBezTo>
                    <a:pt x="9032" y="669"/>
                    <a:pt x="8391" y="0"/>
                    <a:pt x="7555" y="0"/>
                  </a:cubicBezTo>
                  <a:cubicBezTo>
                    <a:pt x="6719" y="0"/>
                    <a:pt x="6050" y="669"/>
                    <a:pt x="6050" y="1505"/>
                  </a:cubicBezTo>
                  <a:cubicBezTo>
                    <a:pt x="6050" y="1951"/>
                    <a:pt x="6217" y="2342"/>
                    <a:pt x="6524" y="2620"/>
                  </a:cubicBezTo>
                  <a:cubicBezTo>
                    <a:pt x="5910" y="2843"/>
                    <a:pt x="5409" y="3317"/>
                    <a:pt x="5130" y="3903"/>
                  </a:cubicBezTo>
                  <a:cubicBezTo>
                    <a:pt x="4823" y="3317"/>
                    <a:pt x="4322" y="2843"/>
                    <a:pt x="3736" y="2620"/>
                  </a:cubicBezTo>
                  <a:cubicBezTo>
                    <a:pt x="4043" y="2342"/>
                    <a:pt x="4238" y="1951"/>
                    <a:pt x="4238" y="1505"/>
                  </a:cubicBezTo>
                  <a:cubicBezTo>
                    <a:pt x="4238" y="669"/>
                    <a:pt x="3569" y="0"/>
                    <a:pt x="27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64;p51">
              <a:extLst>
                <a:ext uri="{FF2B5EF4-FFF2-40B4-BE49-F238E27FC236}">
                  <a16:creationId xmlns:a16="http://schemas.microsoft.com/office/drawing/2014/main" id="{DDB69EF2-4218-31AF-BA02-A9E88A79DF9B}"/>
                </a:ext>
              </a:extLst>
            </p:cNvPr>
            <p:cNvSpPr/>
            <p:nvPr/>
          </p:nvSpPr>
          <p:spPr>
            <a:xfrm>
              <a:off x="2831900" y="2957850"/>
              <a:ext cx="228625" cy="106350"/>
            </a:xfrm>
            <a:custGeom>
              <a:avLst/>
              <a:gdLst/>
              <a:ahLst/>
              <a:cxnLst/>
              <a:rect l="l" t="t" r="r" b="b"/>
              <a:pathLst>
                <a:path w="9145" h="4254" extrusionOk="0">
                  <a:moveTo>
                    <a:pt x="8336" y="585"/>
                  </a:moveTo>
                  <a:cubicBezTo>
                    <a:pt x="8531" y="585"/>
                    <a:pt x="8642" y="725"/>
                    <a:pt x="8642" y="892"/>
                  </a:cubicBezTo>
                  <a:lnTo>
                    <a:pt x="8642" y="2119"/>
                  </a:lnTo>
                  <a:cubicBezTo>
                    <a:pt x="8642" y="2286"/>
                    <a:pt x="8531" y="2425"/>
                    <a:pt x="8336" y="2425"/>
                  </a:cubicBezTo>
                  <a:lnTo>
                    <a:pt x="7137" y="2425"/>
                  </a:lnTo>
                  <a:cubicBezTo>
                    <a:pt x="6942" y="2425"/>
                    <a:pt x="6803" y="2565"/>
                    <a:pt x="6803" y="2732"/>
                  </a:cubicBezTo>
                  <a:lnTo>
                    <a:pt x="6803" y="3234"/>
                  </a:lnTo>
                  <a:lnTo>
                    <a:pt x="6106" y="2537"/>
                  </a:lnTo>
                  <a:cubicBezTo>
                    <a:pt x="6050" y="2453"/>
                    <a:pt x="5966" y="2425"/>
                    <a:pt x="5911" y="2425"/>
                  </a:cubicBezTo>
                  <a:lnTo>
                    <a:pt x="3430" y="2425"/>
                  </a:lnTo>
                  <a:cubicBezTo>
                    <a:pt x="3346" y="2425"/>
                    <a:pt x="3262" y="2453"/>
                    <a:pt x="3207" y="2537"/>
                  </a:cubicBezTo>
                  <a:lnTo>
                    <a:pt x="2510" y="3234"/>
                  </a:lnTo>
                  <a:lnTo>
                    <a:pt x="2510" y="2732"/>
                  </a:lnTo>
                  <a:cubicBezTo>
                    <a:pt x="2510" y="2565"/>
                    <a:pt x="2370" y="2425"/>
                    <a:pt x="2203" y="2425"/>
                  </a:cubicBezTo>
                  <a:lnTo>
                    <a:pt x="1032" y="2425"/>
                  </a:lnTo>
                  <a:cubicBezTo>
                    <a:pt x="865" y="2425"/>
                    <a:pt x="726" y="2286"/>
                    <a:pt x="726" y="2119"/>
                  </a:cubicBezTo>
                  <a:lnTo>
                    <a:pt x="726" y="892"/>
                  </a:lnTo>
                  <a:cubicBezTo>
                    <a:pt x="726" y="725"/>
                    <a:pt x="865" y="585"/>
                    <a:pt x="1032" y="585"/>
                  </a:cubicBezTo>
                  <a:close/>
                  <a:moveTo>
                    <a:pt x="921" y="0"/>
                  </a:moveTo>
                  <a:cubicBezTo>
                    <a:pt x="447" y="0"/>
                    <a:pt x="1" y="418"/>
                    <a:pt x="1" y="892"/>
                  </a:cubicBezTo>
                  <a:lnTo>
                    <a:pt x="1" y="2119"/>
                  </a:lnTo>
                  <a:cubicBezTo>
                    <a:pt x="1" y="2592"/>
                    <a:pt x="419" y="3011"/>
                    <a:pt x="921" y="3011"/>
                  </a:cubicBezTo>
                  <a:lnTo>
                    <a:pt x="1841" y="3011"/>
                  </a:lnTo>
                  <a:lnTo>
                    <a:pt x="1841" y="3958"/>
                  </a:lnTo>
                  <a:cubicBezTo>
                    <a:pt x="1924" y="4098"/>
                    <a:pt x="2008" y="4209"/>
                    <a:pt x="2120" y="4237"/>
                  </a:cubicBezTo>
                  <a:cubicBezTo>
                    <a:pt x="2150" y="4247"/>
                    <a:pt x="2188" y="4254"/>
                    <a:pt x="2228" y="4254"/>
                  </a:cubicBezTo>
                  <a:cubicBezTo>
                    <a:pt x="2298" y="4254"/>
                    <a:pt x="2373" y="4234"/>
                    <a:pt x="2426" y="4181"/>
                  </a:cubicBezTo>
                  <a:lnTo>
                    <a:pt x="3541" y="3011"/>
                  </a:lnTo>
                  <a:lnTo>
                    <a:pt x="5743" y="3011"/>
                  </a:lnTo>
                  <a:lnTo>
                    <a:pt x="6830" y="4181"/>
                  </a:lnTo>
                  <a:cubicBezTo>
                    <a:pt x="6883" y="4234"/>
                    <a:pt x="6959" y="4254"/>
                    <a:pt x="7035" y="4254"/>
                  </a:cubicBezTo>
                  <a:cubicBezTo>
                    <a:pt x="7080" y="4254"/>
                    <a:pt x="7124" y="4247"/>
                    <a:pt x="7165" y="4237"/>
                  </a:cubicBezTo>
                  <a:cubicBezTo>
                    <a:pt x="7249" y="4209"/>
                    <a:pt x="7332" y="4070"/>
                    <a:pt x="7332" y="3958"/>
                  </a:cubicBezTo>
                  <a:lnTo>
                    <a:pt x="7332" y="3011"/>
                  </a:lnTo>
                  <a:lnTo>
                    <a:pt x="8224" y="3011"/>
                  </a:lnTo>
                  <a:cubicBezTo>
                    <a:pt x="8726" y="3011"/>
                    <a:pt x="9144" y="2592"/>
                    <a:pt x="9144" y="2119"/>
                  </a:cubicBezTo>
                  <a:lnTo>
                    <a:pt x="9144" y="892"/>
                  </a:lnTo>
                  <a:cubicBezTo>
                    <a:pt x="9144" y="418"/>
                    <a:pt x="8726" y="0"/>
                    <a:pt x="8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65;p51">
              <a:extLst>
                <a:ext uri="{FF2B5EF4-FFF2-40B4-BE49-F238E27FC236}">
                  <a16:creationId xmlns:a16="http://schemas.microsoft.com/office/drawing/2014/main" id="{687C7791-7EB2-7DC8-1590-FF60DC9B935A}"/>
                </a:ext>
              </a:extLst>
            </p:cNvPr>
            <p:cNvSpPr/>
            <p:nvPr/>
          </p:nvSpPr>
          <p:spPr>
            <a:xfrm>
              <a:off x="3024600" y="2966925"/>
              <a:ext cx="29875" cy="58497"/>
            </a:xfrm>
            <a:custGeom>
              <a:avLst/>
              <a:gdLst/>
              <a:ahLst/>
              <a:cxnLst/>
              <a:rect l="l" t="t" r="r" b="b"/>
              <a:pathLst>
                <a:path w="1195" h="2376" extrusionOk="0">
                  <a:moveTo>
                    <a:pt x="159" y="2269"/>
                  </a:moveTo>
                  <a:cubicBezTo>
                    <a:pt x="131" y="2225"/>
                    <a:pt x="349" y="2178"/>
                    <a:pt x="444" y="2102"/>
                  </a:cubicBezTo>
                  <a:cubicBezTo>
                    <a:pt x="539" y="2027"/>
                    <a:pt x="682" y="2090"/>
                    <a:pt x="730" y="1816"/>
                  </a:cubicBezTo>
                  <a:cubicBezTo>
                    <a:pt x="778" y="1542"/>
                    <a:pt x="774" y="725"/>
                    <a:pt x="730" y="459"/>
                  </a:cubicBezTo>
                  <a:cubicBezTo>
                    <a:pt x="686" y="193"/>
                    <a:pt x="587" y="273"/>
                    <a:pt x="468" y="221"/>
                  </a:cubicBezTo>
                  <a:cubicBezTo>
                    <a:pt x="349" y="169"/>
                    <a:pt x="-16" y="185"/>
                    <a:pt x="16" y="149"/>
                  </a:cubicBezTo>
                  <a:cubicBezTo>
                    <a:pt x="48" y="113"/>
                    <a:pt x="473" y="-21"/>
                    <a:pt x="659" y="7"/>
                  </a:cubicBezTo>
                  <a:cubicBezTo>
                    <a:pt x="846" y="35"/>
                    <a:pt x="1048" y="54"/>
                    <a:pt x="1135" y="316"/>
                  </a:cubicBezTo>
                  <a:cubicBezTo>
                    <a:pt x="1222" y="578"/>
                    <a:pt x="1183" y="1276"/>
                    <a:pt x="1183" y="1578"/>
                  </a:cubicBezTo>
                  <a:cubicBezTo>
                    <a:pt x="1183" y="1880"/>
                    <a:pt x="1230" y="1995"/>
                    <a:pt x="1135" y="2126"/>
                  </a:cubicBezTo>
                  <a:cubicBezTo>
                    <a:pt x="1040" y="2257"/>
                    <a:pt x="774" y="2340"/>
                    <a:pt x="611" y="2364"/>
                  </a:cubicBezTo>
                  <a:cubicBezTo>
                    <a:pt x="448" y="2388"/>
                    <a:pt x="187" y="2313"/>
                    <a:pt x="159" y="22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38" name="Google Shape;2445;p51">
            <a:extLst>
              <a:ext uri="{FF2B5EF4-FFF2-40B4-BE49-F238E27FC236}">
                <a16:creationId xmlns:a16="http://schemas.microsoft.com/office/drawing/2014/main" id="{62F05A23-9625-6091-E34E-FD8FC314FCFC}"/>
              </a:ext>
            </a:extLst>
          </p:cNvPr>
          <p:cNvSpPr/>
          <p:nvPr/>
        </p:nvSpPr>
        <p:spPr>
          <a:xfrm>
            <a:off x="4653538" y="3251161"/>
            <a:ext cx="411552" cy="37793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43" name="Google Shape;2450;p51">
            <a:extLst>
              <a:ext uri="{FF2B5EF4-FFF2-40B4-BE49-F238E27FC236}">
                <a16:creationId xmlns:a16="http://schemas.microsoft.com/office/drawing/2014/main" id="{0573DD77-D510-8111-A55B-F282DA4A8EBB}"/>
              </a:ext>
            </a:extLst>
          </p:cNvPr>
          <p:cNvGrpSpPr/>
          <p:nvPr/>
        </p:nvGrpSpPr>
        <p:grpSpPr>
          <a:xfrm>
            <a:off x="4737548" y="3297941"/>
            <a:ext cx="277150" cy="267565"/>
            <a:chOff x="2055125" y="1757375"/>
            <a:chExt cx="404600" cy="432500"/>
          </a:xfrm>
        </p:grpSpPr>
        <p:sp>
          <p:nvSpPr>
            <p:cNvPr id="40" name="Google Shape;2451;p51">
              <a:extLst>
                <a:ext uri="{FF2B5EF4-FFF2-40B4-BE49-F238E27FC236}">
                  <a16:creationId xmlns:a16="http://schemas.microsoft.com/office/drawing/2014/main" id="{C3006510-3C54-B2D6-CF57-72A5B3BEA525}"/>
                </a:ext>
              </a:extLst>
            </p:cNvPr>
            <p:cNvSpPr/>
            <p:nvPr/>
          </p:nvSpPr>
          <p:spPr>
            <a:xfrm>
              <a:off x="2055125" y="1757375"/>
              <a:ext cx="404600" cy="432500"/>
            </a:xfrm>
            <a:custGeom>
              <a:avLst/>
              <a:gdLst/>
              <a:ahLst/>
              <a:cxnLst/>
              <a:rect l="l" t="t" r="r" b="b"/>
              <a:pathLst>
                <a:path w="16184" h="17300" extrusionOk="0">
                  <a:moveTo>
                    <a:pt x="11718" y="1014"/>
                  </a:moveTo>
                  <a:cubicBezTo>
                    <a:pt x="12446" y="2281"/>
                    <a:pt x="13713" y="3136"/>
                    <a:pt x="15170" y="3294"/>
                  </a:cubicBezTo>
                  <a:lnTo>
                    <a:pt x="15170" y="9090"/>
                  </a:lnTo>
                  <a:lnTo>
                    <a:pt x="15138" y="9090"/>
                  </a:lnTo>
                  <a:cubicBezTo>
                    <a:pt x="15170" y="12098"/>
                    <a:pt x="10135" y="15202"/>
                    <a:pt x="8171" y="16215"/>
                  </a:cubicBezTo>
                  <a:cubicBezTo>
                    <a:pt x="6176" y="15202"/>
                    <a:pt x="1109" y="12098"/>
                    <a:pt x="1204" y="9090"/>
                  </a:cubicBezTo>
                  <a:lnTo>
                    <a:pt x="1204" y="3294"/>
                  </a:lnTo>
                  <a:cubicBezTo>
                    <a:pt x="2629" y="3136"/>
                    <a:pt x="3927" y="2281"/>
                    <a:pt x="4624" y="1014"/>
                  </a:cubicBezTo>
                  <a:close/>
                  <a:moveTo>
                    <a:pt x="4276" y="1"/>
                  </a:moveTo>
                  <a:cubicBezTo>
                    <a:pt x="4086" y="1"/>
                    <a:pt x="3896" y="127"/>
                    <a:pt x="3801" y="286"/>
                  </a:cubicBezTo>
                  <a:cubicBezTo>
                    <a:pt x="3262" y="1521"/>
                    <a:pt x="1996" y="2312"/>
                    <a:pt x="634" y="2312"/>
                  </a:cubicBezTo>
                  <a:cubicBezTo>
                    <a:pt x="349" y="2312"/>
                    <a:pt x="127" y="2534"/>
                    <a:pt x="127" y="2819"/>
                  </a:cubicBezTo>
                  <a:lnTo>
                    <a:pt x="127" y="9090"/>
                  </a:lnTo>
                  <a:cubicBezTo>
                    <a:pt x="1" y="12731"/>
                    <a:pt x="5828" y="16247"/>
                    <a:pt x="7886" y="17228"/>
                  </a:cubicBezTo>
                  <a:cubicBezTo>
                    <a:pt x="7965" y="17276"/>
                    <a:pt x="8044" y="17300"/>
                    <a:pt x="8120" y="17300"/>
                  </a:cubicBezTo>
                  <a:cubicBezTo>
                    <a:pt x="8195" y="17300"/>
                    <a:pt x="8266" y="17276"/>
                    <a:pt x="8329" y="17228"/>
                  </a:cubicBezTo>
                  <a:cubicBezTo>
                    <a:pt x="10388" y="16247"/>
                    <a:pt x="16183" y="12731"/>
                    <a:pt x="16088" y="9090"/>
                  </a:cubicBezTo>
                  <a:lnTo>
                    <a:pt x="16088" y="2819"/>
                  </a:lnTo>
                  <a:cubicBezTo>
                    <a:pt x="16120" y="2534"/>
                    <a:pt x="15867" y="2312"/>
                    <a:pt x="15613" y="2312"/>
                  </a:cubicBezTo>
                  <a:cubicBezTo>
                    <a:pt x="14252" y="2312"/>
                    <a:pt x="12985" y="1521"/>
                    <a:pt x="12446" y="286"/>
                  </a:cubicBezTo>
                  <a:cubicBezTo>
                    <a:pt x="12351" y="96"/>
                    <a:pt x="12161" y="1"/>
                    <a:pt x="119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52;p51">
              <a:extLst>
                <a:ext uri="{FF2B5EF4-FFF2-40B4-BE49-F238E27FC236}">
                  <a16:creationId xmlns:a16="http://schemas.microsoft.com/office/drawing/2014/main" id="{1E513441-6AE6-C909-3949-51EC575A5817}"/>
                </a:ext>
              </a:extLst>
            </p:cNvPr>
            <p:cNvSpPr/>
            <p:nvPr/>
          </p:nvSpPr>
          <p:spPr>
            <a:xfrm>
              <a:off x="2111350" y="1816750"/>
              <a:ext cx="292950" cy="303650"/>
            </a:xfrm>
            <a:custGeom>
              <a:avLst/>
              <a:gdLst/>
              <a:ahLst/>
              <a:cxnLst/>
              <a:rect l="l" t="t" r="r" b="b"/>
              <a:pathLst>
                <a:path w="11718" h="12146" extrusionOk="0">
                  <a:moveTo>
                    <a:pt x="8234" y="1014"/>
                  </a:moveTo>
                  <a:cubicBezTo>
                    <a:pt x="8772" y="1838"/>
                    <a:pt x="9596" y="2408"/>
                    <a:pt x="10577" y="2598"/>
                  </a:cubicBezTo>
                  <a:lnTo>
                    <a:pt x="10577" y="6113"/>
                  </a:lnTo>
                  <a:cubicBezTo>
                    <a:pt x="10672" y="7823"/>
                    <a:pt x="7727" y="10071"/>
                    <a:pt x="5859" y="11053"/>
                  </a:cubicBezTo>
                  <a:cubicBezTo>
                    <a:pt x="4022" y="10071"/>
                    <a:pt x="1077" y="7823"/>
                    <a:pt x="1172" y="6113"/>
                  </a:cubicBezTo>
                  <a:lnTo>
                    <a:pt x="1172" y="2598"/>
                  </a:lnTo>
                  <a:cubicBezTo>
                    <a:pt x="2154" y="2408"/>
                    <a:pt x="2977" y="1838"/>
                    <a:pt x="3484" y="1014"/>
                  </a:cubicBezTo>
                  <a:close/>
                  <a:moveTo>
                    <a:pt x="3167" y="1"/>
                  </a:moveTo>
                  <a:cubicBezTo>
                    <a:pt x="2977" y="1"/>
                    <a:pt x="2787" y="127"/>
                    <a:pt x="2692" y="286"/>
                  </a:cubicBezTo>
                  <a:cubicBezTo>
                    <a:pt x="2344" y="1077"/>
                    <a:pt x="1520" y="1648"/>
                    <a:pt x="633" y="1648"/>
                  </a:cubicBezTo>
                  <a:cubicBezTo>
                    <a:pt x="380" y="1648"/>
                    <a:pt x="127" y="1869"/>
                    <a:pt x="127" y="2154"/>
                  </a:cubicBezTo>
                  <a:lnTo>
                    <a:pt x="127" y="6113"/>
                  </a:lnTo>
                  <a:cubicBezTo>
                    <a:pt x="0" y="8551"/>
                    <a:pt x="3895" y="11212"/>
                    <a:pt x="5637" y="12098"/>
                  </a:cubicBezTo>
                  <a:cubicBezTo>
                    <a:pt x="5716" y="12130"/>
                    <a:pt x="5795" y="12146"/>
                    <a:pt x="5875" y="12146"/>
                  </a:cubicBezTo>
                  <a:cubicBezTo>
                    <a:pt x="5954" y="12146"/>
                    <a:pt x="6033" y="12130"/>
                    <a:pt x="6112" y="12098"/>
                  </a:cubicBezTo>
                  <a:cubicBezTo>
                    <a:pt x="7854" y="11212"/>
                    <a:pt x="11718" y="8551"/>
                    <a:pt x="11623" y="6113"/>
                  </a:cubicBezTo>
                  <a:lnTo>
                    <a:pt x="11623" y="2154"/>
                  </a:lnTo>
                  <a:cubicBezTo>
                    <a:pt x="11623" y="1869"/>
                    <a:pt x="11369" y="1648"/>
                    <a:pt x="11084" y="1648"/>
                  </a:cubicBezTo>
                  <a:cubicBezTo>
                    <a:pt x="10229" y="1648"/>
                    <a:pt x="9406" y="1109"/>
                    <a:pt x="9026" y="286"/>
                  </a:cubicBezTo>
                  <a:cubicBezTo>
                    <a:pt x="8962" y="96"/>
                    <a:pt x="8772" y="1"/>
                    <a:pt x="85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453;p51">
              <a:extLst>
                <a:ext uri="{FF2B5EF4-FFF2-40B4-BE49-F238E27FC236}">
                  <a16:creationId xmlns:a16="http://schemas.microsoft.com/office/drawing/2014/main" id="{17B2970C-D425-B107-B901-9E47D1716016}"/>
                </a:ext>
              </a:extLst>
            </p:cNvPr>
            <p:cNvSpPr/>
            <p:nvPr/>
          </p:nvSpPr>
          <p:spPr>
            <a:xfrm>
              <a:off x="2186550" y="1876925"/>
              <a:ext cx="144125" cy="159175"/>
            </a:xfrm>
            <a:custGeom>
              <a:avLst/>
              <a:gdLst/>
              <a:ahLst/>
              <a:cxnLst/>
              <a:rect l="l" t="t" r="r" b="b"/>
              <a:pathLst>
                <a:path w="5765" h="6367" extrusionOk="0">
                  <a:moveTo>
                    <a:pt x="2851" y="1711"/>
                  </a:moveTo>
                  <a:lnTo>
                    <a:pt x="3072" y="2186"/>
                  </a:lnTo>
                  <a:cubicBezTo>
                    <a:pt x="3136" y="2407"/>
                    <a:pt x="3326" y="2502"/>
                    <a:pt x="3548" y="2502"/>
                  </a:cubicBezTo>
                  <a:lnTo>
                    <a:pt x="4086" y="2502"/>
                  </a:lnTo>
                  <a:lnTo>
                    <a:pt x="3801" y="2819"/>
                  </a:lnTo>
                  <a:cubicBezTo>
                    <a:pt x="3643" y="3041"/>
                    <a:pt x="3643" y="3294"/>
                    <a:pt x="3801" y="3516"/>
                  </a:cubicBezTo>
                  <a:lnTo>
                    <a:pt x="4086" y="3833"/>
                  </a:lnTo>
                  <a:lnTo>
                    <a:pt x="3548" y="3833"/>
                  </a:lnTo>
                  <a:cubicBezTo>
                    <a:pt x="3326" y="3833"/>
                    <a:pt x="3136" y="3928"/>
                    <a:pt x="3072" y="4149"/>
                  </a:cubicBezTo>
                  <a:lnTo>
                    <a:pt x="2851" y="4624"/>
                  </a:lnTo>
                  <a:lnTo>
                    <a:pt x="2661" y="4149"/>
                  </a:lnTo>
                  <a:cubicBezTo>
                    <a:pt x="2597" y="3928"/>
                    <a:pt x="2376" y="3833"/>
                    <a:pt x="2186" y="3833"/>
                  </a:cubicBezTo>
                  <a:lnTo>
                    <a:pt x="1647" y="3833"/>
                  </a:lnTo>
                  <a:lnTo>
                    <a:pt x="1901" y="3516"/>
                  </a:lnTo>
                  <a:cubicBezTo>
                    <a:pt x="2059" y="3294"/>
                    <a:pt x="2059" y="3041"/>
                    <a:pt x="1901" y="2819"/>
                  </a:cubicBezTo>
                  <a:lnTo>
                    <a:pt x="1647" y="2502"/>
                  </a:lnTo>
                  <a:lnTo>
                    <a:pt x="2186" y="2502"/>
                  </a:lnTo>
                  <a:cubicBezTo>
                    <a:pt x="2376" y="2502"/>
                    <a:pt x="2597" y="2407"/>
                    <a:pt x="2661" y="2186"/>
                  </a:cubicBezTo>
                  <a:lnTo>
                    <a:pt x="2851" y="1711"/>
                  </a:lnTo>
                  <a:close/>
                  <a:moveTo>
                    <a:pt x="2867" y="1"/>
                  </a:moveTo>
                  <a:cubicBezTo>
                    <a:pt x="2677" y="1"/>
                    <a:pt x="2487" y="96"/>
                    <a:pt x="2407" y="286"/>
                  </a:cubicBezTo>
                  <a:lnTo>
                    <a:pt x="1869" y="1521"/>
                  </a:lnTo>
                  <a:lnTo>
                    <a:pt x="571" y="1521"/>
                  </a:lnTo>
                  <a:cubicBezTo>
                    <a:pt x="349" y="1521"/>
                    <a:pt x="159" y="1647"/>
                    <a:pt x="96" y="1806"/>
                  </a:cubicBezTo>
                  <a:cubicBezTo>
                    <a:pt x="1" y="1996"/>
                    <a:pt x="32" y="2186"/>
                    <a:pt x="159" y="2344"/>
                  </a:cubicBezTo>
                  <a:lnTo>
                    <a:pt x="887" y="3199"/>
                  </a:lnTo>
                  <a:lnTo>
                    <a:pt x="159" y="4023"/>
                  </a:lnTo>
                  <a:cubicBezTo>
                    <a:pt x="32" y="4181"/>
                    <a:pt x="1" y="4371"/>
                    <a:pt x="96" y="4561"/>
                  </a:cubicBezTo>
                  <a:cubicBezTo>
                    <a:pt x="159" y="4783"/>
                    <a:pt x="349" y="4846"/>
                    <a:pt x="571" y="4846"/>
                  </a:cubicBezTo>
                  <a:lnTo>
                    <a:pt x="1869" y="4846"/>
                  </a:lnTo>
                  <a:lnTo>
                    <a:pt x="2407" y="6081"/>
                  </a:lnTo>
                  <a:cubicBezTo>
                    <a:pt x="2487" y="6271"/>
                    <a:pt x="2677" y="6366"/>
                    <a:pt x="2867" y="6366"/>
                  </a:cubicBezTo>
                  <a:cubicBezTo>
                    <a:pt x="3057" y="6366"/>
                    <a:pt x="3247" y="6271"/>
                    <a:pt x="3326" y="6081"/>
                  </a:cubicBezTo>
                  <a:lnTo>
                    <a:pt x="3896" y="4846"/>
                  </a:lnTo>
                  <a:lnTo>
                    <a:pt x="5194" y="4846"/>
                  </a:lnTo>
                  <a:cubicBezTo>
                    <a:pt x="5384" y="4846"/>
                    <a:pt x="5543" y="4719"/>
                    <a:pt x="5669" y="4561"/>
                  </a:cubicBezTo>
                  <a:cubicBezTo>
                    <a:pt x="5733" y="4371"/>
                    <a:pt x="5701" y="4181"/>
                    <a:pt x="5606" y="4023"/>
                  </a:cubicBezTo>
                  <a:lnTo>
                    <a:pt x="4878" y="3199"/>
                  </a:lnTo>
                  <a:lnTo>
                    <a:pt x="5606" y="2344"/>
                  </a:lnTo>
                  <a:cubicBezTo>
                    <a:pt x="5701" y="2186"/>
                    <a:pt x="5764" y="1964"/>
                    <a:pt x="5669" y="1806"/>
                  </a:cubicBezTo>
                  <a:cubicBezTo>
                    <a:pt x="5606" y="1616"/>
                    <a:pt x="5384" y="1521"/>
                    <a:pt x="5194" y="1521"/>
                  </a:cubicBezTo>
                  <a:lnTo>
                    <a:pt x="3896" y="1521"/>
                  </a:lnTo>
                  <a:lnTo>
                    <a:pt x="3326" y="286"/>
                  </a:lnTo>
                  <a:cubicBezTo>
                    <a:pt x="3247" y="96"/>
                    <a:pt x="3057" y="1"/>
                    <a:pt x="28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2446;p51">
            <a:extLst>
              <a:ext uri="{FF2B5EF4-FFF2-40B4-BE49-F238E27FC236}">
                <a16:creationId xmlns:a16="http://schemas.microsoft.com/office/drawing/2014/main" id="{EE11362E-537D-EB75-55A6-B1F59089D1B8}"/>
              </a:ext>
            </a:extLst>
          </p:cNvPr>
          <p:cNvSpPr/>
          <p:nvPr/>
        </p:nvSpPr>
        <p:spPr>
          <a:xfrm>
            <a:off x="4679405" y="3965245"/>
            <a:ext cx="377934" cy="37793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47" name="Google Shape;2461;p51">
            <a:extLst>
              <a:ext uri="{FF2B5EF4-FFF2-40B4-BE49-F238E27FC236}">
                <a16:creationId xmlns:a16="http://schemas.microsoft.com/office/drawing/2014/main" id="{3A70B38B-A68D-94D0-A19E-B23C320A12F5}"/>
              </a:ext>
            </a:extLst>
          </p:cNvPr>
          <p:cNvSpPr/>
          <p:nvPr/>
        </p:nvSpPr>
        <p:spPr>
          <a:xfrm>
            <a:off x="4751409" y="4039060"/>
            <a:ext cx="267545" cy="263922"/>
          </a:xfrm>
          <a:custGeom>
            <a:avLst/>
            <a:gdLst/>
            <a:ahLst/>
            <a:cxnLst/>
            <a:rect l="l" t="t" r="r" b="b"/>
            <a:pathLst>
              <a:path w="11752" h="11690" extrusionOk="0">
                <a:moveTo>
                  <a:pt x="5923" y="694"/>
                </a:moveTo>
                <a:cubicBezTo>
                  <a:pt x="6490" y="694"/>
                  <a:pt x="6963" y="1166"/>
                  <a:pt x="6963" y="1765"/>
                </a:cubicBezTo>
                <a:cubicBezTo>
                  <a:pt x="6963" y="2332"/>
                  <a:pt x="6490" y="2805"/>
                  <a:pt x="5923" y="2805"/>
                </a:cubicBezTo>
                <a:cubicBezTo>
                  <a:pt x="5325" y="2805"/>
                  <a:pt x="4852" y="2332"/>
                  <a:pt x="4852" y="1765"/>
                </a:cubicBezTo>
                <a:cubicBezTo>
                  <a:pt x="4852" y="1229"/>
                  <a:pt x="5325" y="694"/>
                  <a:pt x="5923" y="694"/>
                </a:cubicBezTo>
                <a:close/>
                <a:moveTo>
                  <a:pt x="2489" y="3466"/>
                </a:moveTo>
                <a:cubicBezTo>
                  <a:pt x="2678" y="3466"/>
                  <a:pt x="2836" y="3624"/>
                  <a:pt x="2836" y="3813"/>
                </a:cubicBezTo>
                <a:lnTo>
                  <a:pt x="2836" y="4916"/>
                </a:lnTo>
                <a:cubicBezTo>
                  <a:pt x="2678" y="4947"/>
                  <a:pt x="2584" y="5042"/>
                  <a:pt x="2458" y="5168"/>
                </a:cubicBezTo>
                <a:cubicBezTo>
                  <a:pt x="2363" y="5231"/>
                  <a:pt x="2300" y="5357"/>
                  <a:pt x="2237" y="5420"/>
                </a:cubicBezTo>
                <a:cubicBezTo>
                  <a:pt x="2174" y="5357"/>
                  <a:pt x="2143" y="5262"/>
                  <a:pt x="2143" y="5199"/>
                </a:cubicBezTo>
                <a:lnTo>
                  <a:pt x="2143" y="3813"/>
                </a:lnTo>
                <a:cubicBezTo>
                  <a:pt x="2143" y="3624"/>
                  <a:pt x="2300" y="3466"/>
                  <a:pt x="2489" y="3466"/>
                </a:cubicBezTo>
                <a:close/>
                <a:moveTo>
                  <a:pt x="9326" y="3466"/>
                </a:moveTo>
                <a:cubicBezTo>
                  <a:pt x="9546" y="3466"/>
                  <a:pt x="9704" y="3624"/>
                  <a:pt x="9704" y="3813"/>
                </a:cubicBezTo>
                <a:lnTo>
                  <a:pt x="9704" y="5199"/>
                </a:lnTo>
                <a:cubicBezTo>
                  <a:pt x="9704" y="5262"/>
                  <a:pt x="9641" y="5357"/>
                  <a:pt x="9578" y="5420"/>
                </a:cubicBezTo>
                <a:cubicBezTo>
                  <a:pt x="9546" y="5294"/>
                  <a:pt x="9452" y="5231"/>
                  <a:pt x="9389" y="5168"/>
                </a:cubicBezTo>
                <a:cubicBezTo>
                  <a:pt x="9263" y="5042"/>
                  <a:pt x="9137" y="4947"/>
                  <a:pt x="8979" y="4916"/>
                </a:cubicBezTo>
                <a:lnTo>
                  <a:pt x="8979" y="3813"/>
                </a:lnTo>
                <a:cubicBezTo>
                  <a:pt x="9011" y="3624"/>
                  <a:pt x="9168" y="3466"/>
                  <a:pt x="9326" y="3466"/>
                </a:cubicBezTo>
                <a:close/>
                <a:moveTo>
                  <a:pt x="5923" y="3466"/>
                </a:moveTo>
                <a:cubicBezTo>
                  <a:pt x="6900" y="3466"/>
                  <a:pt x="7814" y="4096"/>
                  <a:pt x="8160" y="4947"/>
                </a:cubicBezTo>
                <a:cubicBezTo>
                  <a:pt x="8066" y="5010"/>
                  <a:pt x="8003" y="5042"/>
                  <a:pt x="7971" y="5105"/>
                </a:cubicBezTo>
                <a:lnTo>
                  <a:pt x="6081" y="6963"/>
                </a:lnTo>
                <a:cubicBezTo>
                  <a:pt x="6018" y="6995"/>
                  <a:pt x="5955" y="7089"/>
                  <a:pt x="5923" y="7152"/>
                </a:cubicBezTo>
                <a:cubicBezTo>
                  <a:pt x="5860" y="7089"/>
                  <a:pt x="5797" y="7026"/>
                  <a:pt x="5766" y="6963"/>
                </a:cubicBezTo>
                <a:lnTo>
                  <a:pt x="3876" y="5105"/>
                </a:lnTo>
                <a:cubicBezTo>
                  <a:pt x="3781" y="5042"/>
                  <a:pt x="3750" y="5010"/>
                  <a:pt x="3655" y="4947"/>
                </a:cubicBezTo>
                <a:cubicBezTo>
                  <a:pt x="4033" y="4096"/>
                  <a:pt x="4915" y="3466"/>
                  <a:pt x="5923" y="3466"/>
                </a:cubicBezTo>
                <a:close/>
                <a:moveTo>
                  <a:pt x="10744" y="2049"/>
                </a:moveTo>
                <a:cubicBezTo>
                  <a:pt x="10964" y="2049"/>
                  <a:pt x="11122" y="2206"/>
                  <a:pt x="11122" y="2395"/>
                </a:cubicBezTo>
                <a:lnTo>
                  <a:pt x="11122" y="6144"/>
                </a:lnTo>
                <a:lnTo>
                  <a:pt x="11059" y="6144"/>
                </a:lnTo>
                <a:cubicBezTo>
                  <a:pt x="11059" y="6333"/>
                  <a:pt x="11027" y="6491"/>
                  <a:pt x="10901" y="6648"/>
                </a:cubicBezTo>
                <a:lnTo>
                  <a:pt x="9263" y="9421"/>
                </a:lnTo>
                <a:cubicBezTo>
                  <a:pt x="9105" y="9673"/>
                  <a:pt x="9011" y="9956"/>
                  <a:pt x="9011" y="10271"/>
                </a:cubicBezTo>
                <a:lnTo>
                  <a:pt x="9011" y="10933"/>
                </a:lnTo>
                <a:lnTo>
                  <a:pt x="6270" y="10933"/>
                </a:lnTo>
                <a:lnTo>
                  <a:pt x="6270" y="8097"/>
                </a:lnTo>
                <a:cubicBezTo>
                  <a:pt x="6270" y="7845"/>
                  <a:pt x="6396" y="7593"/>
                  <a:pt x="6585" y="7404"/>
                </a:cubicBezTo>
                <a:lnTo>
                  <a:pt x="8475" y="5546"/>
                </a:lnTo>
                <a:cubicBezTo>
                  <a:pt x="8538" y="5483"/>
                  <a:pt x="8625" y="5451"/>
                  <a:pt x="8712" y="5451"/>
                </a:cubicBezTo>
                <a:cubicBezTo>
                  <a:pt x="8798" y="5451"/>
                  <a:pt x="8885" y="5483"/>
                  <a:pt x="8948" y="5546"/>
                </a:cubicBezTo>
                <a:cubicBezTo>
                  <a:pt x="9074" y="5672"/>
                  <a:pt x="9074" y="5892"/>
                  <a:pt x="8948" y="6018"/>
                </a:cubicBezTo>
                <a:lnTo>
                  <a:pt x="7751" y="7215"/>
                </a:lnTo>
                <a:cubicBezTo>
                  <a:pt x="7656" y="7310"/>
                  <a:pt x="7656" y="7562"/>
                  <a:pt x="7751" y="7656"/>
                </a:cubicBezTo>
                <a:cubicBezTo>
                  <a:pt x="7814" y="7719"/>
                  <a:pt x="7908" y="7751"/>
                  <a:pt x="7999" y="7751"/>
                </a:cubicBezTo>
                <a:cubicBezTo>
                  <a:pt x="8089" y="7751"/>
                  <a:pt x="8176" y="7719"/>
                  <a:pt x="8223" y="7656"/>
                </a:cubicBezTo>
                <a:lnTo>
                  <a:pt x="10082" y="5829"/>
                </a:lnTo>
                <a:cubicBezTo>
                  <a:pt x="10271" y="5609"/>
                  <a:pt x="10397" y="5388"/>
                  <a:pt x="10397" y="5105"/>
                </a:cubicBezTo>
                <a:lnTo>
                  <a:pt x="10397" y="2395"/>
                </a:lnTo>
                <a:cubicBezTo>
                  <a:pt x="10397" y="2206"/>
                  <a:pt x="10555" y="2049"/>
                  <a:pt x="10744" y="2049"/>
                </a:cubicBezTo>
                <a:close/>
                <a:moveTo>
                  <a:pt x="1103" y="2080"/>
                </a:moveTo>
                <a:cubicBezTo>
                  <a:pt x="1292" y="2080"/>
                  <a:pt x="1450" y="2238"/>
                  <a:pt x="1450" y="2427"/>
                </a:cubicBezTo>
                <a:lnTo>
                  <a:pt x="1450" y="5168"/>
                </a:lnTo>
                <a:cubicBezTo>
                  <a:pt x="1450" y="5420"/>
                  <a:pt x="1576" y="5672"/>
                  <a:pt x="1796" y="5861"/>
                </a:cubicBezTo>
                <a:lnTo>
                  <a:pt x="3624" y="7719"/>
                </a:lnTo>
                <a:cubicBezTo>
                  <a:pt x="3687" y="7782"/>
                  <a:pt x="3781" y="7814"/>
                  <a:pt x="3872" y="7814"/>
                </a:cubicBezTo>
                <a:cubicBezTo>
                  <a:pt x="3962" y="7814"/>
                  <a:pt x="4049" y="7782"/>
                  <a:pt x="4096" y="7719"/>
                </a:cubicBezTo>
                <a:cubicBezTo>
                  <a:pt x="4222" y="7593"/>
                  <a:pt x="4222" y="7373"/>
                  <a:pt x="4096" y="7247"/>
                </a:cubicBezTo>
                <a:lnTo>
                  <a:pt x="2930" y="6050"/>
                </a:lnTo>
                <a:cubicBezTo>
                  <a:pt x="2804" y="5955"/>
                  <a:pt x="2804" y="5703"/>
                  <a:pt x="2930" y="5577"/>
                </a:cubicBezTo>
                <a:cubicBezTo>
                  <a:pt x="2978" y="5530"/>
                  <a:pt x="3064" y="5506"/>
                  <a:pt x="3155" y="5506"/>
                </a:cubicBezTo>
                <a:cubicBezTo>
                  <a:pt x="3245" y="5506"/>
                  <a:pt x="3340" y="5530"/>
                  <a:pt x="3403" y="5577"/>
                </a:cubicBezTo>
                <a:lnTo>
                  <a:pt x="5293" y="7436"/>
                </a:lnTo>
                <a:cubicBezTo>
                  <a:pt x="5482" y="7625"/>
                  <a:pt x="5608" y="7877"/>
                  <a:pt x="5608" y="8161"/>
                </a:cubicBezTo>
                <a:lnTo>
                  <a:pt x="5608" y="10996"/>
                </a:lnTo>
                <a:lnTo>
                  <a:pt x="2836" y="10996"/>
                </a:lnTo>
                <a:lnTo>
                  <a:pt x="2836" y="10303"/>
                </a:lnTo>
                <a:cubicBezTo>
                  <a:pt x="2804" y="10051"/>
                  <a:pt x="2710" y="9736"/>
                  <a:pt x="2552" y="9452"/>
                </a:cubicBezTo>
                <a:lnTo>
                  <a:pt x="914" y="6680"/>
                </a:lnTo>
                <a:cubicBezTo>
                  <a:pt x="851" y="6522"/>
                  <a:pt x="757" y="6333"/>
                  <a:pt x="757" y="6176"/>
                </a:cubicBezTo>
                <a:lnTo>
                  <a:pt x="757" y="2427"/>
                </a:lnTo>
                <a:cubicBezTo>
                  <a:pt x="757" y="2238"/>
                  <a:pt x="914" y="2080"/>
                  <a:pt x="1103" y="2080"/>
                </a:cubicBezTo>
                <a:close/>
                <a:moveTo>
                  <a:pt x="5860" y="1"/>
                </a:moveTo>
                <a:cubicBezTo>
                  <a:pt x="4915" y="1"/>
                  <a:pt x="4128" y="788"/>
                  <a:pt x="4128" y="1734"/>
                </a:cubicBezTo>
                <a:cubicBezTo>
                  <a:pt x="4128" y="2206"/>
                  <a:pt x="4348" y="2647"/>
                  <a:pt x="4695" y="2994"/>
                </a:cubicBezTo>
                <a:cubicBezTo>
                  <a:pt x="4411" y="3120"/>
                  <a:pt x="4191" y="3214"/>
                  <a:pt x="3939" y="3435"/>
                </a:cubicBezTo>
                <a:cubicBezTo>
                  <a:pt x="3750" y="3592"/>
                  <a:pt x="3592" y="3750"/>
                  <a:pt x="3435" y="3939"/>
                </a:cubicBezTo>
                <a:lnTo>
                  <a:pt x="3435" y="3813"/>
                </a:lnTo>
                <a:cubicBezTo>
                  <a:pt x="3435" y="3246"/>
                  <a:pt x="2962" y="2805"/>
                  <a:pt x="2395" y="2805"/>
                </a:cubicBezTo>
                <a:cubicBezTo>
                  <a:pt x="2300" y="2805"/>
                  <a:pt x="2174" y="2836"/>
                  <a:pt x="2048" y="2836"/>
                </a:cubicBezTo>
                <a:lnTo>
                  <a:pt x="2048" y="2427"/>
                </a:lnTo>
                <a:cubicBezTo>
                  <a:pt x="2048" y="1891"/>
                  <a:pt x="1576" y="1418"/>
                  <a:pt x="1040" y="1418"/>
                </a:cubicBezTo>
                <a:cubicBezTo>
                  <a:pt x="473" y="1418"/>
                  <a:pt x="0" y="1891"/>
                  <a:pt x="0" y="2427"/>
                </a:cubicBezTo>
                <a:lnTo>
                  <a:pt x="0" y="6176"/>
                </a:lnTo>
                <a:cubicBezTo>
                  <a:pt x="0" y="6491"/>
                  <a:pt x="95" y="6806"/>
                  <a:pt x="253" y="7026"/>
                </a:cubicBezTo>
                <a:lnTo>
                  <a:pt x="1891" y="9799"/>
                </a:lnTo>
                <a:cubicBezTo>
                  <a:pt x="1985" y="9956"/>
                  <a:pt x="2048" y="10145"/>
                  <a:pt x="2048" y="10303"/>
                </a:cubicBezTo>
                <a:lnTo>
                  <a:pt x="2048" y="11342"/>
                </a:lnTo>
                <a:cubicBezTo>
                  <a:pt x="2048" y="11532"/>
                  <a:pt x="2206" y="11689"/>
                  <a:pt x="2395" y="11689"/>
                </a:cubicBezTo>
                <a:lnTo>
                  <a:pt x="9294" y="11689"/>
                </a:lnTo>
                <a:cubicBezTo>
                  <a:pt x="9483" y="11689"/>
                  <a:pt x="9641" y="11532"/>
                  <a:pt x="9641" y="11342"/>
                </a:cubicBezTo>
                <a:lnTo>
                  <a:pt x="9641" y="10303"/>
                </a:lnTo>
                <a:cubicBezTo>
                  <a:pt x="9641" y="10114"/>
                  <a:pt x="9704" y="9956"/>
                  <a:pt x="9799" y="9799"/>
                </a:cubicBezTo>
                <a:lnTo>
                  <a:pt x="11468" y="7026"/>
                </a:lnTo>
                <a:cubicBezTo>
                  <a:pt x="11626" y="6774"/>
                  <a:pt x="11689" y="6491"/>
                  <a:pt x="11689" y="6176"/>
                </a:cubicBezTo>
                <a:lnTo>
                  <a:pt x="11689" y="2427"/>
                </a:lnTo>
                <a:cubicBezTo>
                  <a:pt x="11752" y="1891"/>
                  <a:pt x="11279" y="1418"/>
                  <a:pt x="10712" y="1418"/>
                </a:cubicBezTo>
                <a:cubicBezTo>
                  <a:pt x="10177" y="1418"/>
                  <a:pt x="9704" y="1891"/>
                  <a:pt x="9704" y="2427"/>
                </a:cubicBezTo>
                <a:lnTo>
                  <a:pt x="9704" y="2836"/>
                </a:lnTo>
                <a:cubicBezTo>
                  <a:pt x="9578" y="2805"/>
                  <a:pt x="9452" y="2805"/>
                  <a:pt x="9326" y="2805"/>
                </a:cubicBezTo>
                <a:cubicBezTo>
                  <a:pt x="8790" y="2805"/>
                  <a:pt x="8318" y="3246"/>
                  <a:pt x="8318" y="3813"/>
                </a:cubicBezTo>
                <a:lnTo>
                  <a:pt x="8318" y="3939"/>
                </a:lnTo>
                <a:cubicBezTo>
                  <a:pt x="8160" y="3750"/>
                  <a:pt x="8003" y="3592"/>
                  <a:pt x="7814" y="3435"/>
                </a:cubicBezTo>
                <a:cubicBezTo>
                  <a:pt x="7562" y="3246"/>
                  <a:pt x="7341" y="3088"/>
                  <a:pt x="7058" y="2994"/>
                </a:cubicBezTo>
                <a:cubicBezTo>
                  <a:pt x="7404" y="2647"/>
                  <a:pt x="7593" y="2206"/>
                  <a:pt x="7593" y="1734"/>
                </a:cubicBezTo>
                <a:cubicBezTo>
                  <a:pt x="7593" y="788"/>
                  <a:pt x="6806" y="1"/>
                  <a:pt x="58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2443;p51">
            <a:extLst>
              <a:ext uri="{FF2B5EF4-FFF2-40B4-BE49-F238E27FC236}">
                <a16:creationId xmlns:a16="http://schemas.microsoft.com/office/drawing/2014/main" id="{95E80D4A-B966-4580-1316-554566C36836}"/>
              </a:ext>
            </a:extLst>
          </p:cNvPr>
          <p:cNvSpPr/>
          <p:nvPr/>
        </p:nvSpPr>
        <p:spPr>
          <a:xfrm>
            <a:off x="4679405" y="3972058"/>
            <a:ext cx="377934" cy="37793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54" name="Google Shape;2462;p51">
            <a:extLst>
              <a:ext uri="{FF2B5EF4-FFF2-40B4-BE49-F238E27FC236}">
                <a16:creationId xmlns:a16="http://schemas.microsoft.com/office/drawing/2014/main" id="{824C3C3C-8E01-4206-7839-E3F687F23D3C}"/>
              </a:ext>
            </a:extLst>
          </p:cNvPr>
          <p:cNvGrpSpPr/>
          <p:nvPr/>
        </p:nvGrpSpPr>
        <p:grpSpPr>
          <a:xfrm>
            <a:off x="4751404" y="4044055"/>
            <a:ext cx="267555" cy="267557"/>
            <a:chOff x="2821450" y="2957850"/>
            <a:chExt cx="259275" cy="258550"/>
          </a:xfrm>
        </p:grpSpPr>
        <p:sp>
          <p:nvSpPr>
            <p:cNvPr id="51" name="Google Shape;2463;p51">
              <a:extLst>
                <a:ext uri="{FF2B5EF4-FFF2-40B4-BE49-F238E27FC236}">
                  <a16:creationId xmlns:a16="http://schemas.microsoft.com/office/drawing/2014/main" id="{E52291E4-C5FB-3F1A-A557-56339C166410}"/>
                </a:ext>
              </a:extLst>
            </p:cNvPr>
            <p:cNvSpPr/>
            <p:nvPr/>
          </p:nvSpPr>
          <p:spPr>
            <a:xfrm>
              <a:off x="2821450" y="3080500"/>
              <a:ext cx="259275" cy="135900"/>
            </a:xfrm>
            <a:custGeom>
              <a:avLst/>
              <a:gdLst/>
              <a:ahLst/>
              <a:cxnLst/>
              <a:rect l="l" t="t" r="r" b="b"/>
              <a:pathLst>
                <a:path w="10371" h="5436" extrusionOk="0">
                  <a:moveTo>
                    <a:pt x="2677" y="585"/>
                  </a:moveTo>
                  <a:cubicBezTo>
                    <a:pt x="3151" y="585"/>
                    <a:pt x="3569" y="1004"/>
                    <a:pt x="3569" y="1505"/>
                  </a:cubicBezTo>
                  <a:cubicBezTo>
                    <a:pt x="3569" y="1979"/>
                    <a:pt x="3151" y="2397"/>
                    <a:pt x="2677" y="2397"/>
                  </a:cubicBezTo>
                  <a:cubicBezTo>
                    <a:pt x="2147" y="2397"/>
                    <a:pt x="1757" y="1979"/>
                    <a:pt x="1757" y="1505"/>
                  </a:cubicBezTo>
                  <a:cubicBezTo>
                    <a:pt x="1757" y="1004"/>
                    <a:pt x="2175" y="585"/>
                    <a:pt x="2677" y="585"/>
                  </a:cubicBezTo>
                  <a:close/>
                  <a:moveTo>
                    <a:pt x="7555" y="585"/>
                  </a:moveTo>
                  <a:cubicBezTo>
                    <a:pt x="8029" y="585"/>
                    <a:pt x="8447" y="1004"/>
                    <a:pt x="8447" y="1505"/>
                  </a:cubicBezTo>
                  <a:cubicBezTo>
                    <a:pt x="8447" y="1979"/>
                    <a:pt x="8029" y="2397"/>
                    <a:pt x="7555" y="2397"/>
                  </a:cubicBezTo>
                  <a:cubicBezTo>
                    <a:pt x="7025" y="2397"/>
                    <a:pt x="6635" y="1979"/>
                    <a:pt x="6635" y="1505"/>
                  </a:cubicBezTo>
                  <a:cubicBezTo>
                    <a:pt x="6635" y="1004"/>
                    <a:pt x="7053" y="585"/>
                    <a:pt x="7555" y="585"/>
                  </a:cubicBezTo>
                  <a:close/>
                  <a:moveTo>
                    <a:pt x="2677" y="2983"/>
                  </a:moveTo>
                  <a:cubicBezTo>
                    <a:pt x="3736" y="2983"/>
                    <a:pt x="4628" y="3791"/>
                    <a:pt x="4795" y="4795"/>
                  </a:cubicBezTo>
                  <a:lnTo>
                    <a:pt x="586" y="4795"/>
                  </a:lnTo>
                  <a:cubicBezTo>
                    <a:pt x="698" y="3791"/>
                    <a:pt x="1618" y="2983"/>
                    <a:pt x="2677" y="2983"/>
                  </a:cubicBezTo>
                  <a:close/>
                  <a:moveTo>
                    <a:pt x="7555" y="2983"/>
                  </a:moveTo>
                  <a:cubicBezTo>
                    <a:pt x="8614" y="2983"/>
                    <a:pt x="9506" y="3791"/>
                    <a:pt x="9646" y="4795"/>
                  </a:cubicBezTo>
                  <a:lnTo>
                    <a:pt x="5409" y="4795"/>
                  </a:lnTo>
                  <a:cubicBezTo>
                    <a:pt x="5548" y="3791"/>
                    <a:pt x="6468" y="2983"/>
                    <a:pt x="7555" y="2983"/>
                  </a:cubicBezTo>
                  <a:close/>
                  <a:moveTo>
                    <a:pt x="2733" y="0"/>
                  </a:moveTo>
                  <a:cubicBezTo>
                    <a:pt x="1896" y="0"/>
                    <a:pt x="1227" y="669"/>
                    <a:pt x="1227" y="1505"/>
                  </a:cubicBezTo>
                  <a:cubicBezTo>
                    <a:pt x="1227" y="1951"/>
                    <a:pt x="1395" y="2342"/>
                    <a:pt x="1729" y="2620"/>
                  </a:cubicBezTo>
                  <a:cubicBezTo>
                    <a:pt x="698" y="3039"/>
                    <a:pt x="1" y="4014"/>
                    <a:pt x="1" y="5129"/>
                  </a:cubicBezTo>
                  <a:cubicBezTo>
                    <a:pt x="1" y="5296"/>
                    <a:pt x="140" y="5436"/>
                    <a:pt x="335" y="5436"/>
                  </a:cubicBezTo>
                  <a:lnTo>
                    <a:pt x="10036" y="5436"/>
                  </a:lnTo>
                  <a:cubicBezTo>
                    <a:pt x="10231" y="5436"/>
                    <a:pt x="10370" y="5296"/>
                    <a:pt x="10370" y="5129"/>
                  </a:cubicBezTo>
                  <a:cubicBezTo>
                    <a:pt x="10259" y="3958"/>
                    <a:pt x="9562" y="2983"/>
                    <a:pt x="8559" y="2620"/>
                  </a:cubicBezTo>
                  <a:cubicBezTo>
                    <a:pt x="8865" y="2342"/>
                    <a:pt x="9032" y="1951"/>
                    <a:pt x="9032" y="1505"/>
                  </a:cubicBezTo>
                  <a:cubicBezTo>
                    <a:pt x="9032" y="669"/>
                    <a:pt x="8391" y="0"/>
                    <a:pt x="7555" y="0"/>
                  </a:cubicBezTo>
                  <a:cubicBezTo>
                    <a:pt x="6719" y="0"/>
                    <a:pt x="6050" y="669"/>
                    <a:pt x="6050" y="1505"/>
                  </a:cubicBezTo>
                  <a:cubicBezTo>
                    <a:pt x="6050" y="1951"/>
                    <a:pt x="6217" y="2342"/>
                    <a:pt x="6524" y="2620"/>
                  </a:cubicBezTo>
                  <a:cubicBezTo>
                    <a:pt x="5910" y="2843"/>
                    <a:pt x="5409" y="3317"/>
                    <a:pt x="5130" y="3903"/>
                  </a:cubicBezTo>
                  <a:cubicBezTo>
                    <a:pt x="4823" y="3317"/>
                    <a:pt x="4322" y="2843"/>
                    <a:pt x="3736" y="2620"/>
                  </a:cubicBezTo>
                  <a:cubicBezTo>
                    <a:pt x="4043" y="2342"/>
                    <a:pt x="4238" y="1951"/>
                    <a:pt x="4238" y="1505"/>
                  </a:cubicBezTo>
                  <a:cubicBezTo>
                    <a:pt x="4238" y="669"/>
                    <a:pt x="3569" y="0"/>
                    <a:pt x="27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464;p51">
              <a:extLst>
                <a:ext uri="{FF2B5EF4-FFF2-40B4-BE49-F238E27FC236}">
                  <a16:creationId xmlns:a16="http://schemas.microsoft.com/office/drawing/2014/main" id="{5DB0FAD2-BF21-BFA2-9597-E68EA2CF75F2}"/>
                </a:ext>
              </a:extLst>
            </p:cNvPr>
            <p:cNvSpPr/>
            <p:nvPr/>
          </p:nvSpPr>
          <p:spPr>
            <a:xfrm>
              <a:off x="2831900" y="2957850"/>
              <a:ext cx="228625" cy="106350"/>
            </a:xfrm>
            <a:custGeom>
              <a:avLst/>
              <a:gdLst/>
              <a:ahLst/>
              <a:cxnLst/>
              <a:rect l="l" t="t" r="r" b="b"/>
              <a:pathLst>
                <a:path w="9145" h="4254" extrusionOk="0">
                  <a:moveTo>
                    <a:pt x="8336" y="585"/>
                  </a:moveTo>
                  <a:cubicBezTo>
                    <a:pt x="8531" y="585"/>
                    <a:pt x="8642" y="725"/>
                    <a:pt x="8642" y="892"/>
                  </a:cubicBezTo>
                  <a:lnTo>
                    <a:pt x="8642" y="2119"/>
                  </a:lnTo>
                  <a:cubicBezTo>
                    <a:pt x="8642" y="2286"/>
                    <a:pt x="8531" y="2425"/>
                    <a:pt x="8336" y="2425"/>
                  </a:cubicBezTo>
                  <a:lnTo>
                    <a:pt x="7137" y="2425"/>
                  </a:lnTo>
                  <a:cubicBezTo>
                    <a:pt x="6942" y="2425"/>
                    <a:pt x="6803" y="2565"/>
                    <a:pt x="6803" y="2732"/>
                  </a:cubicBezTo>
                  <a:lnTo>
                    <a:pt x="6803" y="3234"/>
                  </a:lnTo>
                  <a:lnTo>
                    <a:pt x="6106" y="2537"/>
                  </a:lnTo>
                  <a:cubicBezTo>
                    <a:pt x="6050" y="2453"/>
                    <a:pt x="5966" y="2425"/>
                    <a:pt x="5911" y="2425"/>
                  </a:cubicBezTo>
                  <a:lnTo>
                    <a:pt x="3430" y="2425"/>
                  </a:lnTo>
                  <a:cubicBezTo>
                    <a:pt x="3346" y="2425"/>
                    <a:pt x="3262" y="2453"/>
                    <a:pt x="3207" y="2537"/>
                  </a:cubicBezTo>
                  <a:lnTo>
                    <a:pt x="2510" y="3234"/>
                  </a:lnTo>
                  <a:lnTo>
                    <a:pt x="2510" y="2732"/>
                  </a:lnTo>
                  <a:cubicBezTo>
                    <a:pt x="2510" y="2565"/>
                    <a:pt x="2370" y="2425"/>
                    <a:pt x="2203" y="2425"/>
                  </a:cubicBezTo>
                  <a:lnTo>
                    <a:pt x="1032" y="2425"/>
                  </a:lnTo>
                  <a:cubicBezTo>
                    <a:pt x="865" y="2425"/>
                    <a:pt x="726" y="2286"/>
                    <a:pt x="726" y="2119"/>
                  </a:cubicBezTo>
                  <a:lnTo>
                    <a:pt x="726" y="892"/>
                  </a:lnTo>
                  <a:cubicBezTo>
                    <a:pt x="726" y="725"/>
                    <a:pt x="865" y="585"/>
                    <a:pt x="1032" y="585"/>
                  </a:cubicBezTo>
                  <a:close/>
                  <a:moveTo>
                    <a:pt x="921" y="0"/>
                  </a:moveTo>
                  <a:cubicBezTo>
                    <a:pt x="447" y="0"/>
                    <a:pt x="1" y="418"/>
                    <a:pt x="1" y="892"/>
                  </a:cubicBezTo>
                  <a:lnTo>
                    <a:pt x="1" y="2119"/>
                  </a:lnTo>
                  <a:cubicBezTo>
                    <a:pt x="1" y="2592"/>
                    <a:pt x="419" y="3011"/>
                    <a:pt x="921" y="3011"/>
                  </a:cubicBezTo>
                  <a:lnTo>
                    <a:pt x="1841" y="3011"/>
                  </a:lnTo>
                  <a:lnTo>
                    <a:pt x="1841" y="3958"/>
                  </a:lnTo>
                  <a:cubicBezTo>
                    <a:pt x="1924" y="4098"/>
                    <a:pt x="2008" y="4209"/>
                    <a:pt x="2120" y="4237"/>
                  </a:cubicBezTo>
                  <a:cubicBezTo>
                    <a:pt x="2150" y="4247"/>
                    <a:pt x="2188" y="4254"/>
                    <a:pt x="2228" y="4254"/>
                  </a:cubicBezTo>
                  <a:cubicBezTo>
                    <a:pt x="2298" y="4254"/>
                    <a:pt x="2373" y="4234"/>
                    <a:pt x="2426" y="4181"/>
                  </a:cubicBezTo>
                  <a:lnTo>
                    <a:pt x="3541" y="3011"/>
                  </a:lnTo>
                  <a:lnTo>
                    <a:pt x="5743" y="3011"/>
                  </a:lnTo>
                  <a:lnTo>
                    <a:pt x="6830" y="4181"/>
                  </a:lnTo>
                  <a:cubicBezTo>
                    <a:pt x="6883" y="4234"/>
                    <a:pt x="6959" y="4254"/>
                    <a:pt x="7035" y="4254"/>
                  </a:cubicBezTo>
                  <a:cubicBezTo>
                    <a:pt x="7080" y="4254"/>
                    <a:pt x="7124" y="4247"/>
                    <a:pt x="7165" y="4237"/>
                  </a:cubicBezTo>
                  <a:cubicBezTo>
                    <a:pt x="7249" y="4209"/>
                    <a:pt x="7332" y="4070"/>
                    <a:pt x="7332" y="3958"/>
                  </a:cubicBezTo>
                  <a:lnTo>
                    <a:pt x="7332" y="3011"/>
                  </a:lnTo>
                  <a:lnTo>
                    <a:pt x="8224" y="3011"/>
                  </a:lnTo>
                  <a:cubicBezTo>
                    <a:pt x="8726" y="3011"/>
                    <a:pt x="9144" y="2592"/>
                    <a:pt x="9144" y="2119"/>
                  </a:cubicBezTo>
                  <a:lnTo>
                    <a:pt x="9144" y="892"/>
                  </a:lnTo>
                  <a:cubicBezTo>
                    <a:pt x="9144" y="418"/>
                    <a:pt x="8726" y="0"/>
                    <a:pt x="8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465;p51">
              <a:extLst>
                <a:ext uri="{FF2B5EF4-FFF2-40B4-BE49-F238E27FC236}">
                  <a16:creationId xmlns:a16="http://schemas.microsoft.com/office/drawing/2014/main" id="{DF66415E-C784-5EE6-5B9C-80D6B725432F}"/>
                </a:ext>
              </a:extLst>
            </p:cNvPr>
            <p:cNvSpPr/>
            <p:nvPr/>
          </p:nvSpPr>
          <p:spPr>
            <a:xfrm>
              <a:off x="3024600" y="2966925"/>
              <a:ext cx="29875" cy="58497"/>
            </a:xfrm>
            <a:custGeom>
              <a:avLst/>
              <a:gdLst/>
              <a:ahLst/>
              <a:cxnLst/>
              <a:rect l="l" t="t" r="r" b="b"/>
              <a:pathLst>
                <a:path w="1195" h="2376" extrusionOk="0">
                  <a:moveTo>
                    <a:pt x="159" y="2269"/>
                  </a:moveTo>
                  <a:cubicBezTo>
                    <a:pt x="131" y="2225"/>
                    <a:pt x="349" y="2178"/>
                    <a:pt x="444" y="2102"/>
                  </a:cubicBezTo>
                  <a:cubicBezTo>
                    <a:pt x="539" y="2027"/>
                    <a:pt x="682" y="2090"/>
                    <a:pt x="730" y="1816"/>
                  </a:cubicBezTo>
                  <a:cubicBezTo>
                    <a:pt x="778" y="1542"/>
                    <a:pt x="774" y="725"/>
                    <a:pt x="730" y="459"/>
                  </a:cubicBezTo>
                  <a:cubicBezTo>
                    <a:pt x="686" y="193"/>
                    <a:pt x="587" y="273"/>
                    <a:pt x="468" y="221"/>
                  </a:cubicBezTo>
                  <a:cubicBezTo>
                    <a:pt x="349" y="169"/>
                    <a:pt x="-16" y="185"/>
                    <a:pt x="16" y="149"/>
                  </a:cubicBezTo>
                  <a:cubicBezTo>
                    <a:pt x="48" y="113"/>
                    <a:pt x="473" y="-21"/>
                    <a:pt x="659" y="7"/>
                  </a:cubicBezTo>
                  <a:cubicBezTo>
                    <a:pt x="846" y="35"/>
                    <a:pt x="1048" y="54"/>
                    <a:pt x="1135" y="316"/>
                  </a:cubicBezTo>
                  <a:cubicBezTo>
                    <a:pt x="1222" y="578"/>
                    <a:pt x="1183" y="1276"/>
                    <a:pt x="1183" y="1578"/>
                  </a:cubicBezTo>
                  <a:cubicBezTo>
                    <a:pt x="1183" y="1880"/>
                    <a:pt x="1230" y="1995"/>
                    <a:pt x="1135" y="2126"/>
                  </a:cubicBezTo>
                  <a:cubicBezTo>
                    <a:pt x="1040" y="2257"/>
                    <a:pt x="774" y="2340"/>
                    <a:pt x="611" y="2364"/>
                  </a:cubicBezTo>
                  <a:cubicBezTo>
                    <a:pt x="448" y="2388"/>
                    <a:pt x="187" y="2313"/>
                    <a:pt x="159" y="22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570" name="Google Shape;2716;p64">
            <a:extLst>
              <a:ext uri="{FF2B5EF4-FFF2-40B4-BE49-F238E27FC236}">
                <a16:creationId xmlns:a16="http://schemas.microsoft.com/office/drawing/2014/main" id="{704CD6EA-A544-420D-B229-C5DC8B6C6E60}"/>
              </a:ext>
            </a:extLst>
          </p:cNvPr>
          <p:cNvSpPr/>
          <p:nvPr/>
        </p:nvSpPr>
        <p:spPr>
          <a:xfrm>
            <a:off x="4644609" y="2588069"/>
            <a:ext cx="419956" cy="41095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574" name="Google Shape;2721;p64">
            <a:extLst>
              <a:ext uri="{FF2B5EF4-FFF2-40B4-BE49-F238E27FC236}">
                <a16:creationId xmlns:a16="http://schemas.microsoft.com/office/drawing/2014/main" id="{7EAF6799-DE85-DE17-BD50-C1C31090FFFE}"/>
              </a:ext>
            </a:extLst>
          </p:cNvPr>
          <p:cNvGrpSpPr/>
          <p:nvPr/>
        </p:nvGrpSpPr>
        <p:grpSpPr>
          <a:xfrm>
            <a:off x="4748109" y="2659769"/>
            <a:ext cx="246574" cy="292765"/>
            <a:chOff x="2079675" y="3431875"/>
            <a:chExt cx="357875" cy="431500"/>
          </a:xfrm>
        </p:grpSpPr>
        <p:sp>
          <p:nvSpPr>
            <p:cNvPr id="2572" name="Google Shape;2722;p64">
              <a:extLst>
                <a:ext uri="{FF2B5EF4-FFF2-40B4-BE49-F238E27FC236}">
                  <a16:creationId xmlns:a16="http://schemas.microsoft.com/office/drawing/2014/main" id="{1BF411E2-B390-21D0-0FA8-B7EAB3D726D3}"/>
                </a:ext>
              </a:extLst>
            </p:cNvPr>
            <p:cNvSpPr/>
            <p:nvPr/>
          </p:nvSpPr>
          <p:spPr>
            <a:xfrm>
              <a:off x="2079675" y="3431875"/>
              <a:ext cx="357875" cy="431500"/>
            </a:xfrm>
            <a:custGeom>
              <a:avLst/>
              <a:gdLst/>
              <a:ahLst/>
              <a:cxnLst/>
              <a:rect l="l" t="t" r="r" b="b"/>
              <a:pathLst>
                <a:path w="14315" h="17260" extrusionOk="0">
                  <a:moveTo>
                    <a:pt x="6714" y="1014"/>
                  </a:moveTo>
                  <a:lnTo>
                    <a:pt x="6714" y="3231"/>
                  </a:lnTo>
                  <a:lnTo>
                    <a:pt x="6461" y="3072"/>
                  </a:lnTo>
                  <a:cubicBezTo>
                    <a:pt x="6382" y="3009"/>
                    <a:pt x="6287" y="2977"/>
                    <a:pt x="6192" y="2977"/>
                  </a:cubicBezTo>
                  <a:cubicBezTo>
                    <a:pt x="6097" y="2977"/>
                    <a:pt x="6002" y="3009"/>
                    <a:pt x="5922" y="3072"/>
                  </a:cubicBezTo>
                  <a:lnTo>
                    <a:pt x="5669" y="3231"/>
                  </a:lnTo>
                  <a:lnTo>
                    <a:pt x="5669" y="1014"/>
                  </a:lnTo>
                  <a:close/>
                  <a:moveTo>
                    <a:pt x="13238" y="1014"/>
                  </a:moveTo>
                  <a:lnTo>
                    <a:pt x="13238" y="14220"/>
                  </a:lnTo>
                  <a:lnTo>
                    <a:pt x="3611" y="14220"/>
                  </a:lnTo>
                  <a:lnTo>
                    <a:pt x="3611" y="1014"/>
                  </a:lnTo>
                  <a:lnTo>
                    <a:pt x="4656" y="1014"/>
                  </a:lnTo>
                  <a:lnTo>
                    <a:pt x="4656" y="4117"/>
                  </a:lnTo>
                  <a:cubicBezTo>
                    <a:pt x="4656" y="4339"/>
                    <a:pt x="4751" y="4466"/>
                    <a:pt x="4909" y="4561"/>
                  </a:cubicBezTo>
                  <a:cubicBezTo>
                    <a:pt x="4982" y="4605"/>
                    <a:pt x="5063" y="4628"/>
                    <a:pt x="5147" y="4628"/>
                  </a:cubicBezTo>
                  <a:cubicBezTo>
                    <a:pt x="5244" y="4628"/>
                    <a:pt x="5346" y="4597"/>
                    <a:pt x="5447" y="4529"/>
                  </a:cubicBezTo>
                  <a:lnTo>
                    <a:pt x="6144" y="4054"/>
                  </a:lnTo>
                  <a:lnTo>
                    <a:pt x="6872" y="4529"/>
                  </a:lnTo>
                  <a:cubicBezTo>
                    <a:pt x="6957" y="4597"/>
                    <a:pt x="7051" y="4628"/>
                    <a:pt x="7145" y="4628"/>
                  </a:cubicBezTo>
                  <a:cubicBezTo>
                    <a:pt x="7225" y="4628"/>
                    <a:pt x="7306" y="4605"/>
                    <a:pt x="7379" y="4561"/>
                  </a:cubicBezTo>
                  <a:cubicBezTo>
                    <a:pt x="7537" y="4497"/>
                    <a:pt x="7664" y="4276"/>
                    <a:pt x="7664" y="4117"/>
                  </a:cubicBezTo>
                  <a:lnTo>
                    <a:pt x="7664" y="1014"/>
                  </a:lnTo>
                  <a:close/>
                  <a:moveTo>
                    <a:pt x="2629" y="1014"/>
                  </a:moveTo>
                  <a:lnTo>
                    <a:pt x="2629" y="14220"/>
                  </a:lnTo>
                  <a:lnTo>
                    <a:pt x="1520" y="14220"/>
                  </a:lnTo>
                  <a:cubicBezTo>
                    <a:pt x="1362" y="14220"/>
                    <a:pt x="1172" y="14251"/>
                    <a:pt x="1014" y="14315"/>
                  </a:cubicBezTo>
                  <a:lnTo>
                    <a:pt x="1014" y="1489"/>
                  </a:lnTo>
                  <a:cubicBezTo>
                    <a:pt x="1014" y="1235"/>
                    <a:pt x="1235" y="1014"/>
                    <a:pt x="1520" y="1014"/>
                  </a:cubicBezTo>
                  <a:close/>
                  <a:moveTo>
                    <a:pt x="13270" y="15233"/>
                  </a:moveTo>
                  <a:lnTo>
                    <a:pt x="13270" y="16278"/>
                  </a:lnTo>
                  <a:lnTo>
                    <a:pt x="1520" y="16278"/>
                  </a:lnTo>
                  <a:cubicBezTo>
                    <a:pt x="855" y="16246"/>
                    <a:pt x="855" y="15296"/>
                    <a:pt x="1520" y="15233"/>
                  </a:cubicBezTo>
                  <a:close/>
                  <a:moveTo>
                    <a:pt x="1520" y="0"/>
                  </a:moveTo>
                  <a:cubicBezTo>
                    <a:pt x="697" y="0"/>
                    <a:pt x="0" y="697"/>
                    <a:pt x="0" y="1520"/>
                  </a:cubicBezTo>
                  <a:lnTo>
                    <a:pt x="0" y="15771"/>
                  </a:lnTo>
                  <a:cubicBezTo>
                    <a:pt x="0" y="16595"/>
                    <a:pt x="697" y="17260"/>
                    <a:pt x="1520" y="17260"/>
                  </a:cubicBezTo>
                  <a:lnTo>
                    <a:pt x="13776" y="17260"/>
                  </a:lnTo>
                  <a:cubicBezTo>
                    <a:pt x="14061" y="17260"/>
                    <a:pt x="14315" y="17038"/>
                    <a:pt x="14315" y="16753"/>
                  </a:cubicBezTo>
                  <a:lnTo>
                    <a:pt x="14315" y="475"/>
                  </a:lnTo>
                  <a:cubicBezTo>
                    <a:pt x="14315" y="222"/>
                    <a:pt x="14061" y="0"/>
                    <a:pt x="137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723;p64">
              <a:extLst>
                <a:ext uri="{FF2B5EF4-FFF2-40B4-BE49-F238E27FC236}">
                  <a16:creationId xmlns:a16="http://schemas.microsoft.com/office/drawing/2014/main" id="{0B55BCA4-5FF7-F66A-B975-5EC6B776DA68}"/>
                </a:ext>
              </a:extLst>
            </p:cNvPr>
            <p:cNvSpPr/>
            <p:nvPr/>
          </p:nvSpPr>
          <p:spPr>
            <a:xfrm>
              <a:off x="2196050" y="3572200"/>
              <a:ext cx="183700" cy="154225"/>
            </a:xfrm>
            <a:custGeom>
              <a:avLst/>
              <a:gdLst/>
              <a:ahLst/>
              <a:cxnLst/>
              <a:rect l="l" t="t" r="r" b="b"/>
              <a:pathLst>
                <a:path w="7348" h="6169" extrusionOk="0">
                  <a:moveTo>
                    <a:pt x="3674" y="1"/>
                  </a:moveTo>
                  <a:cubicBezTo>
                    <a:pt x="3429" y="1"/>
                    <a:pt x="3183" y="167"/>
                    <a:pt x="3168" y="499"/>
                  </a:cubicBezTo>
                  <a:lnTo>
                    <a:pt x="3168" y="848"/>
                  </a:lnTo>
                  <a:lnTo>
                    <a:pt x="1141" y="848"/>
                  </a:lnTo>
                  <a:cubicBezTo>
                    <a:pt x="856" y="848"/>
                    <a:pt x="634" y="1101"/>
                    <a:pt x="634" y="1354"/>
                  </a:cubicBezTo>
                  <a:lnTo>
                    <a:pt x="634" y="2875"/>
                  </a:lnTo>
                  <a:cubicBezTo>
                    <a:pt x="1" y="2938"/>
                    <a:pt x="1" y="3856"/>
                    <a:pt x="666" y="3888"/>
                  </a:cubicBezTo>
                  <a:lnTo>
                    <a:pt x="1616" y="3888"/>
                  </a:lnTo>
                  <a:cubicBezTo>
                    <a:pt x="2249" y="3856"/>
                    <a:pt x="2281" y="2938"/>
                    <a:pt x="1647" y="2875"/>
                  </a:cubicBezTo>
                  <a:lnTo>
                    <a:pt x="1647" y="1893"/>
                  </a:lnTo>
                  <a:lnTo>
                    <a:pt x="3168" y="1893"/>
                  </a:lnTo>
                  <a:lnTo>
                    <a:pt x="3168" y="5123"/>
                  </a:lnTo>
                  <a:lnTo>
                    <a:pt x="2756" y="5123"/>
                  </a:lnTo>
                  <a:cubicBezTo>
                    <a:pt x="2091" y="5155"/>
                    <a:pt x="2091" y="6105"/>
                    <a:pt x="2756" y="6168"/>
                  </a:cubicBezTo>
                  <a:lnTo>
                    <a:pt x="4593" y="6168"/>
                  </a:lnTo>
                  <a:cubicBezTo>
                    <a:pt x="5258" y="6105"/>
                    <a:pt x="5258" y="5155"/>
                    <a:pt x="4593" y="5123"/>
                  </a:cubicBezTo>
                  <a:lnTo>
                    <a:pt x="4181" y="5123"/>
                  </a:lnTo>
                  <a:lnTo>
                    <a:pt x="4181" y="1893"/>
                  </a:lnTo>
                  <a:lnTo>
                    <a:pt x="5701" y="1893"/>
                  </a:lnTo>
                  <a:lnTo>
                    <a:pt x="5701" y="2906"/>
                  </a:lnTo>
                  <a:cubicBezTo>
                    <a:pt x="5068" y="3001"/>
                    <a:pt x="5068" y="3888"/>
                    <a:pt x="5733" y="3951"/>
                  </a:cubicBezTo>
                  <a:lnTo>
                    <a:pt x="6683" y="3951"/>
                  </a:lnTo>
                  <a:cubicBezTo>
                    <a:pt x="7316" y="3888"/>
                    <a:pt x="7348" y="3001"/>
                    <a:pt x="6714" y="2906"/>
                  </a:cubicBezTo>
                  <a:lnTo>
                    <a:pt x="6714" y="1418"/>
                  </a:lnTo>
                  <a:cubicBezTo>
                    <a:pt x="6714" y="1133"/>
                    <a:pt x="6493" y="879"/>
                    <a:pt x="6208" y="879"/>
                  </a:cubicBezTo>
                  <a:lnTo>
                    <a:pt x="4181" y="879"/>
                  </a:lnTo>
                  <a:lnTo>
                    <a:pt x="4181" y="499"/>
                  </a:lnTo>
                  <a:cubicBezTo>
                    <a:pt x="4165" y="167"/>
                    <a:pt x="3920" y="1"/>
                    <a:pt x="36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>
          <a:extLst>
            <a:ext uri="{FF2B5EF4-FFF2-40B4-BE49-F238E27FC236}">
              <a16:creationId xmlns:a16="http://schemas.microsoft.com/office/drawing/2014/main" id="{AF9FB98F-8048-9780-4970-D6F0B43BF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41">
            <a:extLst>
              <a:ext uri="{FF2B5EF4-FFF2-40B4-BE49-F238E27FC236}">
                <a16:creationId xmlns:a16="http://schemas.microsoft.com/office/drawing/2014/main" id="{DC464047-580A-B1D5-B4FE-653B055FF7C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0000" y="540000"/>
            <a:ext cx="7704000" cy="13095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latin typeface="Montserrat"/>
                <a:ea typeface="Montserrat"/>
                <a:cs typeface="Montserrat"/>
                <a:sym typeface="Montserrat"/>
              </a:rPr>
              <a:t>JUSTICE MADE CLEAR</a:t>
            </a:r>
            <a:br>
              <a:rPr lang="en" sz="4800" b="1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600" b="1">
                <a:latin typeface="Montserrat"/>
                <a:ea typeface="Montserrat"/>
                <a:cs typeface="Montserrat"/>
                <a:sym typeface="Montserrat"/>
              </a:rPr>
              <a:t>EMPOWERING THE CITIZENS</a:t>
            </a:r>
            <a:endParaRPr sz="9600" b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373" name="Google Shape;1373;p41">
            <a:extLst>
              <a:ext uri="{FF2B5EF4-FFF2-40B4-BE49-F238E27FC236}">
                <a16:creationId xmlns:a16="http://schemas.microsoft.com/office/drawing/2014/main" id="{699C0D5F-885D-05EF-558A-2812ED439ABE}"/>
              </a:ext>
            </a:extLst>
          </p:cNvPr>
          <p:cNvGrpSpPr/>
          <p:nvPr/>
        </p:nvGrpSpPr>
        <p:grpSpPr>
          <a:xfrm>
            <a:off x="3677775" y="2546412"/>
            <a:ext cx="1568960" cy="2439461"/>
            <a:chOff x="3677775" y="2567787"/>
            <a:chExt cx="1568960" cy="2439461"/>
          </a:xfrm>
        </p:grpSpPr>
        <p:grpSp>
          <p:nvGrpSpPr>
            <p:cNvPr id="1374" name="Google Shape;1374;p41">
              <a:extLst>
                <a:ext uri="{FF2B5EF4-FFF2-40B4-BE49-F238E27FC236}">
                  <a16:creationId xmlns:a16="http://schemas.microsoft.com/office/drawing/2014/main" id="{7A045B5C-5C77-75F1-2F71-82ACD22BC99B}"/>
                </a:ext>
              </a:extLst>
            </p:cNvPr>
            <p:cNvGrpSpPr/>
            <p:nvPr/>
          </p:nvGrpSpPr>
          <p:grpSpPr>
            <a:xfrm>
              <a:off x="4010850" y="2567787"/>
              <a:ext cx="883756" cy="1175969"/>
              <a:chOff x="4010846" y="2663011"/>
              <a:chExt cx="883756" cy="1175969"/>
            </a:xfrm>
          </p:grpSpPr>
          <p:sp>
            <p:nvSpPr>
              <p:cNvPr id="1375" name="Google Shape;1375;p41">
                <a:extLst>
                  <a:ext uri="{FF2B5EF4-FFF2-40B4-BE49-F238E27FC236}">
                    <a16:creationId xmlns:a16="http://schemas.microsoft.com/office/drawing/2014/main" id="{B3228EA2-5E04-6F6D-E641-6A8CA0B43286}"/>
                  </a:ext>
                </a:extLst>
              </p:cNvPr>
              <p:cNvSpPr/>
              <p:nvPr/>
            </p:nvSpPr>
            <p:spPr>
              <a:xfrm>
                <a:off x="4669251" y="3284497"/>
                <a:ext cx="208886" cy="526508"/>
              </a:xfrm>
              <a:custGeom>
                <a:avLst/>
                <a:gdLst/>
                <a:ahLst/>
                <a:cxnLst/>
                <a:rect l="l" t="t" r="r" b="b"/>
                <a:pathLst>
                  <a:path w="6518" h="16429" extrusionOk="0">
                    <a:moveTo>
                      <a:pt x="1713" y="0"/>
                    </a:moveTo>
                    <a:lnTo>
                      <a:pt x="1" y="8400"/>
                    </a:lnTo>
                    <a:cubicBezTo>
                      <a:pt x="1" y="8400"/>
                      <a:pt x="2306" y="15613"/>
                      <a:pt x="3311" y="16274"/>
                    </a:cubicBezTo>
                    <a:cubicBezTo>
                      <a:pt x="3482" y="16381"/>
                      <a:pt x="3686" y="16429"/>
                      <a:pt x="3907" y="16429"/>
                    </a:cubicBezTo>
                    <a:cubicBezTo>
                      <a:pt x="5007" y="16429"/>
                      <a:pt x="6518" y="15247"/>
                      <a:pt x="6460" y="14334"/>
                    </a:cubicBezTo>
                    <a:cubicBezTo>
                      <a:pt x="6415" y="13467"/>
                      <a:pt x="2694" y="1141"/>
                      <a:pt x="17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41">
                <a:extLst>
                  <a:ext uri="{FF2B5EF4-FFF2-40B4-BE49-F238E27FC236}">
                    <a16:creationId xmlns:a16="http://schemas.microsoft.com/office/drawing/2014/main" id="{4702ADDA-9749-CDBE-D1E6-A486961BF0FE}"/>
                  </a:ext>
                </a:extLst>
              </p:cNvPr>
              <p:cNvSpPr/>
              <p:nvPr/>
            </p:nvSpPr>
            <p:spPr>
              <a:xfrm>
                <a:off x="4667809" y="3389809"/>
                <a:ext cx="160238" cy="421200"/>
              </a:xfrm>
              <a:custGeom>
                <a:avLst/>
                <a:gdLst/>
                <a:ahLst/>
                <a:cxnLst/>
                <a:rect l="l" t="t" r="r" b="b"/>
                <a:pathLst>
                  <a:path w="5000" h="13143" extrusionOk="0">
                    <a:moveTo>
                      <a:pt x="1050" y="1"/>
                    </a:moveTo>
                    <a:lnTo>
                      <a:pt x="0" y="5114"/>
                    </a:lnTo>
                    <a:cubicBezTo>
                      <a:pt x="0" y="5114"/>
                      <a:pt x="2306" y="12327"/>
                      <a:pt x="3310" y="12988"/>
                    </a:cubicBezTo>
                    <a:cubicBezTo>
                      <a:pt x="3478" y="13095"/>
                      <a:pt x="3681" y="13143"/>
                      <a:pt x="3901" y="13143"/>
                    </a:cubicBezTo>
                    <a:cubicBezTo>
                      <a:pt x="4248" y="13143"/>
                      <a:pt x="4636" y="13024"/>
                      <a:pt x="4999" y="12829"/>
                    </a:cubicBezTo>
                    <a:cubicBezTo>
                      <a:pt x="4885" y="12669"/>
                      <a:pt x="4634" y="9519"/>
                      <a:pt x="4543" y="9336"/>
                    </a:cubicBezTo>
                    <a:cubicBezTo>
                      <a:pt x="3652" y="7533"/>
                      <a:pt x="2077" y="3973"/>
                      <a:pt x="105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41">
                <a:extLst>
                  <a:ext uri="{FF2B5EF4-FFF2-40B4-BE49-F238E27FC236}">
                    <a16:creationId xmlns:a16="http://schemas.microsoft.com/office/drawing/2014/main" id="{6F7D570A-D35B-E59C-92D3-C0A8B1FFA14D}"/>
                  </a:ext>
                </a:extLst>
              </p:cNvPr>
              <p:cNvSpPr/>
              <p:nvPr/>
            </p:nvSpPr>
            <p:spPr>
              <a:xfrm>
                <a:off x="4010846" y="3221586"/>
                <a:ext cx="242952" cy="535962"/>
              </a:xfrm>
              <a:custGeom>
                <a:avLst/>
                <a:gdLst/>
                <a:ahLst/>
                <a:cxnLst/>
                <a:rect l="l" t="t" r="r" b="b"/>
                <a:pathLst>
                  <a:path w="7581" h="16724" extrusionOk="0">
                    <a:moveTo>
                      <a:pt x="6576" y="0"/>
                    </a:moveTo>
                    <a:cubicBezTo>
                      <a:pt x="5435" y="1050"/>
                      <a:pt x="1212" y="12874"/>
                      <a:pt x="596" y="13787"/>
                    </a:cubicBezTo>
                    <a:cubicBezTo>
                      <a:pt x="1" y="14628"/>
                      <a:pt x="1693" y="16724"/>
                      <a:pt x="2854" y="16724"/>
                    </a:cubicBezTo>
                    <a:cubicBezTo>
                      <a:pt x="2984" y="16724"/>
                      <a:pt x="3108" y="16697"/>
                      <a:pt x="3221" y="16640"/>
                    </a:cubicBezTo>
                    <a:cubicBezTo>
                      <a:pt x="4293" y="16092"/>
                      <a:pt x="7580" y="8537"/>
                      <a:pt x="7580" y="8537"/>
                    </a:cubicBezTo>
                    <a:lnTo>
                      <a:pt x="657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41">
                <a:extLst>
                  <a:ext uri="{FF2B5EF4-FFF2-40B4-BE49-F238E27FC236}">
                    <a16:creationId xmlns:a16="http://schemas.microsoft.com/office/drawing/2014/main" id="{7042FFE9-55EA-A400-0E2F-EDE7AF1AE209}"/>
                  </a:ext>
                </a:extLst>
              </p:cNvPr>
              <p:cNvSpPr/>
              <p:nvPr/>
            </p:nvSpPr>
            <p:spPr>
              <a:xfrm>
                <a:off x="4011583" y="3301323"/>
                <a:ext cx="242920" cy="456228"/>
              </a:xfrm>
              <a:custGeom>
                <a:avLst/>
                <a:gdLst/>
                <a:ahLst/>
                <a:cxnLst/>
                <a:rect l="l" t="t" r="r" b="b"/>
                <a:pathLst>
                  <a:path w="7580" h="14236" extrusionOk="0">
                    <a:moveTo>
                      <a:pt x="7169" y="0"/>
                    </a:moveTo>
                    <a:cubicBezTo>
                      <a:pt x="6096" y="2237"/>
                      <a:pt x="4202" y="9769"/>
                      <a:pt x="3426" y="10180"/>
                    </a:cubicBezTo>
                    <a:cubicBezTo>
                      <a:pt x="3236" y="10278"/>
                      <a:pt x="3040" y="10328"/>
                      <a:pt x="2843" y="10328"/>
                    </a:cubicBezTo>
                    <a:cubicBezTo>
                      <a:pt x="2354" y="10328"/>
                      <a:pt x="1857" y="10023"/>
                      <a:pt x="1417" y="9404"/>
                    </a:cubicBezTo>
                    <a:cubicBezTo>
                      <a:pt x="1029" y="10408"/>
                      <a:pt x="710" y="11093"/>
                      <a:pt x="595" y="11299"/>
                    </a:cubicBezTo>
                    <a:cubicBezTo>
                      <a:pt x="0" y="12140"/>
                      <a:pt x="1693" y="14236"/>
                      <a:pt x="2853" y="14236"/>
                    </a:cubicBezTo>
                    <a:cubicBezTo>
                      <a:pt x="2984" y="14236"/>
                      <a:pt x="3107" y="14209"/>
                      <a:pt x="3220" y="14152"/>
                    </a:cubicBezTo>
                    <a:cubicBezTo>
                      <a:pt x="4316" y="13604"/>
                      <a:pt x="7580" y="6049"/>
                      <a:pt x="7580" y="6049"/>
                    </a:cubicBezTo>
                    <a:lnTo>
                      <a:pt x="7169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41">
                <a:extLst>
                  <a:ext uri="{FF2B5EF4-FFF2-40B4-BE49-F238E27FC236}">
                    <a16:creationId xmlns:a16="http://schemas.microsoft.com/office/drawing/2014/main" id="{DB8C15C8-0D1F-1CCA-8184-DDDD5A3BC352}"/>
                  </a:ext>
                </a:extLst>
              </p:cNvPr>
              <p:cNvSpPr/>
              <p:nvPr/>
            </p:nvSpPr>
            <p:spPr>
              <a:xfrm>
                <a:off x="4128688" y="2663011"/>
                <a:ext cx="707224" cy="829229"/>
              </a:xfrm>
              <a:custGeom>
                <a:avLst/>
                <a:gdLst/>
                <a:ahLst/>
                <a:cxnLst/>
                <a:rect l="l" t="t" r="r" b="b"/>
                <a:pathLst>
                  <a:path w="22068" h="25875" extrusionOk="0">
                    <a:moveTo>
                      <a:pt x="9541" y="1"/>
                    </a:moveTo>
                    <a:cubicBezTo>
                      <a:pt x="8465" y="1"/>
                      <a:pt x="7761" y="196"/>
                      <a:pt x="7761" y="196"/>
                    </a:cubicBezTo>
                    <a:cubicBezTo>
                      <a:pt x="0" y="3939"/>
                      <a:pt x="1826" y="14348"/>
                      <a:pt x="8582" y="23546"/>
                    </a:cubicBezTo>
                    <a:lnTo>
                      <a:pt x="12029" y="25874"/>
                    </a:lnTo>
                    <a:cubicBezTo>
                      <a:pt x="12029" y="25874"/>
                      <a:pt x="12029" y="25875"/>
                      <a:pt x="12029" y="25875"/>
                    </a:cubicBezTo>
                    <a:cubicBezTo>
                      <a:pt x="12054" y="25875"/>
                      <a:pt x="22068" y="16596"/>
                      <a:pt x="18625" y="7363"/>
                    </a:cubicBezTo>
                    <a:cubicBezTo>
                      <a:pt x="16241" y="984"/>
                      <a:pt x="11956" y="1"/>
                      <a:pt x="954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41">
                <a:extLst>
                  <a:ext uri="{FF2B5EF4-FFF2-40B4-BE49-F238E27FC236}">
                    <a16:creationId xmlns:a16="http://schemas.microsoft.com/office/drawing/2014/main" id="{9690BD65-9335-5BC7-CA26-5EA48F8E1AB4}"/>
                  </a:ext>
                </a:extLst>
              </p:cNvPr>
              <p:cNvSpPr/>
              <p:nvPr/>
            </p:nvSpPr>
            <p:spPr>
              <a:xfrm>
                <a:off x="4196695" y="2754125"/>
                <a:ext cx="639380" cy="738855"/>
              </a:xfrm>
              <a:custGeom>
                <a:avLst/>
                <a:gdLst/>
                <a:ahLst/>
                <a:cxnLst/>
                <a:rect l="l" t="t" r="r" b="b"/>
                <a:pathLst>
                  <a:path w="19951" h="23055" extrusionOk="0">
                    <a:moveTo>
                      <a:pt x="13856" y="1"/>
                    </a:moveTo>
                    <a:lnTo>
                      <a:pt x="13856" y="1"/>
                    </a:lnTo>
                    <a:cubicBezTo>
                      <a:pt x="15111" y="3630"/>
                      <a:pt x="12509" y="5365"/>
                      <a:pt x="8857" y="6141"/>
                    </a:cubicBezTo>
                    <a:cubicBezTo>
                      <a:pt x="7768" y="6366"/>
                      <a:pt x="6723" y="6523"/>
                      <a:pt x="5734" y="6523"/>
                    </a:cubicBezTo>
                    <a:cubicBezTo>
                      <a:pt x="3822" y="6523"/>
                      <a:pt x="2115" y="5937"/>
                      <a:pt x="686" y="4132"/>
                    </a:cubicBezTo>
                    <a:lnTo>
                      <a:pt x="686" y="4132"/>
                    </a:lnTo>
                    <a:cubicBezTo>
                      <a:pt x="1" y="8903"/>
                      <a:pt x="2283" y="15043"/>
                      <a:pt x="6460" y="20749"/>
                    </a:cubicBezTo>
                    <a:lnTo>
                      <a:pt x="9907" y="23054"/>
                    </a:lnTo>
                    <a:cubicBezTo>
                      <a:pt x="9907" y="23054"/>
                      <a:pt x="19950" y="13764"/>
                      <a:pt x="16503" y="4520"/>
                    </a:cubicBezTo>
                    <a:cubicBezTo>
                      <a:pt x="15750" y="2534"/>
                      <a:pt x="14837" y="1096"/>
                      <a:pt x="13856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41">
                <a:extLst>
                  <a:ext uri="{FF2B5EF4-FFF2-40B4-BE49-F238E27FC236}">
                    <a16:creationId xmlns:a16="http://schemas.microsoft.com/office/drawing/2014/main" id="{5F6A4912-4767-7FCB-1FB0-7AC78B153A92}"/>
                  </a:ext>
                </a:extLst>
              </p:cNvPr>
              <p:cNvSpPr/>
              <p:nvPr/>
            </p:nvSpPr>
            <p:spPr>
              <a:xfrm>
                <a:off x="4205477" y="3115505"/>
                <a:ext cx="527438" cy="721998"/>
              </a:xfrm>
              <a:custGeom>
                <a:avLst/>
                <a:gdLst/>
                <a:ahLst/>
                <a:cxnLst/>
                <a:rect l="l" t="t" r="r" b="b"/>
                <a:pathLst>
                  <a:path w="16458" h="22529" extrusionOk="0">
                    <a:moveTo>
                      <a:pt x="8241" y="0"/>
                    </a:moveTo>
                    <a:cubicBezTo>
                      <a:pt x="8241" y="0"/>
                      <a:pt x="685" y="2717"/>
                      <a:pt x="343" y="3356"/>
                    </a:cubicBezTo>
                    <a:cubicBezTo>
                      <a:pt x="1" y="4018"/>
                      <a:pt x="1279" y="22529"/>
                      <a:pt x="1279" y="22529"/>
                    </a:cubicBezTo>
                    <a:lnTo>
                      <a:pt x="15020" y="22529"/>
                    </a:lnTo>
                    <a:cubicBezTo>
                      <a:pt x="15020" y="22529"/>
                      <a:pt x="16458" y="5958"/>
                      <a:pt x="16207" y="5296"/>
                    </a:cubicBezTo>
                    <a:cubicBezTo>
                      <a:pt x="15887" y="4474"/>
                      <a:pt x="8241" y="0"/>
                      <a:pt x="8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41">
                <a:extLst>
                  <a:ext uri="{FF2B5EF4-FFF2-40B4-BE49-F238E27FC236}">
                    <a16:creationId xmlns:a16="http://schemas.microsoft.com/office/drawing/2014/main" id="{3E66B6B7-FAED-DABF-BA9A-09CFA788A715}"/>
                  </a:ext>
                </a:extLst>
              </p:cNvPr>
              <p:cNvSpPr/>
              <p:nvPr/>
            </p:nvSpPr>
            <p:spPr>
              <a:xfrm>
                <a:off x="4255953" y="3115505"/>
                <a:ext cx="425046" cy="147771"/>
              </a:xfrm>
              <a:custGeom>
                <a:avLst/>
                <a:gdLst/>
                <a:ahLst/>
                <a:cxnLst/>
                <a:rect l="l" t="t" r="r" b="b"/>
                <a:pathLst>
                  <a:path w="13263" h="4611" extrusionOk="0">
                    <a:moveTo>
                      <a:pt x="6666" y="0"/>
                    </a:moveTo>
                    <a:cubicBezTo>
                      <a:pt x="6666" y="0"/>
                      <a:pt x="2215" y="1598"/>
                      <a:pt x="1" y="2648"/>
                    </a:cubicBezTo>
                    <a:cubicBezTo>
                      <a:pt x="1713" y="3698"/>
                      <a:pt x="4566" y="4474"/>
                      <a:pt x="7830" y="4588"/>
                    </a:cubicBezTo>
                    <a:cubicBezTo>
                      <a:pt x="8153" y="4603"/>
                      <a:pt x="8472" y="4610"/>
                      <a:pt x="8787" y="4610"/>
                    </a:cubicBezTo>
                    <a:cubicBezTo>
                      <a:pt x="10432" y="4610"/>
                      <a:pt x="11960" y="4419"/>
                      <a:pt x="13262" y="4132"/>
                    </a:cubicBezTo>
                    <a:cubicBezTo>
                      <a:pt x="10980" y="2534"/>
                      <a:pt x="6666" y="0"/>
                      <a:pt x="666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41">
                <a:extLst>
                  <a:ext uri="{FF2B5EF4-FFF2-40B4-BE49-F238E27FC236}">
                    <a16:creationId xmlns:a16="http://schemas.microsoft.com/office/drawing/2014/main" id="{EB0A1A9F-E8D3-F6E6-6AF7-1FD19113360B}"/>
                  </a:ext>
                </a:extLst>
              </p:cNvPr>
              <p:cNvSpPr/>
              <p:nvPr/>
            </p:nvSpPr>
            <p:spPr>
              <a:xfrm>
                <a:off x="4205477" y="3218637"/>
                <a:ext cx="527438" cy="620343"/>
              </a:xfrm>
              <a:custGeom>
                <a:avLst/>
                <a:gdLst/>
                <a:ahLst/>
                <a:cxnLst/>
                <a:rect l="l" t="t" r="r" b="b"/>
                <a:pathLst>
                  <a:path w="16458" h="19357" extrusionOk="0">
                    <a:moveTo>
                      <a:pt x="503" y="1"/>
                    </a:moveTo>
                    <a:lnTo>
                      <a:pt x="503" y="1"/>
                    </a:lnTo>
                    <a:cubicBezTo>
                      <a:pt x="412" y="69"/>
                      <a:pt x="366" y="115"/>
                      <a:pt x="343" y="183"/>
                    </a:cubicBezTo>
                    <a:cubicBezTo>
                      <a:pt x="1" y="823"/>
                      <a:pt x="1279" y="19357"/>
                      <a:pt x="1279" y="19357"/>
                    </a:cubicBezTo>
                    <a:lnTo>
                      <a:pt x="15065" y="19357"/>
                    </a:lnTo>
                    <a:cubicBezTo>
                      <a:pt x="15065" y="19311"/>
                      <a:pt x="16458" y="2740"/>
                      <a:pt x="16229" y="2078"/>
                    </a:cubicBezTo>
                    <a:cubicBezTo>
                      <a:pt x="16227" y="2073"/>
                      <a:pt x="16225" y="2071"/>
                      <a:pt x="16222" y="2071"/>
                    </a:cubicBezTo>
                    <a:cubicBezTo>
                      <a:pt x="16156" y="2071"/>
                      <a:pt x="16086" y="3903"/>
                      <a:pt x="15887" y="5159"/>
                    </a:cubicBezTo>
                    <a:cubicBezTo>
                      <a:pt x="15162" y="10072"/>
                      <a:pt x="13662" y="10925"/>
                      <a:pt x="11363" y="10925"/>
                    </a:cubicBezTo>
                    <a:cubicBezTo>
                      <a:pt x="10479" y="10925"/>
                      <a:pt x="9477" y="10798"/>
                      <a:pt x="8355" y="10729"/>
                    </a:cubicBezTo>
                    <a:cubicBezTo>
                      <a:pt x="4292" y="10478"/>
                      <a:pt x="412" y="8560"/>
                      <a:pt x="412" y="1713"/>
                    </a:cubicBezTo>
                    <a:cubicBezTo>
                      <a:pt x="412" y="1119"/>
                      <a:pt x="457" y="549"/>
                      <a:pt x="503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41">
                <a:extLst>
                  <a:ext uri="{FF2B5EF4-FFF2-40B4-BE49-F238E27FC236}">
                    <a16:creationId xmlns:a16="http://schemas.microsoft.com/office/drawing/2014/main" id="{D2EACCC2-BD84-02F6-A054-905995588639}"/>
                  </a:ext>
                </a:extLst>
              </p:cNvPr>
              <p:cNvSpPr/>
              <p:nvPr/>
            </p:nvSpPr>
            <p:spPr>
              <a:xfrm>
                <a:off x="4315948" y="3105987"/>
                <a:ext cx="289709" cy="558171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17417" extrusionOk="0">
                    <a:moveTo>
                      <a:pt x="4565" y="1"/>
                    </a:moveTo>
                    <a:cubicBezTo>
                      <a:pt x="4565" y="1"/>
                      <a:pt x="2192" y="1233"/>
                      <a:pt x="0" y="2146"/>
                    </a:cubicBezTo>
                    <a:lnTo>
                      <a:pt x="4451" y="17416"/>
                    </a:lnTo>
                    <a:lnTo>
                      <a:pt x="9039" y="2831"/>
                    </a:lnTo>
                    <a:cubicBezTo>
                      <a:pt x="7145" y="1644"/>
                      <a:pt x="4565" y="1"/>
                      <a:pt x="45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41">
                <a:extLst>
                  <a:ext uri="{FF2B5EF4-FFF2-40B4-BE49-F238E27FC236}">
                    <a16:creationId xmlns:a16="http://schemas.microsoft.com/office/drawing/2014/main" id="{895460EC-E33F-17B7-365A-6806D1EA11F6}"/>
                  </a:ext>
                </a:extLst>
              </p:cNvPr>
              <p:cNvSpPr/>
              <p:nvPr/>
            </p:nvSpPr>
            <p:spPr>
              <a:xfrm>
                <a:off x="4315948" y="3105987"/>
                <a:ext cx="289709" cy="154757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4829" extrusionOk="0">
                    <a:moveTo>
                      <a:pt x="4565" y="1"/>
                    </a:moveTo>
                    <a:cubicBezTo>
                      <a:pt x="4565" y="1"/>
                      <a:pt x="2192" y="1233"/>
                      <a:pt x="0" y="2146"/>
                    </a:cubicBezTo>
                    <a:lnTo>
                      <a:pt x="525" y="3950"/>
                    </a:lnTo>
                    <a:cubicBezTo>
                      <a:pt x="2237" y="4429"/>
                      <a:pt x="4246" y="4726"/>
                      <a:pt x="6391" y="4794"/>
                    </a:cubicBezTo>
                    <a:cubicBezTo>
                      <a:pt x="6734" y="4817"/>
                      <a:pt x="7076" y="4828"/>
                      <a:pt x="7416" y="4828"/>
                    </a:cubicBezTo>
                    <a:cubicBezTo>
                      <a:pt x="7755" y="4828"/>
                      <a:pt x="8092" y="4817"/>
                      <a:pt x="8423" y="4794"/>
                    </a:cubicBezTo>
                    <a:lnTo>
                      <a:pt x="9039" y="2831"/>
                    </a:lnTo>
                    <a:cubicBezTo>
                      <a:pt x="7099" y="1599"/>
                      <a:pt x="4565" y="1"/>
                      <a:pt x="4565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41">
                <a:extLst>
                  <a:ext uri="{FF2B5EF4-FFF2-40B4-BE49-F238E27FC236}">
                    <a16:creationId xmlns:a16="http://schemas.microsoft.com/office/drawing/2014/main" id="{DFAFF684-6355-D70B-2EDB-A4E5A2924E59}"/>
                  </a:ext>
                </a:extLst>
              </p:cNvPr>
              <p:cNvSpPr/>
              <p:nvPr/>
            </p:nvSpPr>
            <p:spPr>
              <a:xfrm>
                <a:off x="4450552" y="3193030"/>
                <a:ext cx="18299" cy="4272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3331" extrusionOk="0">
                    <a:moveTo>
                      <a:pt x="548" y="1"/>
                    </a:moveTo>
                    <a:lnTo>
                      <a:pt x="0" y="138"/>
                    </a:lnTo>
                    <a:lnTo>
                      <a:pt x="365" y="13331"/>
                    </a:lnTo>
                    <a:lnTo>
                      <a:pt x="571" y="13331"/>
                    </a:lnTo>
                    <a:lnTo>
                      <a:pt x="5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41">
                <a:extLst>
                  <a:ext uri="{FF2B5EF4-FFF2-40B4-BE49-F238E27FC236}">
                    <a16:creationId xmlns:a16="http://schemas.microsoft.com/office/drawing/2014/main" id="{0F64B833-5AC5-59F0-1D46-4A1B6600E5DB}"/>
                  </a:ext>
                </a:extLst>
              </p:cNvPr>
              <p:cNvSpPr/>
              <p:nvPr/>
            </p:nvSpPr>
            <p:spPr>
              <a:xfrm>
                <a:off x="4423471" y="3244981"/>
                <a:ext cx="19773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617" h="686" extrusionOk="0">
                    <a:moveTo>
                      <a:pt x="320" y="1"/>
                    </a:moveTo>
                    <a:cubicBezTo>
                      <a:pt x="160" y="1"/>
                      <a:pt x="46" y="160"/>
                      <a:pt x="1" y="343"/>
                    </a:cubicBezTo>
                    <a:cubicBezTo>
                      <a:pt x="1" y="548"/>
                      <a:pt x="115" y="685"/>
                      <a:pt x="297" y="685"/>
                    </a:cubicBezTo>
                    <a:cubicBezTo>
                      <a:pt x="480" y="685"/>
                      <a:pt x="617" y="526"/>
                      <a:pt x="617" y="343"/>
                    </a:cubicBezTo>
                    <a:cubicBezTo>
                      <a:pt x="617" y="160"/>
                      <a:pt x="503" y="1"/>
                      <a:pt x="3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41">
                <a:extLst>
                  <a:ext uri="{FF2B5EF4-FFF2-40B4-BE49-F238E27FC236}">
                    <a16:creationId xmlns:a16="http://schemas.microsoft.com/office/drawing/2014/main" id="{D1A8AEDF-46F7-E717-706D-B58E4BFFE8FC}"/>
                  </a:ext>
                </a:extLst>
              </p:cNvPr>
              <p:cNvSpPr/>
              <p:nvPr/>
            </p:nvSpPr>
            <p:spPr>
              <a:xfrm>
                <a:off x="4424945" y="3293983"/>
                <a:ext cx="19036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686" extrusionOk="0">
                    <a:moveTo>
                      <a:pt x="320" y="1"/>
                    </a:moveTo>
                    <a:cubicBezTo>
                      <a:pt x="137" y="1"/>
                      <a:pt x="23" y="138"/>
                      <a:pt x="0" y="343"/>
                    </a:cubicBezTo>
                    <a:cubicBezTo>
                      <a:pt x="0" y="526"/>
                      <a:pt x="114" y="686"/>
                      <a:pt x="274" y="686"/>
                    </a:cubicBezTo>
                    <a:cubicBezTo>
                      <a:pt x="457" y="686"/>
                      <a:pt x="594" y="503"/>
                      <a:pt x="594" y="343"/>
                    </a:cubicBezTo>
                    <a:cubicBezTo>
                      <a:pt x="594" y="138"/>
                      <a:pt x="480" y="1"/>
                      <a:pt x="3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41">
                <a:extLst>
                  <a:ext uri="{FF2B5EF4-FFF2-40B4-BE49-F238E27FC236}">
                    <a16:creationId xmlns:a16="http://schemas.microsoft.com/office/drawing/2014/main" id="{15204354-E7DE-B00B-7668-5EB1A6204364}"/>
                  </a:ext>
                </a:extLst>
              </p:cNvPr>
              <p:cNvSpPr/>
              <p:nvPr/>
            </p:nvSpPr>
            <p:spPr>
              <a:xfrm>
                <a:off x="4426387" y="3342281"/>
                <a:ext cx="19805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86" extrusionOk="0">
                    <a:moveTo>
                      <a:pt x="320" y="0"/>
                    </a:moveTo>
                    <a:cubicBezTo>
                      <a:pt x="161" y="0"/>
                      <a:pt x="47" y="137"/>
                      <a:pt x="1" y="343"/>
                    </a:cubicBezTo>
                    <a:cubicBezTo>
                      <a:pt x="1" y="548"/>
                      <a:pt x="115" y="685"/>
                      <a:pt x="298" y="685"/>
                    </a:cubicBezTo>
                    <a:cubicBezTo>
                      <a:pt x="457" y="685"/>
                      <a:pt x="572" y="548"/>
                      <a:pt x="617" y="343"/>
                    </a:cubicBezTo>
                    <a:cubicBezTo>
                      <a:pt x="617" y="137"/>
                      <a:pt x="503" y="0"/>
                      <a:pt x="3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41">
                <a:extLst>
                  <a:ext uri="{FF2B5EF4-FFF2-40B4-BE49-F238E27FC236}">
                    <a16:creationId xmlns:a16="http://schemas.microsoft.com/office/drawing/2014/main" id="{CA16E177-94A0-DB0C-EAB4-670DBBBA394B}"/>
                  </a:ext>
                </a:extLst>
              </p:cNvPr>
              <p:cNvSpPr/>
              <p:nvPr/>
            </p:nvSpPr>
            <p:spPr>
              <a:xfrm>
                <a:off x="4427862" y="3390546"/>
                <a:ext cx="19068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686" extrusionOk="0">
                    <a:moveTo>
                      <a:pt x="297" y="1"/>
                    </a:moveTo>
                    <a:cubicBezTo>
                      <a:pt x="138" y="1"/>
                      <a:pt x="23" y="138"/>
                      <a:pt x="1" y="343"/>
                    </a:cubicBezTo>
                    <a:cubicBezTo>
                      <a:pt x="1" y="549"/>
                      <a:pt x="115" y="686"/>
                      <a:pt x="274" y="686"/>
                    </a:cubicBezTo>
                    <a:cubicBezTo>
                      <a:pt x="457" y="686"/>
                      <a:pt x="594" y="549"/>
                      <a:pt x="594" y="343"/>
                    </a:cubicBezTo>
                    <a:cubicBezTo>
                      <a:pt x="594" y="138"/>
                      <a:pt x="480" y="1"/>
                      <a:pt x="2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41">
                <a:extLst>
                  <a:ext uri="{FF2B5EF4-FFF2-40B4-BE49-F238E27FC236}">
                    <a16:creationId xmlns:a16="http://schemas.microsoft.com/office/drawing/2014/main" id="{A88612F7-8F91-742D-4EB5-AB06C7805791}"/>
                  </a:ext>
                </a:extLst>
              </p:cNvPr>
              <p:cNvSpPr/>
              <p:nvPr/>
            </p:nvSpPr>
            <p:spPr>
              <a:xfrm>
                <a:off x="4428599" y="3438843"/>
                <a:ext cx="19036" cy="21953"/>
              </a:xfrm>
              <a:custGeom>
                <a:avLst/>
                <a:gdLst/>
                <a:ahLst/>
                <a:cxnLst/>
                <a:rect l="l" t="t" r="r" b="b"/>
                <a:pathLst>
                  <a:path w="594" h="685" extrusionOk="0">
                    <a:moveTo>
                      <a:pt x="320" y="0"/>
                    </a:moveTo>
                    <a:cubicBezTo>
                      <a:pt x="137" y="0"/>
                      <a:pt x="23" y="160"/>
                      <a:pt x="0" y="343"/>
                    </a:cubicBezTo>
                    <a:cubicBezTo>
                      <a:pt x="0" y="548"/>
                      <a:pt x="115" y="685"/>
                      <a:pt x="274" y="685"/>
                    </a:cubicBezTo>
                    <a:cubicBezTo>
                      <a:pt x="480" y="685"/>
                      <a:pt x="594" y="548"/>
                      <a:pt x="594" y="343"/>
                    </a:cubicBezTo>
                    <a:cubicBezTo>
                      <a:pt x="594" y="160"/>
                      <a:pt x="480" y="0"/>
                      <a:pt x="3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41">
                <a:extLst>
                  <a:ext uri="{FF2B5EF4-FFF2-40B4-BE49-F238E27FC236}">
                    <a16:creationId xmlns:a16="http://schemas.microsoft.com/office/drawing/2014/main" id="{132E316C-524B-0A3F-6CF6-A2858F5671EE}"/>
                  </a:ext>
                </a:extLst>
              </p:cNvPr>
              <p:cNvSpPr/>
              <p:nvPr/>
            </p:nvSpPr>
            <p:spPr>
              <a:xfrm>
                <a:off x="4443950" y="3682284"/>
                <a:ext cx="450652" cy="150078"/>
              </a:xfrm>
              <a:custGeom>
                <a:avLst/>
                <a:gdLst/>
                <a:ahLst/>
                <a:cxnLst/>
                <a:rect l="l" t="t" r="r" b="b"/>
                <a:pathLst>
                  <a:path w="14062" h="4683" extrusionOk="0">
                    <a:moveTo>
                      <a:pt x="10400" y="1"/>
                    </a:moveTo>
                    <a:cubicBezTo>
                      <a:pt x="7773" y="1"/>
                      <a:pt x="1" y="1238"/>
                      <a:pt x="1" y="1238"/>
                    </a:cubicBezTo>
                    <a:lnTo>
                      <a:pt x="549" y="4547"/>
                    </a:lnTo>
                    <a:cubicBezTo>
                      <a:pt x="549" y="4547"/>
                      <a:pt x="2577" y="4682"/>
                      <a:pt x="4994" y="4682"/>
                    </a:cubicBezTo>
                    <a:cubicBezTo>
                      <a:pt x="8015" y="4682"/>
                      <a:pt x="11642" y="4471"/>
                      <a:pt x="12669" y="3520"/>
                    </a:cubicBezTo>
                    <a:cubicBezTo>
                      <a:pt x="14061" y="2196"/>
                      <a:pt x="13148" y="553"/>
                      <a:pt x="11071" y="51"/>
                    </a:cubicBezTo>
                    <a:cubicBezTo>
                      <a:pt x="10924" y="16"/>
                      <a:pt x="10694" y="1"/>
                      <a:pt x="10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41">
                <a:extLst>
                  <a:ext uri="{FF2B5EF4-FFF2-40B4-BE49-F238E27FC236}">
                    <a16:creationId xmlns:a16="http://schemas.microsoft.com/office/drawing/2014/main" id="{8A0C6333-DCF6-C20C-D7C3-F979DAC1F77E}"/>
                  </a:ext>
                </a:extLst>
              </p:cNvPr>
              <p:cNvSpPr/>
              <p:nvPr/>
            </p:nvSpPr>
            <p:spPr>
              <a:xfrm>
                <a:off x="4582207" y="3689751"/>
                <a:ext cx="300670" cy="98802"/>
              </a:xfrm>
              <a:custGeom>
                <a:avLst/>
                <a:gdLst/>
                <a:ahLst/>
                <a:cxnLst/>
                <a:rect l="l" t="t" r="r" b="b"/>
                <a:pathLst>
                  <a:path w="9382" h="3083" extrusionOk="0">
                    <a:moveTo>
                      <a:pt x="7214" y="0"/>
                    </a:moveTo>
                    <a:cubicBezTo>
                      <a:pt x="6848" y="46"/>
                      <a:pt x="6506" y="92"/>
                      <a:pt x="6141" y="137"/>
                    </a:cubicBezTo>
                    <a:cubicBezTo>
                      <a:pt x="2717" y="685"/>
                      <a:pt x="1" y="1712"/>
                      <a:pt x="115" y="2420"/>
                    </a:cubicBezTo>
                    <a:cubicBezTo>
                      <a:pt x="184" y="2846"/>
                      <a:pt x="1256" y="3082"/>
                      <a:pt x="2847" y="3082"/>
                    </a:cubicBezTo>
                    <a:cubicBezTo>
                      <a:pt x="3895" y="3082"/>
                      <a:pt x="5169" y="2980"/>
                      <a:pt x="6529" y="2762"/>
                    </a:cubicBezTo>
                    <a:cubicBezTo>
                      <a:pt x="7396" y="2625"/>
                      <a:pt x="8218" y="2443"/>
                      <a:pt x="8948" y="2283"/>
                    </a:cubicBezTo>
                    <a:cubicBezTo>
                      <a:pt x="9382" y="1256"/>
                      <a:pt x="8788" y="320"/>
                      <a:pt x="7214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41">
                <a:extLst>
                  <a:ext uri="{FF2B5EF4-FFF2-40B4-BE49-F238E27FC236}">
                    <a16:creationId xmlns:a16="http://schemas.microsoft.com/office/drawing/2014/main" id="{4E02FAD8-2909-3831-5C88-3227175FF064}"/>
                  </a:ext>
                </a:extLst>
              </p:cNvPr>
              <p:cNvSpPr/>
              <p:nvPr/>
            </p:nvSpPr>
            <p:spPr>
              <a:xfrm>
                <a:off x="4516380" y="3697795"/>
                <a:ext cx="67332" cy="98770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3082" extrusionOk="0">
                    <a:moveTo>
                      <a:pt x="23" y="0"/>
                    </a:moveTo>
                    <a:lnTo>
                      <a:pt x="0" y="2945"/>
                    </a:lnTo>
                    <a:lnTo>
                      <a:pt x="2100" y="3082"/>
                    </a:lnTo>
                    <a:lnTo>
                      <a:pt x="1849" y="183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41">
                <a:extLst>
                  <a:ext uri="{FF2B5EF4-FFF2-40B4-BE49-F238E27FC236}">
                    <a16:creationId xmlns:a16="http://schemas.microsoft.com/office/drawing/2014/main" id="{ED0420C5-05A2-086C-DBF5-01EE42B42CED}"/>
                  </a:ext>
                </a:extLst>
              </p:cNvPr>
              <p:cNvSpPr/>
              <p:nvPr/>
            </p:nvSpPr>
            <p:spPr>
              <a:xfrm>
                <a:off x="4056996" y="3637736"/>
                <a:ext cx="488660" cy="169659"/>
              </a:xfrm>
              <a:custGeom>
                <a:avLst/>
                <a:gdLst/>
                <a:ahLst/>
                <a:cxnLst/>
                <a:rect l="l" t="t" r="r" b="b"/>
                <a:pathLst>
                  <a:path w="15248" h="5294" extrusionOk="0">
                    <a:moveTo>
                      <a:pt x="4085" y="1"/>
                    </a:moveTo>
                    <a:cubicBezTo>
                      <a:pt x="4052" y="1"/>
                      <a:pt x="4022" y="1"/>
                      <a:pt x="3995" y="3"/>
                    </a:cubicBezTo>
                    <a:lnTo>
                      <a:pt x="0" y="3016"/>
                    </a:lnTo>
                    <a:cubicBezTo>
                      <a:pt x="1963" y="4963"/>
                      <a:pt x="7942" y="5293"/>
                      <a:pt x="11764" y="5293"/>
                    </a:cubicBezTo>
                    <a:cubicBezTo>
                      <a:pt x="13719" y="5293"/>
                      <a:pt x="15111" y="5207"/>
                      <a:pt x="15111" y="5207"/>
                    </a:cubicBezTo>
                    <a:lnTo>
                      <a:pt x="15247" y="1715"/>
                    </a:lnTo>
                    <a:cubicBezTo>
                      <a:pt x="15247" y="1715"/>
                      <a:pt x="5799" y="1"/>
                      <a:pt x="40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41">
                <a:extLst>
                  <a:ext uri="{FF2B5EF4-FFF2-40B4-BE49-F238E27FC236}">
                    <a16:creationId xmlns:a16="http://schemas.microsoft.com/office/drawing/2014/main" id="{919549ED-E3CF-68DD-6811-422C38E8CCF4}"/>
                  </a:ext>
                </a:extLst>
              </p:cNvPr>
              <p:cNvSpPr/>
              <p:nvPr/>
            </p:nvSpPr>
            <p:spPr>
              <a:xfrm>
                <a:off x="4056258" y="3687540"/>
                <a:ext cx="486481" cy="119858"/>
              </a:xfrm>
              <a:custGeom>
                <a:avLst/>
                <a:gdLst/>
                <a:ahLst/>
                <a:cxnLst/>
                <a:rect l="l" t="t" r="r" b="b"/>
                <a:pathLst>
                  <a:path w="15180" h="3740" extrusionOk="0">
                    <a:moveTo>
                      <a:pt x="1918" y="1"/>
                    </a:moveTo>
                    <a:lnTo>
                      <a:pt x="0" y="1462"/>
                    </a:lnTo>
                    <a:cubicBezTo>
                      <a:pt x="1963" y="3409"/>
                      <a:pt x="7932" y="3739"/>
                      <a:pt x="11747" y="3739"/>
                    </a:cubicBezTo>
                    <a:cubicBezTo>
                      <a:pt x="13699" y="3739"/>
                      <a:pt x="15088" y="3653"/>
                      <a:pt x="15088" y="3653"/>
                    </a:cubicBezTo>
                    <a:lnTo>
                      <a:pt x="15179" y="1758"/>
                    </a:lnTo>
                    <a:lnTo>
                      <a:pt x="15179" y="1758"/>
                    </a:lnTo>
                    <a:cubicBezTo>
                      <a:pt x="14666" y="1771"/>
                      <a:pt x="14010" y="1782"/>
                      <a:pt x="13260" y="1782"/>
                    </a:cubicBezTo>
                    <a:cubicBezTo>
                      <a:pt x="9811" y="1782"/>
                      <a:pt x="4393" y="1538"/>
                      <a:pt x="1918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41">
                <a:extLst>
                  <a:ext uri="{FF2B5EF4-FFF2-40B4-BE49-F238E27FC236}">
                    <a16:creationId xmlns:a16="http://schemas.microsoft.com/office/drawing/2014/main" id="{5DA15C6B-7DF3-72B7-F912-5525207F3A1D}"/>
                  </a:ext>
                </a:extLst>
              </p:cNvPr>
              <p:cNvSpPr/>
              <p:nvPr/>
            </p:nvSpPr>
            <p:spPr>
              <a:xfrm>
                <a:off x="4479812" y="3755996"/>
                <a:ext cx="27080" cy="24805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74" extrusionOk="0">
                    <a:moveTo>
                      <a:pt x="364" y="0"/>
                    </a:moveTo>
                    <a:cubicBezTo>
                      <a:pt x="334" y="0"/>
                      <a:pt x="304" y="4"/>
                      <a:pt x="274" y="10"/>
                    </a:cubicBezTo>
                    <a:cubicBezTo>
                      <a:pt x="91" y="79"/>
                      <a:pt x="0" y="307"/>
                      <a:pt x="91" y="467"/>
                    </a:cubicBezTo>
                    <a:cubicBezTo>
                      <a:pt x="150" y="662"/>
                      <a:pt x="308" y="774"/>
                      <a:pt x="481" y="774"/>
                    </a:cubicBezTo>
                    <a:cubicBezTo>
                      <a:pt x="511" y="774"/>
                      <a:pt x="541" y="770"/>
                      <a:pt x="571" y="764"/>
                    </a:cubicBezTo>
                    <a:cubicBezTo>
                      <a:pt x="731" y="718"/>
                      <a:pt x="845" y="490"/>
                      <a:pt x="776" y="307"/>
                    </a:cubicBezTo>
                    <a:cubicBezTo>
                      <a:pt x="698" y="112"/>
                      <a:pt x="537" y="0"/>
                      <a:pt x="3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41">
                <a:extLst>
                  <a:ext uri="{FF2B5EF4-FFF2-40B4-BE49-F238E27FC236}">
                    <a16:creationId xmlns:a16="http://schemas.microsoft.com/office/drawing/2014/main" id="{79A909C1-B7C8-794A-67A8-2305CDA7097B}"/>
                  </a:ext>
                </a:extLst>
              </p:cNvPr>
              <p:cNvSpPr/>
              <p:nvPr/>
            </p:nvSpPr>
            <p:spPr>
              <a:xfrm>
                <a:off x="4439559" y="3749426"/>
                <a:ext cx="27112" cy="24805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74" extrusionOk="0">
                    <a:moveTo>
                      <a:pt x="364" y="0"/>
                    </a:moveTo>
                    <a:cubicBezTo>
                      <a:pt x="335" y="0"/>
                      <a:pt x="305" y="3"/>
                      <a:pt x="275" y="10"/>
                    </a:cubicBezTo>
                    <a:cubicBezTo>
                      <a:pt x="92" y="78"/>
                      <a:pt x="1" y="284"/>
                      <a:pt x="92" y="466"/>
                    </a:cubicBezTo>
                    <a:cubicBezTo>
                      <a:pt x="151" y="661"/>
                      <a:pt x="309" y="773"/>
                      <a:pt x="482" y="773"/>
                    </a:cubicBezTo>
                    <a:cubicBezTo>
                      <a:pt x="511" y="773"/>
                      <a:pt x="541" y="770"/>
                      <a:pt x="571" y="763"/>
                    </a:cubicBezTo>
                    <a:cubicBezTo>
                      <a:pt x="731" y="740"/>
                      <a:pt x="845" y="512"/>
                      <a:pt x="777" y="307"/>
                    </a:cubicBezTo>
                    <a:cubicBezTo>
                      <a:pt x="699" y="112"/>
                      <a:pt x="538" y="0"/>
                      <a:pt x="3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41">
                <a:extLst>
                  <a:ext uri="{FF2B5EF4-FFF2-40B4-BE49-F238E27FC236}">
                    <a16:creationId xmlns:a16="http://schemas.microsoft.com/office/drawing/2014/main" id="{C9126C53-1CC2-DE83-6FF5-EAB9A5CFB479}"/>
                  </a:ext>
                </a:extLst>
              </p:cNvPr>
              <p:cNvSpPr/>
              <p:nvPr/>
            </p:nvSpPr>
            <p:spPr>
              <a:xfrm>
                <a:off x="4406645" y="2940680"/>
                <a:ext cx="113416" cy="252566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7881" extrusionOk="0">
                    <a:moveTo>
                      <a:pt x="3059" y="0"/>
                    </a:moveTo>
                    <a:lnTo>
                      <a:pt x="92" y="662"/>
                    </a:lnTo>
                    <a:cubicBezTo>
                      <a:pt x="92" y="662"/>
                      <a:pt x="366" y="3538"/>
                      <a:pt x="1" y="6186"/>
                    </a:cubicBezTo>
                    <a:cubicBezTo>
                      <a:pt x="454" y="7277"/>
                      <a:pt x="1020" y="7881"/>
                      <a:pt x="1672" y="7881"/>
                    </a:cubicBezTo>
                    <a:cubicBezTo>
                      <a:pt x="2235" y="7881"/>
                      <a:pt x="2862" y="7432"/>
                      <a:pt x="3539" y="6460"/>
                    </a:cubicBezTo>
                    <a:cubicBezTo>
                      <a:pt x="3219" y="4885"/>
                      <a:pt x="3059" y="0"/>
                      <a:pt x="3059" y="0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41">
                <a:extLst>
                  <a:ext uri="{FF2B5EF4-FFF2-40B4-BE49-F238E27FC236}">
                    <a16:creationId xmlns:a16="http://schemas.microsoft.com/office/drawing/2014/main" id="{707A03FB-1A7D-8C0A-915B-3AEC0A92DE5D}"/>
                  </a:ext>
                </a:extLst>
              </p:cNvPr>
              <p:cNvSpPr/>
              <p:nvPr/>
            </p:nvSpPr>
            <p:spPr>
              <a:xfrm>
                <a:off x="4408120" y="3125023"/>
                <a:ext cx="86336" cy="68742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2145" extrusionOk="0">
                    <a:moveTo>
                      <a:pt x="909" y="1"/>
                    </a:moveTo>
                    <a:cubicBezTo>
                      <a:pt x="809" y="1"/>
                      <a:pt x="711" y="15"/>
                      <a:pt x="617" y="46"/>
                    </a:cubicBezTo>
                    <a:cubicBezTo>
                      <a:pt x="343" y="137"/>
                      <a:pt x="160" y="320"/>
                      <a:pt x="0" y="594"/>
                    </a:cubicBezTo>
                    <a:cubicBezTo>
                      <a:pt x="478" y="1594"/>
                      <a:pt x="1024" y="2145"/>
                      <a:pt x="1644" y="2145"/>
                    </a:cubicBezTo>
                    <a:cubicBezTo>
                      <a:pt x="1973" y="2145"/>
                      <a:pt x="2322" y="1990"/>
                      <a:pt x="2694" y="1666"/>
                    </a:cubicBezTo>
                    <a:cubicBezTo>
                      <a:pt x="2671" y="1621"/>
                      <a:pt x="2625" y="1552"/>
                      <a:pt x="2625" y="1530"/>
                    </a:cubicBezTo>
                    <a:cubicBezTo>
                      <a:pt x="2289" y="619"/>
                      <a:pt x="1558" y="1"/>
                      <a:pt x="909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41">
                <a:extLst>
                  <a:ext uri="{FF2B5EF4-FFF2-40B4-BE49-F238E27FC236}">
                    <a16:creationId xmlns:a16="http://schemas.microsoft.com/office/drawing/2014/main" id="{1DA5DA0C-E6EB-F8B9-48D5-029A08E7DD38}"/>
                  </a:ext>
                </a:extLst>
              </p:cNvPr>
              <p:cNvSpPr/>
              <p:nvPr/>
            </p:nvSpPr>
            <p:spPr>
              <a:xfrm>
                <a:off x="4330562" y="2758516"/>
                <a:ext cx="237792" cy="361400"/>
              </a:xfrm>
              <a:custGeom>
                <a:avLst/>
                <a:gdLst/>
                <a:ahLst/>
                <a:cxnLst/>
                <a:rect l="l" t="t" r="r" b="b"/>
                <a:pathLst>
                  <a:path w="7420" h="11277" extrusionOk="0">
                    <a:moveTo>
                      <a:pt x="3489" y="1"/>
                    </a:moveTo>
                    <a:cubicBezTo>
                      <a:pt x="2234" y="1"/>
                      <a:pt x="410" y="1555"/>
                      <a:pt x="206" y="4954"/>
                    </a:cubicBezTo>
                    <a:cubicBezTo>
                      <a:pt x="1" y="8378"/>
                      <a:pt x="777" y="9701"/>
                      <a:pt x="3676" y="11276"/>
                    </a:cubicBezTo>
                    <a:cubicBezTo>
                      <a:pt x="3676" y="11276"/>
                      <a:pt x="6072" y="9998"/>
                      <a:pt x="6848" y="8857"/>
                    </a:cubicBezTo>
                    <a:cubicBezTo>
                      <a:pt x="7396" y="8058"/>
                      <a:pt x="7419" y="5524"/>
                      <a:pt x="7373" y="4452"/>
                    </a:cubicBezTo>
                    <a:cubicBezTo>
                      <a:pt x="5890" y="3584"/>
                      <a:pt x="4246" y="1484"/>
                      <a:pt x="3516" y="1"/>
                    </a:cubicBezTo>
                    <a:cubicBezTo>
                      <a:pt x="3507" y="1"/>
                      <a:pt x="3498" y="1"/>
                      <a:pt x="3489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41">
                <a:extLst>
                  <a:ext uri="{FF2B5EF4-FFF2-40B4-BE49-F238E27FC236}">
                    <a16:creationId xmlns:a16="http://schemas.microsoft.com/office/drawing/2014/main" id="{8374CE12-3BAB-521F-C1BA-5AE09915CADD}"/>
                  </a:ext>
                </a:extLst>
              </p:cNvPr>
              <p:cNvSpPr/>
              <p:nvPr/>
            </p:nvSpPr>
            <p:spPr>
              <a:xfrm>
                <a:off x="4372994" y="3124254"/>
                <a:ext cx="179979" cy="122966"/>
              </a:xfrm>
              <a:custGeom>
                <a:avLst/>
                <a:gdLst/>
                <a:ahLst/>
                <a:cxnLst/>
                <a:rect l="l" t="t" r="r" b="b"/>
                <a:pathLst>
                  <a:path w="5616" h="3837" extrusionOk="0">
                    <a:moveTo>
                      <a:pt x="791" y="0"/>
                    </a:moveTo>
                    <a:cubicBezTo>
                      <a:pt x="728" y="0"/>
                      <a:pt x="663" y="24"/>
                      <a:pt x="617" y="70"/>
                    </a:cubicBezTo>
                    <a:lnTo>
                      <a:pt x="1" y="663"/>
                    </a:lnTo>
                    <a:cubicBezTo>
                      <a:pt x="183" y="1805"/>
                      <a:pt x="526" y="2832"/>
                      <a:pt x="1233" y="3631"/>
                    </a:cubicBezTo>
                    <a:lnTo>
                      <a:pt x="2694" y="2489"/>
                    </a:lnTo>
                    <a:lnTo>
                      <a:pt x="4086" y="3836"/>
                    </a:lnTo>
                    <a:cubicBezTo>
                      <a:pt x="4862" y="2923"/>
                      <a:pt x="5387" y="1987"/>
                      <a:pt x="5616" y="937"/>
                    </a:cubicBezTo>
                    <a:lnTo>
                      <a:pt x="4885" y="184"/>
                    </a:lnTo>
                    <a:cubicBezTo>
                      <a:pt x="4835" y="113"/>
                      <a:pt x="4771" y="83"/>
                      <a:pt x="4707" y="83"/>
                    </a:cubicBezTo>
                    <a:cubicBezTo>
                      <a:pt x="4627" y="83"/>
                      <a:pt x="4548" y="131"/>
                      <a:pt x="4497" y="207"/>
                    </a:cubicBezTo>
                    <a:cubicBezTo>
                      <a:pt x="4178" y="755"/>
                      <a:pt x="3447" y="1873"/>
                      <a:pt x="2648" y="1919"/>
                    </a:cubicBezTo>
                    <a:cubicBezTo>
                      <a:pt x="2628" y="1921"/>
                      <a:pt x="2607" y="1921"/>
                      <a:pt x="2586" y="1921"/>
                    </a:cubicBezTo>
                    <a:cubicBezTo>
                      <a:pt x="1841" y="1921"/>
                      <a:pt x="1272" y="739"/>
                      <a:pt x="1005" y="161"/>
                    </a:cubicBezTo>
                    <a:cubicBezTo>
                      <a:pt x="978" y="52"/>
                      <a:pt x="885" y="0"/>
                      <a:pt x="7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41">
                <a:extLst>
                  <a:ext uri="{FF2B5EF4-FFF2-40B4-BE49-F238E27FC236}">
                    <a16:creationId xmlns:a16="http://schemas.microsoft.com/office/drawing/2014/main" id="{B168F61D-5135-3218-6F80-51A326302683}"/>
                  </a:ext>
                </a:extLst>
              </p:cNvPr>
              <p:cNvSpPr/>
              <p:nvPr/>
            </p:nvSpPr>
            <p:spPr>
              <a:xfrm>
                <a:off x="4577817" y="2909657"/>
                <a:ext cx="46885" cy="76401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2384" extrusionOk="0">
                    <a:moveTo>
                      <a:pt x="984" y="1"/>
                    </a:moveTo>
                    <a:cubicBezTo>
                      <a:pt x="721" y="1"/>
                      <a:pt x="397" y="271"/>
                      <a:pt x="183" y="900"/>
                    </a:cubicBezTo>
                    <a:cubicBezTo>
                      <a:pt x="1" y="1470"/>
                      <a:pt x="161" y="2383"/>
                      <a:pt x="161" y="2383"/>
                    </a:cubicBezTo>
                    <a:cubicBezTo>
                      <a:pt x="161" y="2383"/>
                      <a:pt x="1325" y="1721"/>
                      <a:pt x="1416" y="763"/>
                    </a:cubicBezTo>
                    <a:cubicBezTo>
                      <a:pt x="1462" y="288"/>
                      <a:pt x="1256" y="1"/>
                      <a:pt x="984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41">
                <a:extLst>
                  <a:ext uri="{FF2B5EF4-FFF2-40B4-BE49-F238E27FC236}">
                    <a16:creationId xmlns:a16="http://schemas.microsoft.com/office/drawing/2014/main" id="{73BFE1B1-7A35-586B-E4E5-58C9486F63B7}"/>
                  </a:ext>
                </a:extLst>
              </p:cNvPr>
              <p:cNvSpPr/>
              <p:nvPr/>
            </p:nvSpPr>
            <p:spPr>
              <a:xfrm>
                <a:off x="4301302" y="2916323"/>
                <a:ext cx="22722" cy="70472"/>
              </a:xfrm>
              <a:custGeom>
                <a:avLst/>
                <a:gdLst/>
                <a:ahLst/>
                <a:cxnLst/>
                <a:rect l="l" t="t" r="r" b="b"/>
                <a:pathLst>
                  <a:path w="709" h="2199" extrusionOk="0">
                    <a:moveTo>
                      <a:pt x="238" y="1"/>
                    </a:moveTo>
                    <a:cubicBezTo>
                      <a:pt x="102" y="1"/>
                      <a:pt x="0" y="271"/>
                      <a:pt x="24" y="715"/>
                    </a:cubicBezTo>
                    <a:cubicBezTo>
                      <a:pt x="69" y="1559"/>
                      <a:pt x="663" y="2198"/>
                      <a:pt x="663" y="2198"/>
                    </a:cubicBezTo>
                    <a:cubicBezTo>
                      <a:pt x="663" y="2198"/>
                      <a:pt x="708" y="1354"/>
                      <a:pt x="640" y="829"/>
                    </a:cubicBezTo>
                    <a:cubicBezTo>
                      <a:pt x="528" y="248"/>
                      <a:pt x="368" y="1"/>
                      <a:pt x="238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41">
                <a:extLst>
                  <a:ext uri="{FF2B5EF4-FFF2-40B4-BE49-F238E27FC236}">
                    <a16:creationId xmlns:a16="http://schemas.microsoft.com/office/drawing/2014/main" id="{02689BD1-1872-DF63-A5DB-F00C8376440D}"/>
                  </a:ext>
                </a:extLst>
              </p:cNvPr>
              <p:cNvSpPr/>
              <p:nvPr/>
            </p:nvSpPr>
            <p:spPr>
              <a:xfrm>
                <a:off x="4588809" y="2925393"/>
                <a:ext cx="24901" cy="42367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322" extrusionOk="0">
                    <a:moveTo>
                      <a:pt x="510" y="1"/>
                    </a:moveTo>
                    <a:cubicBezTo>
                      <a:pt x="362" y="1"/>
                      <a:pt x="182" y="150"/>
                      <a:pt x="69" y="500"/>
                    </a:cubicBezTo>
                    <a:cubicBezTo>
                      <a:pt x="0" y="820"/>
                      <a:pt x="69" y="1322"/>
                      <a:pt x="69" y="1322"/>
                    </a:cubicBezTo>
                    <a:cubicBezTo>
                      <a:pt x="69" y="1322"/>
                      <a:pt x="731" y="934"/>
                      <a:pt x="753" y="409"/>
                    </a:cubicBezTo>
                    <a:cubicBezTo>
                      <a:pt x="776" y="155"/>
                      <a:pt x="660" y="1"/>
                      <a:pt x="510" y="1"/>
                    </a:cubicBezTo>
                    <a:close/>
                  </a:path>
                </a:pathLst>
              </a:custGeom>
              <a:solidFill>
                <a:srgbClr val="CC4F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41">
                <a:extLst>
                  <a:ext uri="{FF2B5EF4-FFF2-40B4-BE49-F238E27FC236}">
                    <a16:creationId xmlns:a16="http://schemas.microsoft.com/office/drawing/2014/main" id="{632EFB74-FE26-C9F8-2433-132210CF7A70}"/>
                  </a:ext>
                </a:extLst>
              </p:cNvPr>
              <p:cNvSpPr/>
              <p:nvPr/>
            </p:nvSpPr>
            <p:spPr>
              <a:xfrm>
                <a:off x="4583682" y="2933886"/>
                <a:ext cx="19068" cy="29484"/>
              </a:xfrm>
              <a:custGeom>
                <a:avLst/>
                <a:gdLst/>
                <a:ahLst/>
                <a:cxnLst/>
                <a:rect l="l" t="t" r="r" b="b"/>
                <a:pathLst>
                  <a:path w="595" h="920" extrusionOk="0">
                    <a:moveTo>
                      <a:pt x="409" y="1"/>
                    </a:moveTo>
                    <a:cubicBezTo>
                      <a:pt x="307" y="1"/>
                      <a:pt x="181" y="105"/>
                      <a:pt x="92" y="349"/>
                    </a:cubicBezTo>
                    <a:cubicBezTo>
                      <a:pt x="0" y="577"/>
                      <a:pt x="92" y="920"/>
                      <a:pt x="92" y="920"/>
                    </a:cubicBezTo>
                    <a:cubicBezTo>
                      <a:pt x="92" y="920"/>
                      <a:pt x="548" y="669"/>
                      <a:pt x="571" y="304"/>
                    </a:cubicBezTo>
                    <a:cubicBezTo>
                      <a:pt x="594" y="116"/>
                      <a:pt x="516" y="1"/>
                      <a:pt x="409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41">
                <a:extLst>
                  <a:ext uri="{FF2B5EF4-FFF2-40B4-BE49-F238E27FC236}">
                    <a16:creationId xmlns:a16="http://schemas.microsoft.com/office/drawing/2014/main" id="{00646E7E-B8A5-3785-1E04-7A6157B1192E}"/>
                  </a:ext>
                </a:extLst>
              </p:cNvPr>
              <p:cNvSpPr/>
              <p:nvPr/>
            </p:nvSpPr>
            <p:spPr>
              <a:xfrm>
                <a:off x="4471768" y="2918727"/>
                <a:ext cx="36598" cy="32945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028" extrusionOk="0">
                    <a:moveTo>
                      <a:pt x="571" y="1"/>
                    </a:moveTo>
                    <a:cubicBezTo>
                      <a:pt x="251" y="1"/>
                      <a:pt x="0" y="229"/>
                      <a:pt x="0" y="525"/>
                    </a:cubicBezTo>
                    <a:cubicBezTo>
                      <a:pt x="0" y="799"/>
                      <a:pt x="251" y="1028"/>
                      <a:pt x="571" y="1028"/>
                    </a:cubicBezTo>
                    <a:cubicBezTo>
                      <a:pt x="867" y="1028"/>
                      <a:pt x="1141" y="799"/>
                      <a:pt x="1141" y="525"/>
                    </a:cubicBezTo>
                    <a:cubicBezTo>
                      <a:pt x="1141" y="229"/>
                      <a:pt x="867" y="1"/>
                      <a:pt x="5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41">
                <a:extLst>
                  <a:ext uri="{FF2B5EF4-FFF2-40B4-BE49-F238E27FC236}">
                    <a16:creationId xmlns:a16="http://schemas.microsoft.com/office/drawing/2014/main" id="{CDDD7099-FB6E-2597-B588-E929DF267B6A}"/>
                  </a:ext>
                </a:extLst>
              </p:cNvPr>
              <p:cNvSpPr/>
              <p:nvPr/>
            </p:nvSpPr>
            <p:spPr>
              <a:xfrm>
                <a:off x="4464429" y="2911420"/>
                <a:ext cx="69543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2170" h="1074" extrusionOk="0">
                    <a:moveTo>
                      <a:pt x="754" y="0"/>
                    </a:moveTo>
                    <a:cubicBezTo>
                      <a:pt x="46" y="0"/>
                      <a:pt x="1" y="708"/>
                      <a:pt x="1" y="708"/>
                    </a:cubicBezTo>
                    <a:lnTo>
                      <a:pt x="298" y="708"/>
                    </a:lnTo>
                    <a:cubicBezTo>
                      <a:pt x="298" y="708"/>
                      <a:pt x="389" y="251"/>
                      <a:pt x="731" y="251"/>
                    </a:cubicBezTo>
                    <a:cubicBezTo>
                      <a:pt x="1074" y="251"/>
                      <a:pt x="1667" y="1027"/>
                      <a:pt x="2169" y="1073"/>
                    </a:cubicBezTo>
                    <a:cubicBezTo>
                      <a:pt x="1781" y="913"/>
                      <a:pt x="1165" y="0"/>
                      <a:pt x="7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41">
                <a:extLst>
                  <a:ext uri="{FF2B5EF4-FFF2-40B4-BE49-F238E27FC236}">
                    <a16:creationId xmlns:a16="http://schemas.microsoft.com/office/drawing/2014/main" id="{E095882E-23AE-7ABD-EA53-3A8908823BF1}"/>
                  </a:ext>
                </a:extLst>
              </p:cNvPr>
              <p:cNvSpPr/>
              <p:nvPr/>
            </p:nvSpPr>
            <p:spPr>
              <a:xfrm>
                <a:off x="4359117" y="2918534"/>
                <a:ext cx="38040" cy="33201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036" extrusionOk="0">
                    <a:moveTo>
                      <a:pt x="613" y="0"/>
                    </a:moveTo>
                    <a:cubicBezTo>
                      <a:pt x="584" y="0"/>
                      <a:pt x="555" y="2"/>
                      <a:pt x="525" y="7"/>
                    </a:cubicBezTo>
                    <a:cubicBezTo>
                      <a:pt x="228" y="52"/>
                      <a:pt x="0" y="303"/>
                      <a:pt x="23" y="577"/>
                    </a:cubicBezTo>
                    <a:cubicBezTo>
                      <a:pt x="44" y="857"/>
                      <a:pt x="310" y="1036"/>
                      <a:pt x="589" y="1036"/>
                    </a:cubicBezTo>
                    <a:cubicBezTo>
                      <a:pt x="606" y="1036"/>
                      <a:pt x="622" y="1035"/>
                      <a:pt x="639" y="1034"/>
                    </a:cubicBezTo>
                    <a:cubicBezTo>
                      <a:pt x="959" y="988"/>
                      <a:pt x="1187" y="737"/>
                      <a:pt x="1164" y="463"/>
                    </a:cubicBezTo>
                    <a:cubicBezTo>
                      <a:pt x="1123" y="194"/>
                      <a:pt x="894" y="0"/>
                      <a:pt x="6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41">
                <a:extLst>
                  <a:ext uri="{FF2B5EF4-FFF2-40B4-BE49-F238E27FC236}">
                    <a16:creationId xmlns:a16="http://schemas.microsoft.com/office/drawing/2014/main" id="{2C0DE4ED-60DA-E646-3997-4E493B67585A}"/>
                  </a:ext>
                </a:extLst>
              </p:cNvPr>
              <p:cNvSpPr/>
              <p:nvPr/>
            </p:nvSpPr>
            <p:spPr>
              <a:xfrm>
                <a:off x="4352515" y="2911420"/>
                <a:ext cx="71722" cy="34419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1074" extrusionOk="0">
                    <a:moveTo>
                      <a:pt x="799" y="0"/>
                    </a:moveTo>
                    <a:cubicBezTo>
                      <a:pt x="92" y="0"/>
                      <a:pt x="1" y="708"/>
                      <a:pt x="1" y="708"/>
                    </a:cubicBezTo>
                    <a:lnTo>
                      <a:pt x="320" y="708"/>
                    </a:lnTo>
                    <a:cubicBezTo>
                      <a:pt x="320" y="708"/>
                      <a:pt x="411" y="251"/>
                      <a:pt x="777" y="251"/>
                    </a:cubicBezTo>
                    <a:cubicBezTo>
                      <a:pt x="1142" y="251"/>
                      <a:pt x="1735" y="1027"/>
                      <a:pt x="2237" y="1073"/>
                    </a:cubicBezTo>
                    <a:cubicBezTo>
                      <a:pt x="1849" y="913"/>
                      <a:pt x="1210" y="0"/>
                      <a:pt x="7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41">
                <a:extLst>
                  <a:ext uri="{FF2B5EF4-FFF2-40B4-BE49-F238E27FC236}">
                    <a16:creationId xmlns:a16="http://schemas.microsoft.com/office/drawing/2014/main" id="{CD950850-F0B6-0CFB-0E76-DE9AE8B8452D}"/>
                  </a:ext>
                </a:extLst>
              </p:cNvPr>
              <p:cNvSpPr/>
              <p:nvPr/>
            </p:nvSpPr>
            <p:spPr>
              <a:xfrm>
                <a:off x="4417638" y="2937732"/>
                <a:ext cx="32945" cy="5063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580" extrusionOk="0">
                    <a:moveTo>
                      <a:pt x="571" y="1"/>
                    </a:moveTo>
                    <a:cubicBezTo>
                      <a:pt x="228" y="617"/>
                      <a:pt x="0" y="1142"/>
                      <a:pt x="23" y="1325"/>
                    </a:cubicBezTo>
                    <a:cubicBezTo>
                      <a:pt x="41" y="1452"/>
                      <a:pt x="582" y="1580"/>
                      <a:pt x="824" y="1580"/>
                    </a:cubicBezTo>
                    <a:cubicBezTo>
                      <a:pt x="885" y="1580"/>
                      <a:pt x="927" y="1572"/>
                      <a:pt x="936" y="1553"/>
                    </a:cubicBezTo>
                    <a:cubicBezTo>
                      <a:pt x="1027" y="1462"/>
                      <a:pt x="251" y="1211"/>
                      <a:pt x="251" y="1142"/>
                    </a:cubicBezTo>
                    <a:cubicBezTo>
                      <a:pt x="274" y="1074"/>
                      <a:pt x="571" y="1"/>
                      <a:pt x="571" y="1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41">
                <a:extLst>
                  <a:ext uri="{FF2B5EF4-FFF2-40B4-BE49-F238E27FC236}">
                    <a16:creationId xmlns:a16="http://schemas.microsoft.com/office/drawing/2014/main" id="{A1E4BB97-4EC1-D976-515B-DFDA8A739F77}"/>
                  </a:ext>
                </a:extLst>
              </p:cNvPr>
              <p:cNvSpPr/>
              <p:nvPr/>
            </p:nvSpPr>
            <p:spPr>
              <a:xfrm>
                <a:off x="4333511" y="2852162"/>
                <a:ext cx="65858" cy="55634"/>
              </a:xfrm>
              <a:custGeom>
                <a:avLst/>
                <a:gdLst/>
                <a:ahLst/>
                <a:cxnLst/>
                <a:rect l="l" t="t" r="r" b="b"/>
                <a:pathLst>
                  <a:path w="2055" h="1736" extrusionOk="0">
                    <a:moveTo>
                      <a:pt x="2009" y="0"/>
                    </a:moveTo>
                    <a:cubicBezTo>
                      <a:pt x="1256" y="251"/>
                      <a:pt x="594" y="845"/>
                      <a:pt x="0" y="1735"/>
                    </a:cubicBezTo>
                    <a:cubicBezTo>
                      <a:pt x="1141" y="845"/>
                      <a:pt x="2054" y="685"/>
                      <a:pt x="2054" y="685"/>
                    </a:cubicBezTo>
                    <a:lnTo>
                      <a:pt x="20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41">
                <a:extLst>
                  <a:ext uri="{FF2B5EF4-FFF2-40B4-BE49-F238E27FC236}">
                    <a16:creationId xmlns:a16="http://schemas.microsoft.com/office/drawing/2014/main" id="{FF99CA4A-9AAB-F58F-E13C-11B3FF2EB358}"/>
                  </a:ext>
                </a:extLst>
              </p:cNvPr>
              <p:cNvSpPr/>
              <p:nvPr/>
            </p:nvSpPr>
            <p:spPr>
              <a:xfrm>
                <a:off x="4476864" y="2849951"/>
                <a:ext cx="68069" cy="57109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782" extrusionOk="0">
                    <a:moveTo>
                      <a:pt x="1" y="1"/>
                    </a:moveTo>
                    <a:lnTo>
                      <a:pt x="24" y="686"/>
                    </a:lnTo>
                    <a:cubicBezTo>
                      <a:pt x="24" y="686"/>
                      <a:pt x="937" y="868"/>
                      <a:pt x="2124" y="1781"/>
                    </a:cubicBezTo>
                    <a:cubicBezTo>
                      <a:pt x="1485" y="891"/>
                      <a:pt x="800" y="275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41">
                <a:extLst>
                  <a:ext uri="{FF2B5EF4-FFF2-40B4-BE49-F238E27FC236}">
                    <a16:creationId xmlns:a16="http://schemas.microsoft.com/office/drawing/2014/main" id="{6F2939D5-1F53-559A-FCFD-2A7DCF6ABA2F}"/>
                  </a:ext>
                </a:extLst>
              </p:cNvPr>
              <p:cNvSpPr/>
              <p:nvPr/>
            </p:nvSpPr>
            <p:spPr>
              <a:xfrm>
                <a:off x="4405908" y="3009905"/>
                <a:ext cx="73196" cy="3650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139" extrusionOk="0">
                    <a:moveTo>
                      <a:pt x="889" y="0"/>
                    </a:moveTo>
                    <a:cubicBezTo>
                      <a:pt x="221" y="0"/>
                      <a:pt x="1" y="602"/>
                      <a:pt x="1" y="602"/>
                    </a:cubicBezTo>
                    <a:cubicBezTo>
                      <a:pt x="189" y="1022"/>
                      <a:pt x="423" y="1139"/>
                      <a:pt x="710" y="1139"/>
                    </a:cubicBezTo>
                    <a:cubicBezTo>
                      <a:pt x="874" y="1139"/>
                      <a:pt x="1056" y="1100"/>
                      <a:pt x="1256" y="1059"/>
                    </a:cubicBezTo>
                    <a:cubicBezTo>
                      <a:pt x="1781" y="944"/>
                      <a:pt x="2283" y="762"/>
                      <a:pt x="2283" y="762"/>
                    </a:cubicBezTo>
                    <a:cubicBezTo>
                      <a:pt x="2283" y="762"/>
                      <a:pt x="1758" y="31"/>
                      <a:pt x="1028" y="9"/>
                    </a:cubicBezTo>
                    <a:cubicBezTo>
                      <a:pt x="979" y="3"/>
                      <a:pt x="933" y="0"/>
                      <a:pt x="8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41">
                <a:extLst>
                  <a:ext uri="{FF2B5EF4-FFF2-40B4-BE49-F238E27FC236}">
                    <a16:creationId xmlns:a16="http://schemas.microsoft.com/office/drawing/2014/main" id="{AA9156AA-E7A0-CA22-0744-DADE7FA38B3E}"/>
                  </a:ext>
                </a:extLst>
              </p:cNvPr>
              <p:cNvSpPr/>
              <p:nvPr/>
            </p:nvSpPr>
            <p:spPr>
              <a:xfrm>
                <a:off x="4413953" y="3012789"/>
                <a:ext cx="49065" cy="14229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444" extrusionOk="0">
                    <a:moveTo>
                      <a:pt x="688" y="1"/>
                    </a:moveTo>
                    <a:cubicBezTo>
                      <a:pt x="279" y="1"/>
                      <a:pt x="84" y="278"/>
                      <a:pt x="1" y="444"/>
                    </a:cubicBezTo>
                    <a:lnTo>
                      <a:pt x="1530" y="444"/>
                    </a:lnTo>
                    <a:cubicBezTo>
                      <a:pt x="1370" y="215"/>
                      <a:pt x="1119" y="33"/>
                      <a:pt x="823" y="10"/>
                    </a:cubicBezTo>
                    <a:cubicBezTo>
                      <a:pt x="775" y="4"/>
                      <a:pt x="730" y="1"/>
                      <a:pt x="68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41">
                <a:extLst>
                  <a:ext uri="{FF2B5EF4-FFF2-40B4-BE49-F238E27FC236}">
                    <a16:creationId xmlns:a16="http://schemas.microsoft.com/office/drawing/2014/main" id="{7F2F1AB1-BE65-BA69-D698-3003BA2B0A53}"/>
                  </a:ext>
                </a:extLst>
              </p:cNvPr>
              <p:cNvSpPr/>
              <p:nvPr/>
            </p:nvSpPr>
            <p:spPr>
              <a:xfrm>
                <a:off x="4433726" y="3053010"/>
                <a:ext cx="28554" cy="7243"/>
              </a:xfrm>
              <a:custGeom>
                <a:avLst/>
                <a:gdLst/>
                <a:ahLst/>
                <a:cxnLst/>
                <a:rect l="l" t="t" r="r" b="b"/>
                <a:pathLst>
                  <a:path w="891" h="226" extrusionOk="0">
                    <a:moveTo>
                      <a:pt x="693" y="1"/>
                    </a:moveTo>
                    <a:cubicBezTo>
                      <a:pt x="498" y="1"/>
                      <a:pt x="200" y="27"/>
                      <a:pt x="0" y="170"/>
                    </a:cubicBezTo>
                    <a:cubicBezTo>
                      <a:pt x="104" y="207"/>
                      <a:pt x="206" y="225"/>
                      <a:pt x="305" y="225"/>
                    </a:cubicBezTo>
                    <a:cubicBezTo>
                      <a:pt x="511" y="225"/>
                      <a:pt x="706" y="149"/>
                      <a:pt x="890" y="10"/>
                    </a:cubicBezTo>
                    <a:cubicBezTo>
                      <a:pt x="890" y="10"/>
                      <a:pt x="810" y="1"/>
                      <a:pt x="693" y="1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7" name="Google Shape;1417;p41">
              <a:extLst>
                <a:ext uri="{FF2B5EF4-FFF2-40B4-BE49-F238E27FC236}">
                  <a16:creationId xmlns:a16="http://schemas.microsoft.com/office/drawing/2014/main" id="{681617B9-8264-36A3-B7CF-58EF2E2F2E2B}"/>
                </a:ext>
              </a:extLst>
            </p:cNvPr>
            <p:cNvGrpSpPr/>
            <p:nvPr/>
          </p:nvGrpSpPr>
          <p:grpSpPr>
            <a:xfrm>
              <a:off x="4089176" y="3335575"/>
              <a:ext cx="671555" cy="423540"/>
              <a:chOff x="4089172" y="3430799"/>
              <a:chExt cx="671555" cy="423540"/>
            </a:xfrm>
          </p:grpSpPr>
          <p:sp>
            <p:nvSpPr>
              <p:cNvPr id="1418" name="Google Shape;1418;p41">
                <a:extLst>
                  <a:ext uri="{FF2B5EF4-FFF2-40B4-BE49-F238E27FC236}">
                    <a16:creationId xmlns:a16="http://schemas.microsoft.com/office/drawing/2014/main" id="{EF06C3BB-2B40-7C79-A5D4-4A12497357E3}"/>
                  </a:ext>
                </a:extLst>
              </p:cNvPr>
              <p:cNvSpPr/>
              <p:nvPr/>
            </p:nvSpPr>
            <p:spPr>
              <a:xfrm>
                <a:off x="4089909" y="3430799"/>
                <a:ext cx="670818" cy="423540"/>
              </a:xfrm>
              <a:custGeom>
                <a:avLst/>
                <a:gdLst/>
                <a:ahLst/>
                <a:cxnLst/>
                <a:rect l="l" t="t" r="r" b="b"/>
                <a:pathLst>
                  <a:path w="20932" h="13216" extrusionOk="0">
                    <a:moveTo>
                      <a:pt x="571" y="0"/>
                    </a:moveTo>
                    <a:cubicBezTo>
                      <a:pt x="274" y="0"/>
                      <a:pt x="0" y="251"/>
                      <a:pt x="0" y="594"/>
                    </a:cubicBezTo>
                    <a:lnTo>
                      <a:pt x="457" y="12851"/>
                    </a:lnTo>
                    <a:cubicBezTo>
                      <a:pt x="457" y="13033"/>
                      <a:pt x="639" y="13216"/>
                      <a:pt x="868" y="13216"/>
                    </a:cubicBezTo>
                    <a:lnTo>
                      <a:pt x="20064" y="13216"/>
                    </a:lnTo>
                    <a:cubicBezTo>
                      <a:pt x="20269" y="13216"/>
                      <a:pt x="20475" y="13033"/>
                      <a:pt x="20475" y="12851"/>
                    </a:cubicBezTo>
                    <a:lnTo>
                      <a:pt x="20931" y="594"/>
                    </a:lnTo>
                    <a:cubicBezTo>
                      <a:pt x="20931" y="297"/>
                      <a:pt x="20657" y="0"/>
                      <a:pt x="2036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41">
                <a:extLst>
                  <a:ext uri="{FF2B5EF4-FFF2-40B4-BE49-F238E27FC236}">
                    <a16:creationId xmlns:a16="http://schemas.microsoft.com/office/drawing/2014/main" id="{29F84057-02C3-29E4-D368-3C49CBE469DF}"/>
                  </a:ext>
                </a:extLst>
              </p:cNvPr>
              <p:cNvSpPr/>
              <p:nvPr/>
            </p:nvSpPr>
            <p:spPr>
              <a:xfrm>
                <a:off x="4212784" y="3440285"/>
                <a:ext cx="460170" cy="414054"/>
              </a:xfrm>
              <a:custGeom>
                <a:avLst/>
                <a:gdLst/>
                <a:ahLst/>
                <a:cxnLst/>
                <a:rect l="l" t="t" r="r" b="b"/>
                <a:pathLst>
                  <a:path w="14359" h="12920" extrusionOk="0">
                    <a:moveTo>
                      <a:pt x="3585" y="1"/>
                    </a:moveTo>
                    <a:cubicBezTo>
                      <a:pt x="3425" y="1"/>
                      <a:pt x="3219" y="252"/>
                      <a:pt x="3128" y="572"/>
                    </a:cubicBezTo>
                    <a:lnTo>
                      <a:pt x="47" y="12555"/>
                    </a:lnTo>
                    <a:cubicBezTo>
                      <a:pt x="1" y="12737"/>
                      <a:pt x="47" y="12920"/>
                      <a:pt x="161" y="12920"/>
                    </a:cubicBezTo>
                    <a:lnTo>
                      <a:pt x="10364" y="12920"/>
                    </a:lnTo>
                    <a:cubicBezTo>
                      <a:pt x="10478" y="12920"/>
                      <a:pt x="10615" y="12737"/>
                      <a:pt x="10660" y="12555"/>
                    </a:cubicBezTo>
                    <a:lnTo>
                      <a:pt x="14244" y="572"/>
                    </a:lnTo>
                    <a:cubicBezTo>
                      <a:pt x="14358" y="252"/>
                      <a:pt x="14290" y="1"/>
                      <a:pt x="14130" y="1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41">
                <a:extLst>
                  <a:ext uri="{FF2B5EF4-FFF2-40B4-BE49-F238E27FC236}">
                    <a16:creationId xmlns:a16="http://schemas.microsoft.com/office/drawing/2014/main" id="{4C97E63F-102F-8A10-DCAC-243BF4A5AF93}"/>
                  </a:ext>
                </a:extLst>
              </p:cNvPr>
              <p:cNvSpPr/>
              <p:nvPr/>
            </p:nvSpPr>
            <p:spPr>
              <a:xfrm>
                <a:off x="4089172" y="3430799"/>
                <a:ext cx="670081" cy="36598"/>
              </a:xfrm>
              <a:custGeom>
                <a:avLst/>
                <a:gdLst/>
                <a:ahLst/>
                <a:cxnLst/>
                <a:rect l="l" t="t" r="r" b="b"/>
                <a:pathLst>
                  <a:path w="20909" h="1142" extrusionOk="0">
                    <a:moveTo>
                      <a:pt x="571" y="0"/>
                    </a:moveTo>
                    <a:cubicBezTo>
                      <a:pt x="252" y="0"/>
                      <a:pt x="0" y="251"/>
                      <a:pt x="0" y="594"/>
                    </a:cubicBezTo>
                    <a:lnTo>
                      <a:pt x="23" y="1141"/>
                    </a:lnTo>
                    <a:cubicBezTo>
                      <a:pt x="92" y="913"/>
                      <a:pt x="320" y="708"/>
                      <a:pt x="571" y="708"/>
                    </a:cubicBezTo>
                    <a:lnTo>
                      <a:pt x="20338" y="708"/>
                    </a:lnTo>
                    <a:cubicBezTo>
                      <a:pt x="20612" y="708"/>
                      <a:pt x="20840" y="890"/>
                      <a:pt x="20886" y="1141"/>
                    </a:cubicBezTo>
                    <a:lnTo>
                      <a:pt x="20908" y="594"/>
                    </a:lnTo>
                    <a:cubicBezTo>
                      <a:pt x="20908" y="297"/>
                      <a:pt x="20657" y="0"/>
                      <a:pt x="2033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41">
                <a:extLst>
                  <a:ext uri="{FF2B5EF4-FFF2-40B4-BE49-F238E27FC236}">
                    <a16:creationId xmlns:a16="http://schemas.microsoft.com/office/drawing/2014/main" id="{7337E8C3-18AE-A663-AA13-99F9174F3C17}"/>
                  </a:ext>
                </a:extLst>
              </p:cNvPr>
              <p:cNvSpPr/>
              <p:nvPr/>
            </p:nvSpPr>
            <p:spPr>
              <a:xfrm>
                <a:off x="4371552" y="3609277"/>
                <a:ext cx="106077" cy="89284"/>
              </a:xfrm>
              <a:custGeom>
                <a:avLst/>
                <a:gdLst/>
                <a:ahLst/>
                <a:cxnLst/>
                <a:rect l="l" t="t" r="r" b="b"/>
                <a:pathLst>
                  <a:path w="3310" h="2786" extrusionOk="0">
                    <a:moveTo>
                      <a:pt x="1666" y="0"/>
                    </a:moveTo>
                    <a:cubicBezTo>
                      <a:pt x="753" y="0"/>
                      <a:pt x="0" y="617"/>
                      <a:pt x="0" y="1393"/>
                    </a:cubicBezTo>
                    <a:cubicBezTo>
                      <a:pt x="0" y="2169"/>
                      <a:pt x="753" y="2785"/>
                      <a:pt x="1666" y="2785"/>
                    </a:cubicBezTo>
                    <a:cubicBezTo>
                      <a:pt x="2579" y="2785"/>
                      <a:pt x="3310" y="2169"/>
                      <a:pt x="3310" y="1393"/>
                    </a:cubicBezTo>
                    <a:cubicBezTo>
                      <a:pt x="3310" y="617"/>
                      <a:pt x="2579" y="0"/>
                      <a:pt x="166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41">
                <a:extLst>
                  <a:ext uri="{FF2B5EF4-FFF2-40B4-BE49-F238E27FC236}">
                    <a16:creationId xmlns:a16="http://schemas.microsoft.com/office/drawing/2014/main" id="{76BFD3C4-AA58-7FC2-C4F6-3A48C898DD7A}"/>
                  </a:ext>
                </a:extLst>
              </p:cNvPr>
              <p:cNvSpPr/>
              <p:nvPr/>
            </p:nvSpPr>
            <p:spPr>
              <a:xfrm>
                <a:off x="4378859" y="3610751"/>
                <a:ext cx="91464" cy="79029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466" extrusionOk="0">
                    <a:moveTo>
                      <a:pt x="1438" y="0"/>
                    </a:moveTo>
                    <a:cubicBezTo>
                      <a:pt x="639" y="0"/>
                      <a:pt x="0" y="548"/>
                      <a:pt x="0" y="1233"/>
                    </a:cubicBezTo>
                    <a:cubicBezTo>
                      <a:pt x="0" y="1917"/>
                      <a:pt x="639" y="2465"/>
                      <a:pt x="1438" y="2465"/>
                    </a:cubicBezTo>
                    <a:cubicBezTo>
                      <a:pt x="2237" y="2465"/>
                      <a:pt x="2853" y="1917"/>
                      <a:pt x="2853" y="1233"/>
                    </a:cubicBezTo>
                    <a:cubicBezTo>
                      <a:pt x="2853" y="548"/>
                      <a:pt x="2237" y="0"/>
                      <a:pt x="14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23" name="Google Shape;1423;p41">
              <a:extLst>
                <a:ext uri="{FF2B5EF4-FFF2-40B4-BE49-F238E27FC236}">
                  <a16:creationId xmlns:a16="http://schemas.microsoft.com/office/drawing/2014/main" id="{EBA724C1-6210-3A0A-9C22-7693FE44619A}"/>
                </a:ext>
              </a:extLst>
            </p:cNvPr>
            <p:cNvSpPr/>
            <p:nvPr/>
          </p:nvSpPr>
          <p:spPr>
            <a:xfrm>
              <a:off x="3677775" y="4967056"/>
              <a:ext cx="1568960" cy="40192"/>
            </a:xfrm>
            <a:custGeom>
              <a:avLst/>
              <a:gdLst/>
              <a:ahLst/>
              <a:cxnLst/>
              <a:rect l="l" t="t" r="r" b="b"/>
              <a:pathLst>
                <a:path w="49030" h="1256" extrusionOk="0">
                  <a:moveTo>
                    <a:pt x="24515" y="1"/>
                  </a:moveTo>
                  <a:cubicBezTo>
                    <a:pt x="10957" y="1"/>
                    <a:pt x="0" y="275"/>
                    <a:pt x="0" y="617"/>
                  </a:cubicBezTo>
                  <a:cubicBezTo>
                    <a:pt x="0" y="959"/>
                    <a:pt x="11002" y="1256"/>
                    <a:pt x="24515" y="1256"/>
                  </a:cubicBezTo>
                  <a:cubicBezTo>
                    <a:pt x="38073" y="1256"/>
                    <a:pt x="49029" y="959"/>
                    <a:pt x="49029" y="617"/>
                  </a:cubicBezTo>
                  <a:cubicBezTo>
                    <a:pt x="49029" y="275"/>
                    <a:pt x="38027" y="1"/>
                    <a:pt x="2451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24" name="Google Shape;1424;p41">
              <a:extLst>
                <a:ext uri="{FF2B5EF4-FFF2-40B4-BE49-F238E27FC236}">
                  <a16:creationId xmlns:a16="http://schemas.microsoft.com/office/drawing/2014/main" id="{20D69DE8-3AD4-74CF-27DC-7D4F42CD7A2F}"/>
                </a:ext>
              </a:extLst>
            </p:cNvPr>
            <p:cNvGrpSpPr/>
            <p:nvPr/>
          </p:nvGrpSpPr>
          <p:grpSpPr>
            <a:xfrm>
              <a:off x="3898267" y="3740829"/>
              <a:ext cx="1127976" cy="1247263"/>
              <a:chOff x="3898267" y="3740829"/>
              <a:chExt cx="1127976" cy="1247263"/>
            </a:xfrm>
          </p:grpSpPr>
          <p:sp>
            <p:nvSpPr>
              <p:cNvPr id="1425" name="Google Shape;1425;p41">
                <a:extLst>
                  <a:ext uri="{FF2B5EF4-FFF2-40B4-BE49-F238E27FC236}">
                    <a16:creationId xmlns:a16="http://schemas.microsoft.com/office/drawing/2014/main" id="{9F090F1E-0D60-D221-5473-9F90C65B56DB}"/>
                  </a:ext>
                </a:extLst>
              </p:cNvPr>
              <p:cNvSpPr/>
              <p:nvPr/>
            </p:nvSpPr>
            <p:spPr>
              <a:xfrm>
                <a:off x="3941404" y="3770089"/>
                <a:ext cx="1042409" cy="1192359"/>
              </a:xfrm>
              <a:custGeom>
                <a:avLst/>
                <a:gdLst/>
                <a:ahLst/>
                <a:cxnLst/>
                <a:rect l="l" t="t" r="r" b="b"/>
                <a:pathLst>
                  <a:path w="32527" h="37206" extrusionOk="0">
                    <a:moveTo>
                      <a:pt x="1" y="0"/>
                    </a:moveTo>
                    <a:lnTo>
                      <a:pt x="1" y="37205"/>
                    </a:lnTo>
                    <a:lnTo>
                      <a:pt x="32527" y="37205"/>
                    </a:lnTo>
                    <a:lnTo>
                      <a:pt x="3252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41">
                <a:extLst>
                  <a:ext uri="{FF2B5EF4-FFF2-40B4-BE49-F238E27FC236}">
                    <a16:creationId xmlns:a16="http://schemas.microsoft.com/office/drawing/2014/main" id="{5EA222BE-06B0-FE51-CF9D-0E8AA488187B}"/>
                  </a:ext>
                </a:extLst>
              </p:cNvPr>
              <p:cNvSpPr/>
              <p:nvPr/>
            </p:nvSpPr>
            <p:spPr>
              <a:xfrm>
                <a:off x="3967748" y="3770089"/>
                <a:ext cx="988281" cy="1192359"/>
              </a:xfrm>
              <a:custGeom>
                <a:avLst/>
                <a:gdLst/>
                <a:ahLst/>
                <a:cxnLst/>
                <a:rect l="l" t="t" r="r" b="b"/>
                <a:pathLst>
                  <a:path w="30838" h="37206" extrusionOk="0">
                    <a:moveTo>
                      <a:pt x="0" y="0"/>
                    </a:moveTo>
                    <a:lnTo>
                      <a:pt x="0" y="37205"/>
                    </a:lnTo>
                    <a:lnTo>
                      <a:pt x="30837" y="37205"/>
                    </a:lnTo>
                    <a:lnTo>
                      <a:pt x="3083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41">
                <a:extLst>
                  <a:ext uri="{FF2B5EF4-FFF2-40B4-BE49-F238E27FC236}">
                    <a16:creationId xmlns:a16="http://schemas.microsoft.com/office/drawing/2014/main" id="{30528345-3E43-DC18-9769-733BA237ACC3}"/>
                  </a:ext>
                </a:extLst>
              </p:cNvPr>
              <p:cNvSpPr/>
              <p:nvPr/>
            </p:nvSpPr>
            <p:spPr>
              <a:xfrm>
                <a:off x="4057004" y="3770089"/>
                <a:ext cx="810513" cy="1191622"/>
              </a:xfrm>
              <a:custGeom>
                <a:avLst/>
                <a:gdLst/>
                <a:ahLst/>
                <a:cxnLst/>
                <a:rect l="l" t="t" r="r" b="b"/>
                <a:pathLst>
                  <a:path w="25291" h="37183" extrusionOk="0">
                    <a:moveTo>
                      <a:pt x="5866" y="0"/>
                    </a:moveTo>
                    <a:lnTo>
                      <a:pt x="0" y="37183"/>
                    </a:lnTo>
                    <a:lnTo>
                      <a:pt x="19447" y="37183"/>
                    </a:lnTo>
                    <a:lnTo>
                      <a:pt x="25291" y="0"/>
                    </a:ln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41">
                <a:extLst>
                  <a:ext uri="{FF2B5EF4-FFF2-40B4-BE49-F238E27FC236}">
                    <a16:creationId xmlns:a16="http://schemas.microsoft.com/office/drawing/2014/main" id="{56FCCA0F-BBF4-9657-779C-5FC15C824000}"/>
                  </a:ext>
                </a:extLst>
              </p:cNvPr>
              <p:cNvSpPr/>
              <p:nvPr/>
            </p:nvSpPr>
            <p:spPr>
              <a:xfrm>
                <a:off x="3967748" y="3770089"/>
                <a:ext cx="988281" cy="90726"/>
              </a:xfrm>
              <a:custGeom>
                <a:avLst/>
                <a:gdLst/>
                <a:ahLst/>
                <a:cxnLst/>
                <a:rect l="l" t="t" r="r" b="b"/>
                <a:pathLst>
                  <a:path w="30838" h="2831" extrusionOk="0">
                    <a:moveTo>
                      <a:pt x="0" y="0"/>
                    </a:moveTo>
                    <a:lnTo>
                      <a:pt x="0" y="2831"/>
                    </a:lnTo>
                    <a:lnTo>
                      <a:pt x="30837" y="2831"/>
                    </a:lnTo>
                    <a:lnTo>
                      <a:pt x="30837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41">
                <a:extLst>
                  <a:ext uri="{FF2B5EF4-FFF2-40B4-BE49-F238E27FC236}">
                    <a16:creationId xmlns:a16="http://schemas.microsoft.com/office/drawing/2014/main" id="{1E06657C-CE6D-A496-E432-72962B6E3215}"/>
                  </a:ext>
                </a:extLst>
              </p:cNvPr>
              <p:cNvSpPr/>
              <p:nvPr/>
            </p:nvSpPr>
            <p:spPr>
              <a:xfrm>
                <a:off x="3919451" y="3740829"/>
                <a:ext cx="1086314" cy="56340"/>
              </a:xfrm>
              <a:custGeom>
                <a:avLst/>
                <a:gdLst/>
                <a:ahLst/>
                <a:cxnLst/>
                <a:rect l="l" t="t" r="r" b="b"/>
                <a:pathLst>
                  <a:path w="33897" h="1758" extrusionOk="0">
                    <a:moveTo>
                      <a:pt x="594" y="0"/>
                    </a:moveTo>
                    <a:cubicBezTo>
                      <a:pt x="252" y="0"/>
                      <a:pt x="1" y="251"/>
                      <a:pt x="1" y="548"/>
                    </a:cubicBezTo>
                    <a:lnTo>
                      <a:pt x="1" y="1210"/>
                    </a:lnTo>
                    <a:cubicBezTo>
                      <a:pt x="1" y="1530"/>
                      <a:pt x="252" y="1758"/>
                      <a:pt x="594" y="1758"/>
                    </a:cubicBezTo>
                    <a:lnTo>
                      <a:pt x="33280" y="1758"/>
                    </a:lnTo>
                    <a:cubicBezTo>
                      <a:pt x="33623" y="1758"/>
                      <a:pt x="33897" y="1507"/>
                      <a:pt x="33897" y="1210"/>
                    </a:cubicBezTo>
                    <a:lnTo>
                      <a:pt x="33897" y="548"/>
                    </a:lnTo>
                    <a:cubicBezTo>
                      <a:pt x="33897" y="229"/>
                      <a:pt x="33600" y="0"/>
                      <a:pt x="332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41">
                <a:extLst>
                  <a:ext uri="{FF2B5EF4-FFF2-40B4-BE49-F238E27FC236}">
                    <a16:creationId xmlns:a16="http://schemas.microsoft.com/office/drawing/2014/main" id="{05914216-5F0A-713E-4743-EAC0AA05D5DA}"/>
                  </a:ext>
                </a:extLst>
              </p:cNvPr>
              <p:cNvSpPr/>
              <p:nvPr/>
            </p:nvSpPr>
            <p:spPr>
              <a:xfrm>
                <a:off x="3898267" y="4905410"/>
                <a:ext cx="1127976" cy="82683"/>
              </a:xfrm>
              <a:custGeom>
                <a:avLst/>
                <a:gdLst/>
                <a:ahLst/>
                <a:cxnLst/>
                <a:rect l="l" t="t" r="r" b="b"/>
                <a:pathLst>
                  <a:path w="35197" h="2580" extrusionOk="0">
                    <a:moveTo>
                      <a:pt x="1301" y="0"/>
                    </a:moveTo>
                    <a:cubicBezTo>
                      <a:pt x="594" y="0"/>
                      <a:pt x="0" y="616"/>
                      <a:pt x="0" y="1324"/>
                    </a:cubicBezTo>
                    <a:lnTo>
                      <a:pt x="0" y="2579"/>
                    </a:lnTo>
                    <a:lnTo>
                      <a:pt x="35197" y="2579"/>
                    </a:lnTo>
                    <a:lnTo>
                      <a:pt x="35197" y="1324"/>
                    </a:lnTo>
                    <a:cubicBezTo>
                      <a:pt x="35197" y="616"/>
                      <a:pt x="34603" y="0"/>
                      <a:pt x="338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41">
                <a:extLst>
                  <a:ext uri="{FF2B5EF4-FFF2-40B4-BE49-F238E27FC236}">
                    <a16:creationId xmlns:a16="http://schemas.microsoft.com/office/drawing/2014/main" id="{8A53063B-F68B-CA6D-CF11-6497A2A00CD5}"/>
                  </a:ext>
                </a:extLst>
              </p:cNvPr>
              <p:cNvSpPr/>
              <p:nvPr/>
            </p:nvSpPr>
            <p:spPr>
              <a:xfrm>
                <a:off x="4315219" y="3740829"/>
                <a:ext cx="295542" cy="56340"/>
              </a:xfrm>
              <a:custGeom>
                <a:avLst/>
                <a:gdLst/>
                <a:ahLst/>
                <a:cxnLst/>
                <a:rect l="l" t="t" r="r" b="b"/>
                <a:pathLst>
                  <a:path w="9222" h="1758" extrusionOk="0">
                    <a:moveTo>
                      <a:pt x="685" y="0"/>
                    </a:moveTo>
                    <a:cubicBezTo>
                      <a:pt x="594" y="0"/>
                      <a:pt x="457" y="251"/>
                      <a:pt x="343" y="548"/>
                    </a:cubicBezTo>
                    <a:lnTo>
                      <a:pt x="115" y="1210"/>
                    </a:lnTo>
                    <a:cubicBezTo>
                      <a:pt x="0" y="1530"/>
                      <a:pt x="0" y="1758"/>
                      <a:pt x="69" y="1758"/>
                    </a:cubicBezTo>
                    <a:lnTo>
                      <a:pt x="8514" y="1758"/>
                    </a:lnTo>
                    <a:cubicBezTo>
                      <a:pt x="8606" y="1758"/>
                      <a:pt x="8765" y="1507"/>
                      <a:pt x="8857" y="1210"/>
                    </a:cubicBezTo>
                    <a:lnTo>
                      <a:pt x="9085" y="548"/>
                    </a:lnTo>
                    <a:cubicBezTo>
                      <a:pt x="9176" y="229"/>
                      <a:pt x="9222" y="0"/>
                      <a:pt x="9131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41">
                <a:extLst>
                  <a:ext uri="{FF2B5EF4-FFF2-40B4-BE49-F238E27FC236}">
                    <a16:creationId xmlns:a16="http://schemas.microsoft.com/office/drawing/2014/main" id="{E08996F8-1BBE-3571-2D18-0A5AD92D54A0}"/>
                  </a:ext>
                </a:extLst>
              </p:cNvPr>
              <p:cNvSpPr/>
              <p:nvPr/>
            </p:nvSpPr>
            <p:spPr>
              <a:xfrm>
                <a:off x="4130876" y="4905410"/>
                <a:ext cx="656173" cy="82683"/>
              </a:xfrm>
              <a:custGeom>
                <a:avLst/>
                <a:gdLst/>
                <a:ahLst/>
                <a:cxnLst/>
                <a:rect l="l" t="t" r="r" b="b"/>
                <a:pathLst>
                  <a:path w="20475" h="2580" extrusionOk="0">
                    <a:moveTo>
                      <a:pt x="2260" y="0"/>
                    </a:moveTo>
                    <a:cubicBezTo>
                      <a:pt x="1735" y="0"/>
                      <a:pt x="1073" y="434"/>
                      <a:pt x="822" y="981"/>
                    </a:cubicBezTo>
                    <a:lnTo>
                      <a:pt x="1" y="2579"/>
                    </a:lnTo>
                    <a:lnTo>
                      <a:pt x="19448" y="2579"/>
                    </a:lnTo>
                    <a:lnTo>
                      <a:pt x="20247" y="981"/>
                    </a:lnTo>
                    <a:cubicBezTo>
                      <a:pt x="20475" y="434"/>
                      <a:pt x="20269" y="0"/>
                      <a:pt x="19722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3" name="Google Shape;1433;p41">
            <a:extLst>
              <a:ext uri="{FF2B5EF4-FFF2-40B4-BE49-F238E27FC236}">
                <a16:creationId xmlns:a16="http://schemas.microsoft.com/office/drawing/2014/main" id="{095C75F4-3340-DEBB-D95E-6C9BE37E7AED}"/>
              </a:ext>
            </a:extLst>
          </p:cNvPr>
          <p:cNvGrpSpPr/>
          <p:nvPr/>
        </p:nvGrpSpPr>
        <p:grpSpPr>
          <a:xfrm>
            <a:off x="6069725" y="2652173"/>
            <a:ext cx="2892448" cy="2418356"/>
            <a:chOff x="6069725" y="2652173"/>
            <a:chExt cx="2892448" cy="2418356"/>
          </a:xfrm>
        </p:grpSpPr>
        <p:sp>
          <p:nvSpPr>
            <p:cNvPr id="1434" name="Google Shape;1434;p41">
              <a:extLst>
                <a:ext uri="{FF2B5EF4-FFF2-40B4-BE49-F238E27FC236}">
                  <a16:creationId xmlns:a16="http://schemas.microsoft.com/office/drawing/2014/main" id="{F335799B-93EE-14EC-E84C-59D8FEEB763A}"/>
                </a:ext>
              </a:extLst>
            </p:cNvPr>
            <p:cNvSpPr/>
            <p:nvPr/>
          </p:nvSpPr>
          <p:spPr>
            <a:xfrm>
              <a:off x="6069725" y="5028097"/>
              <a:ext cx="2892448" cy="42432"/>
            </a:xfrm>
            <a:custGeom>
              <a:avLst/>
              <a:gdLst/>
              <a:ahLst/>
              <a:cxnLst/>
              <a:rect l="l" t="t" r="r" b="b"/>
              <a:pathLst>
                <a:path w="90389" h="1326" extrusionOk="0">
                  <a:moveTo>
                    <a:pt x="45195" y="1"/>
                  </a:moveTo>
                  <a:cubicBezTo>
                    <a:pt x="20247" y="1"/>
                    <a:pt x="1" y="298"/>
                    <a:pt x="1" y="663"/>
                  </a:cubicBezTo>
                  <a:cubicBezTo>
                    <a:pt x="1" y="1028"/>
                    <a:pt x="20247" y="1325"/>
                    <a:pt x="45195" y="1325"/>
                  </a:cubicBezTo>
                  <a:cubicBezTo>
                    <a:pt x="46040" y="1326"/>
                    <a:pt x="46879" y="1326"/>
                    <a:pt x="47712" y="1326"/>
                  </a:cubicBezTo>
                  <a:cubicBezTo>
                    <a:pt x="71511" y="1326"/>
                    <a:pt x="90389" y="1016"/>
                    <a:pt x="90389" y="663"/>
                  </a:cubicBezTo>
                  <a:cubicBezTo>
                    <a:pt x="90389" y="298"/>
                    <a:pt x="70166" y="1"/>
                    <a:pt x="4519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5" name="Google Shape;1435;p41">
              <a:extLst>
                <a:ext uri="{FF2B5EF4-FFF2-40B4-BE49-F238E27FC236}">
                  <a16:creationId xmlns:a16="http://schemas.microsoft.com/office/drawing/2014/main" id="{0DE199C8-6BFA-D4B2-650D-CAEE151B7B9C}"/>
                </a:ext>
              </a:extLst>
            </p:cNvPr>
            <p:cNvGrpSpPr/>
            <p:nvPr/>
          </p:nvGrpSpPr>
          <p:grpSpPr>
            <a:xfrm>
              <a:off x="6672162" y="2652173"/>
              <a:ext cx="1152162" cy="1182616"/>
              <a:chOff x="6672162" y="2652173"/>
              <a:chExt cx="1152162" cy="1182616"/>
            </a:xfrm>
          </p:grpSpPr>
          <p:sp>
            <p:nvSpPr>
              <p:cNvPr id="1436" name="Google Shape;1436;p41">
                <a:extLst>
                  <a:ext uri="{FF2B5EF4-FFF2-40B4-BE49-F238E27FC236}">
                    <a16:creationId xmlns:a16="http://schemas.microsoft.com/office/drawing/2014/main" id="{B881F030-C85C-EC8E-122B-B27FF5FC153B}"/>
                  </a:ext>
                </a:extLst>
              </p:cNvPr>
              <p:cNvSpPr/>
              <p:nvPr/>
            </p:nvSpPr>
            <p:spPr>
              <a:xfrm>
                <a:off x="7533884" y="3111557"/>
                <a:ext cx="286793" cy="705622"/>
              </a:xfrm>
              <a:custGeom>
                <a:avLst/>
                <a:gdLst/>
                <a:ahLst/>
                <a:cxnLst/>
                <a:rect l="l" t="t" r="r" b="b"/>
                <a:pathLst>
                  <a:path w="8949" h="22018" extrusionOk="0">
                    <a:moveTo>
                      <a:pt x="1827" y="1"/>
                    </a:moveTo>
                    <a:lnTo>
                      <a:pt x="1" y="9199"/>
                    </a:lnTo>
                    <a:cubicBezTo>
                      <a:pt x="1" y="9199"/>
                      <a:pt x="594" y="21730"/>
                      <a:pt x="1690" y="21981"/>
                    </a:cubicBezTo>
                    <a:cubicBezTo>
                      <a:pt x="1803" y="22005"/>
                      <a:pt x="1972" y="22017"/>
                      <a:pt x="2184" y="22017"/>
                    </a:cubicBezTo>
                    <a:cubicBezTo>
                      <a:pt x="3994" y="22017"/>
                      <a:pt x="8948" y="21155"/>
                      <a:pt x="8948" y="19562"/>
                    </a:cubicBezTo>
                    <a:cubicBezTo>
                      <a:pt x="8948" y="14632"/>
                      <a:pt x="5410" y="2671"/>
                      <a:pt x="18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41">
                <a:extLst>
                  <a:ext uri="{FF2B5EF4-FFF2-40B4-BE49-F238E27FC236}">
                    <a16:creationId xmlns:a16="http://schemas.microsoft.com/office/drawing/2014/main" id="{FFDF2520-1C0E-CBA2-AC94-23EC8CEAD75A}"/>
                  </a:ext>
                </a:extLst>
              </p:cNvPr>
              <p:cNvSpPr/>
              <p:nvPr/>
            </p:nvSpPr>
            <p:spPr>
              <a:xfrm>
                <a:off x="7533884" y="3111557"/>
                <a:ext cx="286793" cy="705622"/>
              </a:xfrm>
              <a:custGeom>
                <a:avLst/>
                <a:gdLst/>
                <a:ahLst/>
                <a:cxnLst/>
                <a:rect l="l" t="t" r="r" b="b"/>
                <a:pathLst>
                  <a:path w="8949" h="22018" extrusionOk="0">
                    <a:moveTo>
                      <a:pt x="1827" y="1"/>
                    </a:moveTo>
                    <a:lnTo>
                      <a:pt x="1" y="9199"/>
                    </a:lnTo>
                    <a:cubicBezTo>
                      <a:pt x="1" y="9199"/>
                      <a:pt x="594" y="21730"/>
                      <a:pt x="1690" y="21981"/>
                    </a:cubicBezTo>
                    <a:cubicBezTo>
                      <a:pt x="1803" y="22005"/>
                      <a:pt x="1972" y="22017"/>
                      <a:pt x="2184" y="22017"/>
                    </a:cubicBezTo>
                    <a:cubicBezTo>
                      <a:pt x="3994" y="22017"/>
                      <a:pt x="8948" y="21155"/>
                      <a:pt x="8948" y="19562"/>
                    </a:cubicBezTo>
                    <a:cubicBezTo>
                      <a:pt x="8948" y="14632"/>
                      <a:pt x="5410" y="2671"/>
                      <a:pt x="1827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41">
                <a:extLst>
                  <a:ext uri="{FF2B5EF4-FFF2-40B4-BE49-F238E27FC236}">
                    <a16:creationId xmlns:a16="http://schemas.microsoft.com/office/drawing/2014/main" id="{CAF05FDD-CDA5-D70C-8F07-31EE7570F2AB}"/>
                  </a:ext>
                </a:extLst>
              </p:cNvPr>
              <p:cNvSpPr/>
              <p:nvPr/>
            </p:nvSpPr>
            <p:spPr>
              <a:xfrm>
                <a:off x="7548530" y="3111557"/>
                <a:ext cx="274327" cy="705622"/>
              </a:xfrm>
              <a:custGeom>
                <a:avLst/>
                <a:gdLst/>
                <a:ahLst/>
                <a:cxnLst/>
                <a:rect l="l" t="t" r="r" b="b"/>
                <a:pathLst>
                  <a:path w="8560" h="22018" extrusionOk="0">
                    <a:moveTo>
                      <a:pt x="1370" y="1"/>
                    </a:moveTo>
                    <a:lnTo>
                      <a:pt x="480" y="2511"/>
                    </a:lnTo>
                    <a:cubicBezTo>
                      <a:pt x="2077" y="2557"/>
                      <a:pt x="4337" y="6346"/>
                      <a:pt x="5136" y="11002"/>
                    </a:cubicBezTo>
                    <a:cubicBezTo>
                      <a:pt x="5981" y="15864"/>
                      <a:pt x="5341" y="20041"/>
                      <a:pt x="3698" y="20338"/>
                    </a:cubicBezTo>
                    <a:cubicBezTo>
                      <a:pt x="3635" y="20349"/>
                      <a:pt x="3572" y="20355"/>
                      <a:pt x="3508" y="20355"/>
                    </a:cubicBezTo>
                    <a:cubicBezTo>
                      <a:pt x="2297" y="20355"/>
                      <a:pt x="933" y="18331"/>
                      <a:pt x="0" y="15339"/>
                    </a:cubicBezTo>
                    <a:lnTo>
                      <a:pt x="0" y="15339"/>
                    </a:lnTo>
                    <a:cubicBezTo>
                      <a:pt x="274" y="18557"/>
                      <a:pt x="708" y="21844"/>
                      <a:pt x="1279" y="21981"/>
                    </a:cubicBezTo>
                    <a:cubicBezTo>
                      <a:pt x="1391" y="22005"/>
                      <a:pt x="1561" y="22017"/>
                      <a:pt x="1774" y="22017"/>
                    </a:cubicBezTo>
                    <a:cubicBezTo>
                      <a:pt x="3588" y="22017"/>
                      <a:pt x="8560" y="21155"/>
                      <a:pt x="8560" y="19562"/>
                    </a:cubicBezTo>
                    <a:cubicBezTo>
                      <a:pt x="8491" y="14632"/>
                      <a:pt x="4953" y="2671"/>
                      <a:pt x="13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41">
                <a:extLst>
                  <a:ext uri="{FF2B5EF4-FFF2-40B4-BE49-F238E27FC236}">
                    <a16:creationId xmlns:a16="http://schemas.microsoft.com/office/drawing/2014/main" id="{8F197C0A-188E-61EA-682A-D63589F0F894}"/>
                  </a:ext>
                </a:extLst>
              </p:cNvPr>
              <p:cNvSpPr/>
              <p:nvPr/>
            </p:nvSpPr>
            <p:spPr>
              <a:xfrm>
                <a:off x="7548530" y="3111557"/>
                <a:ext cx="274327" cy="705622"/>
              </a:xfrm>
              <a:custGeom>
                <a:avLst/>
                <a:gdLst/>
                <a:ahLst/>
                <a:cxnLst/>
                <a:rect l="l" t="t" r="r" b="b"/>
                <a:pathLst>
                  <a:path w="8560" h="22018" extrusionOk="0">
                    <a:moveTo>
                      <a:pt x="1370" y="1"/>
                    </a:moveTo>
                    <a:lnTo>
                      <a:pt x="480" y="2511"/>
                    </a:lnTo>
                    <a:cubicBezTo>
                      <a:pt x="2077" y="2557"/>
                      <a:pt x="4337" y="6346"/>
                      <a:pt x="5136" y="11002"/>
                    </a:cubicBezTo>
                    <a:cubicBezTo>
                      <a:pt x="5981" y="15864"/>
                      <a:pt x="5341" y="20041"/>
                      <a:pt x="3698" y="20338"/>
                    </a:cubicBezTo>
                    <a:cubicBezTo>
                      <a:pt x="3635" y="20349"/>
                      <a:pt x="3572" y="20355"/>
                      <a:pt x="3508" y="20355"/>
                    </a:cubicBezTo>
                    <a:cubicBezTo>
                      <a:pt x="2297" y="20355"/>
                      <a:pt x="933" y="18331"/>
                      <a:pt x="0" y="15339"/>
                    </a:cubicBezTo>
                    <a:lnTo>
                      <a:pt x="0" y="15339"/>
                    </a:lnTo>
                    <a:cubicBezTo>
                      <a:pt x="274" y="18557"/>
                      <a:pt x="708" y="21844"/>
                      <a:pt x="1279" y="21981"/>
                    </a:cubicBezTo>
                    <a:cubicBezTo>
                      <a:pt x="1391" y="22005"/>
                      <a:pt x="1561" y="22017"/>
                      <a:pt x="1774" y="22017"/>
                    </a:cubicBezTo>
                    <a:cubicBezTo>
                      <a:pt x="3588" y="22017"/>
                      <a:pt x="8560" y="21155"/>
                      <a:pt x="8560" y="19562"/>
                    </a:cubicBezTo>
                    <a:cubicBezTo>
                      <a:pt x="8491" y="14632"/>
                      <a:pt x="4953" y="2671"/>
                      <a:pt x="137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41">
                <a:extLst>
                  <a:ext uri="{FF2B5EF4-FFF2-40B4-BE49-F238E27FC236}">
                    <a16:creationId xmlns:a16="http://schemas.microsoft.com/office/drawing/2014/main" id="{4303C28A-4342-52AB-2BCE-2B09B3896E1D}"/>
                  </a:ext>
                </a:extLst>
              </p:cNvPr>
              <p:cNvSpPr/>
              <p:nvPr/>
            </p:nvSpPr>
            <p:spPr>
              <a:xfrm>
                <a:off x="6994026" y="2930867"/>
                <a:ext cx="647424" cy="888805"/>
              </a:xfrm>
              <a:custGeom>
                <a:avLst/>
                <a:gdLst/>
                <a:ahLst/>
                <a:cxnLst/>
                <a:rect l="l" t="t" r="r" b="b"/>
                <a:pathLst>
                  <a:path w="20202" h="27734" extrusionOk="0">
                    <a:moveTo>
                      <a:pt x="9747" y="1"/>
                    </a:moveTo>
                    <a:cubicBezTo>
                      <a:pt x="7282" y="1"/>
                      <a:pt x="1142" y="4703"/>
                      <a:pt x="914" y="5753"/>
                    </a:cubicBezTo>
                    <a:cubicBezTo>
                      <a:pt x="412" y="8034"/>
                      <a:pt x="2623" y="16833"/>
                      <a:pt x="6" y="27711"/>
                    </a:cubicBezTo>
                    <a:lnTo>
                      <a:pt x="18649" y="27711"/>
                    </a:lnTo>
                    <a:cubicBezTo>
                      <a:pt x="18649" y="27711"/>
                      <a:pt x="20201" y="7259"/>
                      <a:pt x="18581" y="5684"/>
                    </a:cubicBezTo>
                    <a:cubicBezTo>
                      <a:pt x="16869" y="4064"/>
                      <a:pt x="12189" y="1"/>
                      <a:pt x="9747" y="1"/>
                    </a:cubicBezTo>
                    <a:close/>
                    <a:moveTo>
                      <a:pt x="1" y="27711"/>
                    </a:moveTo>
                    <a:lnTo>
                      <a:pt x="1" y="27733"/>
                    </a:lnTo>
                    <a:cubicBezTo>
                      <a:pt x="3" y="27726"/>
                      <a:pt x="4" y="27718"/>
                      <a:pt x="6" y="277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41">
                <a:extLst>
                  <a:ext uri="{FF2B5EF4-FFF2-40B4-BE49-F238E27FC236}">
                    <a16:creationId xmlns:a16="http://schemas.microsoft.com/office/drawing/2014/main" id="{886199F6-E5A1-2C2D-7BBF-3C6F0447C6D0}"/>
                  </a:ext>
                </a:extLst>
              </p:cNvPr>
              <p:cNvSpPr/>
              <p:nvPr/>
            </p:nvSpPr>
            <p:spPr>
              <a:xfrm>
                <a:off x="7008672" y="3111557"/>
                <a:ext cx="589610" cy="708122"/>
              </a:xfrm>
              <a:custGeom>
                <a:avLst/>
                <a:gdLst/>
                <a:ahLst/>
                <a:cxnLst/>
                <a:rect l="l" t="t" r="r" b="b"/>
                <a:pathLst>
                  <a:path w="18398" h="22096" extrusionOk="0">
                    <a:moveTo>
                      <a:pt x="525" y="1"/>
                    </a:moveTo>
                    <a:cubicBezTo>
                      <a:pt x="502" y="46"/>
                      <a:pt x="457" y="115"/>
                      <a:pt x="457" y="138"/>
                    </a:cubicBezTo>
                    <a:cubicBezTo>
                      <a:pt x="0" y="2192"/>
                      <a:pt x="1781" y="9587"/>
                      <a:pt x="183" y="19014"/>
                    </a:cubicBezTo>
                    <a:cubicBezTo>
                      <a:pt x="685" y="19105"/>
                      <a:pt x="1210" y="19197"/>
                      <a:pt x="1735" y="19288"/>
                    </a:cubicBezTo>
                    <a:cubicBezTo>
                      <a:pt x="5433" y="19950"/>
                      <a:pt x="8537" y="21045"/>
                      <a:pt x="10203" y="22095"/>
                    </a:cubicBezTo>
                    <a:lnTo>
                      <a:pt x="18146" y="22095"/>
                    </a:lnTo>
                    <a:cubicBezTo>
                      <a:pt x="18146" y="22095"/>
                      <a:pt x="18261" y="20612"/>
                      <a:pt x="18397" y="18398"/>
                    </a:cubicBezTo>
                    <a:cubicBezTo>
                      <a:pt x="14494" y="18398"/>
                      <a:pt x="9633" y="8240"/>
                      <a:pt x="5410" y="2283"/>
                    </a:cubicBezTo>
                    <a:cubicBezTo>
                      <a:pt x="4677" y="1241"/>
                      <a:pt x="3948" y="1003"/>
                      <a:pt x="3276" y="1003"/>
                    </a:cubicBezTo>
                    <a:cubicBezTo>
                      <a:pt x="2711" y="1003"/>
                      <a:pt x="2188" y="1171"/>
                      <a:pt x="1737" y="1171"/>
                    </a:cubicBezTo>
                    <a:cubicBezTo>
                      <a:pt x="1220" y="1171"/>
                      <a:pt x="800" y="950"/>
                      <a:pt x="525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41">
                <a:extLst>
                  <a:ext uri="{FF2B5EF4-FFF2-40B4-BE49-F238E27FC236}">
                    <a16:creationId xmlns:a16="http://schemas.microsoft.com/office/drawing/2014/main" id="{B4442789-0F13-51BB-41C4-C462C82D4084}"/>
                  </a:ext>
                </a:extLst>
              </p:cNvPr>
              <p:cNvSpPr/>
              <p:nvPr/>
            </p:nvSpPr>
            <p:spPr>
              <a:xfrm>
                <a:off x="7131547" y="2933078"/>
                <a:ext cx="490134" cy="296279"/>
              </a:xfrm>
              <a:custGeom>
                <a:avLst/>
                <a:gdLst/>
                <a:ahLst/>
                <a:cxnLst/>
                <a:rect l="l" t="t" r="r" b="b"/>
                <a:pathLst>
                  <a:path w="15294" h="9245" extrusionOk="0">
                    <a:moveTo>
                      <a:pt x="5456" y="0"/>
                    </a:moveTo>
                    <a:cubicBezTo>
                      <a:pt x="4155" y="0"/>
                      <a:pt x="1918" y="1256"/>
                      <a:pt x="1" y="2625"/>
                    </a:cubicBezTo>
                    <a:cubicBezTo>
                      <a:pt x="1051" y="4474"/>
                      <a:pt x="3470" y="6323"/>
                      <a:pt x="6620" y="7418"/>
                    </a:cubicBezTo>
                    <a:cubicBezTo>
                      <a:pt x="9839" y="8560"/>
                      <a:pt x="13057" y="7738"/>
                      <a:pt x="15294" y="9244"/>
                    </a:cubicBezTo>
                    <a:cubicBezTo>
                      <a:pt x="15157" y="8080"/>
                      <a:pt x="14632" y="5821"/>
                      <a:pt x="14381" y="5570"/>
                    </a:cubicBezTo>
                    <a:cubicBezTo>
                      <a:pt x="12692" y="3926"/>
                      <a:pt x="7898" y="0"/>
                      <a:pt x="54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41">
                <a:extLst>
                  <a:ext uri="{FF2B5EF4-FFF2-40B4-BE49-F238E27FC236}">
                    <a16:creationId xmlns:a16="http://schemas.microsoft.com/office/drawing/2014/main" id="{FA5B840C-56E7-BA4C-6C33-8B2E51DAA6E2}"/>
                  </a:ext>
                </a:extLst>
              </p:cNvPr>
              <p:cNvSpPr/>
              <p:nvPr/>
            </p:nvSpPr>
            <p:spPr>
              <a:xfrm>
                <a:off x="7604135" y="3235905"/>
                <a:ext cx="141201" cy="305060"/>
              </a:xfrm>
              <a:custGeom>
                <a:avLst/>
                <a:gdLst/>
                <a:ahLst/>
                <a:cxnLst/>
                <a:rect l="l" t="t" r="r" b="b"/>
                <a:pathLst>
                  <a:path w="4406" h="9519" extrusionOk="0">
                    <a:moveTo>
                      <a:pt x="0" y="1"/>
                    </a:moveTo>
                    <a:cubicBezTo>
                      <a:pt x="0" y="1"/>
                      <a:pt x="753" y="5411"/>
                      <a:pt x="594" y="8378"/>
                    </a:cubicBezTo>
                    <a:cubicBezTo>
                      <a:pt x="573" y="9018"/>
                      <a:pt x="1094" y="9489"/>
                      <a:pt x="1717" y="9489"/>
                    </a:cubicBezTo>
                    <a:cubicBezTo>
                      <a:pt x="1783" y="9489"/>
                      <a:pt x="1850" y="9484"/>
                      <a:pt x="1917" y="9473"/>
                    </a:cubicBezTo>
                    <a:cubicBezTo>
                      <a:pt x="2301" y="9397"/>
                      <a:pt x="2652" y="9364"/>
                      <a:pt x="2992" y="9364"/>
                    </a:cubicBezTo>
                    <a:cubicBezTo>
                      <a:pt x="3464" y="9364"/>
                      <a:pt x="3915" y="9426"/>
                      <a:pt x="4405" y="9519"/>
                    </a:cubicBezTo>
                    <a:cubicBezTo>
                      <a:pt x="3515" y="6050"/>
                      <a:pt x="1461" y="1873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41">
                <a:extLst>
                  <a:ext uri="{FF2B5EF4-FFF2-40B4-BE49-F238E27FC236}">
                    <a16:creationId xmlns:a16="http://schemas.microsoft.com/office/drawing/2014/main" id="{DEE317FC-7567-EE51-E8CD-97A8B3D45126}"/>
                  </a:ext>
                </a:extLst>
              </p:cNvPr>
              <p:cNvSpPr/>
              <p:nvPr/>
            </p:nvSpPr>
            <p:spPr>
              <a:xfrm>
                <a:off x="7131547" y="2933078"/>
                <a:ext cx="490134" cy="296279"/>
              </a:xfrm>
              <a:custGeom>
                <a:avLst/>
                <a:gdLst/>
                <a:ahLst/>
                <a:cxnLst/>
                <a:rect l="l" t="t" r="r" b="b"/>
                <a:pathLst>
                  <a:path w="15294" h="9245" extrusionOk="0">
                    <a:moveTo>
                      <a:pt x="5456" y="0"/>
                    </a:moveTo>
                    <a:cubicBezTo>
                      <a:pt x="4155" y="0"/>
                      <a:pt x="1918" y="1256"/>
                      <a:pt x="1" y="2625"/>
                    </a:cubicBezTo>
                    <a:cubicBezTo>
                      <a:pt x="1051" y="4474"/>
                      <a:pt x="3470" y="6323"/>
                      <a:pt x="6620" y="7418"/>
                    </a:cubicBezTo>
                    <a:cubicBezTo>
                      <a:pt x="9839" y="8560"/>
                      <a:pt x="13057" y="7738"/>
                      <a:pt x="15294" y="9244"/>
                    </a:cubicBezTo>
                    <a:cubicBezTo>
                      <a:pt x="15157" y="8080"/>
                      <a:pt x="14632" y="5821"/>
                      <a:pt x="14381" y="5570"/>
                    </a:cubicBezTo>
                    <a:cubicBezTo>
                      <a:pt x="12692" y="3926"/>
                      <a:pt x="7898" y="0"/>
                      <a:pt x="545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41">
                <a:extLst>
                  <a:ext uri="{FF2B5EF4-FFF2-40B4-BE49-F238E27FC236}">
                    <a16:creationId xmlns:a16="http://schemas.microsoft.com/office/drawing/2014/main" id="{FFE3000E-C038-EAD2-405E-3AFEB0A3AA42}"/>
                  </a:ext>
                </a:extLst>
              </p:cNvPr>
              <p:cNvSpPr/>
              <p:nvPr/>
            </p:nvSpPr>
            <p:spPr>
              <a:xfrm>
                <a:off x="7362713" y="2870904"/>
                <a:ext cx="92201" cy="46821"/>
              </a:xfrm>
              <a:custGeom>
                <a:avLst/>
                <a:gdLst/>
                <a:ahLst/>
                <a:cxnLst/>
                <a:rect l="l" t="t" r="r" b="b"/>
                <a:pathLst>
                  <a:path w="2877" h="1461" extrusionOk="0">
                    <a:moveTo>
                      <a:pt x="1" y="0"/>
                    </a:moveTo>
                    <a:lnTo>
                      <a:pt x="92" y="160"/>
                    </a:lnTo>
                    <a:lnTo>
                      <a:pt x="2877" y="1461"/>
                    </a:lnTo>
                    <a:lnTo>
                      <a:pt x="2877" y="1461"/>
                    </a:lnTo>
                    <a:lnTo>
                      <a:pt x="2831" y="118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F3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41">
                <a:extLst>
                  <a:ext uri="{FF2B5EF4-FFF2-40B4-BE49-F238E27FC236}">
                    <a16:creationId xmlns:a16="http://schemas.microsoft.com/office/drawing/2014/main" id="{3A5BC8E5-CED7-E0E7-3565-1C10B79F1594}"/>
                  </a:ext>
                </a:extLst>
              </p:cNvPr>
              <p:cNvSpPr/>
              <p:nvPr/>
            </p:nvSpPr>
            <p:spPr>
              <a:xfrm>
                <a:off x="7182023" y="2965255"/>
                <a:ext cx="302080" cy="640822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19996" extrusionOk="0">
                    <a:moveTo>
                      <a:pt x="4794" y="1"/>
                    </a:moveTo>
                    <a:cubicBezTo>
                      <a:pt x="3813" y="1"/>
                      <a:pt x="2283" y="708"/>
                      <a:pt x="800" y="1644"/>
                    </a:cubicBezTo>
                    <a:cubicBezTo>
                      <a:pt x="275" y="1963"/>
                      <a:pt x="1" y="2534"/>
                      <a:pt x="24" y="3105"/>
                    </a:cubicBezTo>
                    <a:cubicBezTo>
                      <a:pt x="526" y="12395"/>
                      <a:pt x="5935" y="19973"/>
                      <a:pt x="6666" y="19995"/>
                    </a:cubicBezTo>
                    <a:cubicBezTo>
                      <a:pt x="6667" y="19995"/>
                      <a:pt x="6669" y="19996"/>
                      <a:pt x="6670" y="19996"/>
                    </a:cubicBezTo>
                    <a:cubicBezTo>
                      <a:pt x="7472" y="19996"/>
                      <a:pt x="9426" y="8137"/>
                      <a:pt x="8378" y="2078"/>
                    </a:cubicBezTo>
                    <a:cubicBezTo>
                      <a:pt x="8286" y="1598"/>
                      <a:pt x="8013" y="1187"/>
                      <a:pt x="7579" y="959"/>
                    </a:cubicBezTo>
                    <a:cubicBezTo>
                      <a:pt x="6529" y="389"/>
                      <a:pt x="5547" y="1"/>
                      <a:pt x="4794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41">
                <a:extLst>
                  <a:ext uri="{FF2B5EF4-FFF2-40B4-BE49-F238E27FC236}">
                    <a16:creationId xmlns:a16="http://schemas.microsoft.com/office/drawing/2014/main" id="{42C0C268-3D52-C6F9-957B-236D9E23AE43}"/>
                  </a:ext>
                </a:extLst>
              </p:cNvPr>
              <p:cNvSpPr/>
              <p:nvPr/>
            </p:nvSpPr>
            <p:spPr>
              <a:xfrm>
                <a:off x="7160807" y="2950641"/>
                <a:ext cx="302817" cy="640822"/>
              </a:xfrm>
              <a:custGeom>
                <a:avLst/>
                <a:gdLst/>
                <a:ahLst/>
                <a:cxnLst/>
                <a:rect l="l" t="t" r="r" b="b"/>
                <a:pathLst>
                  <a:path w="9449" h="19996" extrusionOk="0">
                    <a:moveTo>
                      <a:pt x="4794" y="0"/>
                    </a:moveTo>
                    <a:cubicBezTo>
                      <a:pt x="3813" y="0"/>
                      <a:pt x="2306" y="730"/>
                      <a:pt x="800" y="1643"/>
                    </a:cubicBezTo>
                    <a:cubicBezTo>
                      <a:pt x="275" y="1963"/>
                      <a:pt x="1" y="2534"/>
                      <a:pt x="24" y="3104"/>
                    </a:cubicBezTo>
                    <a:cubicBezTo>
                      <a:pt x="526" y="12394"/>
                      <a:pt x="5936" y="19972"/>
                      <a:pt x="6666" y="19995"/>
                    </a:cubicBezTo>
                    <a:cubicBezTo>
                      <a:pt x="6667" y="19995"/>
                      <a:pt x="6669" y="19995"/>
                      <a:pt x="6671" y="19995"/>
                    </a:cubicBezTo>
                    <a:cubicBezTo>
                      <a:pt x="7472" y="19995"/>
                      <a:pt x="9449" y="8137"/>
                      <a:pt x="8378" y="2077"/>
                    </a:cubicBezTo>
                    <a:cubicBezTo>
                      <a:pt x="8309" y="1598"/>
                      <a:pt x="8013" y="1187"/>
                      <a:pt x="7579" y="959"/>
                    </a:cubicBezTo>
                    <a:cubicBezTo>
                      <a:pt x="6529" y="388"/>
                      <a:pt x="5547" y="0"/>
                      <a:pt x="47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41">
                <a:extLst>
                  <a:ext uri="{FF2B5EF4-FFF2-40B4-BE49-F238E27FC236}">
                    <a16:creationId xmlns:a16="http://schemas.microsoft.com/office/drawing/2014/main" id="{7BA6ECE0-DB74-7FAA-B795-EC40ED3BF8CD}"/>
                  </a:ext>
                </a:extLst>
              </p:cNvPr>
              <p:cNvSpPr/>
              <p:nvPr/>
            </p:nvSpPr>
            <p:spPr>
              <a:xfrm>
                <a:off x="7161544" y="2950641"/>
                <a:ext cx="278749" cy="640822"/>
              </a:xfrm>
              <a:custGeom>
                <a:avLst/>
                <a:gdLst/>
                <a:ahLst/>
                <a:cxnLst/>
                <a:rect l="l" t="t" r="r" b="b"/>
                <a:pathLst>
                  <a:path w="8698" h="19996" extrusionOk="0">
                    <a:moveTo>
                      <a:pt x="4771" y="0"/>
                    </a:moveTo>
                    <a:cubicBezTo>
                      <a:pt x="3835" y="0"/>
                      <a:pt x="2283" y="708"/>
                      <a:pt x="800" y="1643"/>
                    </a:cubicBezTo>
                    <a:cubicBezTo>
                      <a:pt x="297" y="1963"/>
                      <a:pt x="1" y="2534"/>
                      <a:pt x="24" y="3104"/>
                    </a:cubicBezTo>
                    <a:cubicBezTo>
                      <a:pt x="549" y="12394"/>
                      <a:pt x="5935" y="19972"/>
                      <a:pt x="6689" y="19995"/>
                    </a:cubicBezTo>
                    <a:cubicBezTo>
                      <a:pt x="6690" y="19995"/>
                      <a:pt x="6692" y="19995"/>
                      <a:pt x="6694" y="19995"/>
                    </a:cubicBezTo>
                    <a:cubicBezTo>
                      <a:pt x="6992" y="19995"/>
                      <a:pt x="7490" y="18244"/>
                      <a:pt x="7898" y="15704"/>
                    </a:cubicBezTo>
                    <a:cubicBezTo>
                      <a:pt x="7214" y="15476"/>
                      <a:pt x="6574" y="15110"/>
                      <a:pt x="5958" y="14608"/>
                    </a:cubicBezTo>
                    <a:cubicBezTo>
                      <a:pt x="3744" y="12714"/>
                      <a:pt x="3082" y="9861"/>
                      <a:pt x="4475" y="8171"/>
                    </a:cubicBezTo>
                    <a:cubicBezTo>
                      <a:pt x="5138" y="7413"/>
                      <a:pt x="6120" y="7037"/>
                      <a:pt x="7199" y="7037"/>
                    </a:cubicBezTo>
                    <a:cubicBezTo>
                      <a:pt x="7678" y="7037"/>
                      <a:pt x="8176" y="7111"/>
                      <a:pt x="8674" y="7258"/>
                    </a:cubicBezTo>
                    <a:cubicBezTo>
                      <a:pt x="8697" y="5364"/>
                      <a:pt x="8629" y="3561"/>
                      <a:pt x="8355" y="2077"/>
                    </a:cubicBezTo>
                    <a:cubicBezTo>
                      <a:pt x="8286" y="1598"/>
                      <a:pt x="7990" y="1187"/>
                      <a:pt x="7556" y="959"/>
                    </a:cubicBezTo>
                    <a:cubicBezTo>
                      <a:pt x="6506" y="388"/>
                      <a:pt x="5547" y="0"/>
                      <a:pt x="4771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41">
                <a:extLst>
                  <a:ext uri="{FF2B5EF4-FFF2-40B4-BE49-F238E27FC236}">
                    <a16:creationId xmlns:a16="http://schemas.microsoft.com/office/drawing/2014/main" id="{E03BB765-862E-D638-6770-6C432EE111EF}"/>
                  </a:ext>
                </a:extLst>
              </p:cNvPr>
              <p:cNvSpPr/>
              <p:nvPr/>
            </p:nvSpPr>
            <p:spPr>
              <a:xfrm>
                <a:off x="7357585" y="3557128"/>
                <a:ext cx="466740" cy="277307"/>
              </a:xfrm>
              <a:custGeom>
                <a:avLst/>
                <a:gdLst/>
                <a:ahLst/>
                <a:cxnLst/>
                <a:rect l="l" t="t" r="r" b="b"/>
                <a:pathLst>
                  <a:path w="14564" h="8653" extrusionOk="0">
                    <a:moveTo>
                      <a:pt x="11217" y="1"/>
                    </a:moveTo>
                    <a:cubicBezTo>
                      <a:pt x="9166" y="1"/>
                      <a:pt x="1735" y="1550"/>
                      <a:pt x="754" y="2030"/>
                    </a:cubicBezTo>
                    <a:cubicBezTo>
                      <a:pt x="1" y="2463"/>
                      <a:pt x="69" y="8352"/>
                      <a:pt x="1416" y="8512"/>
                    </a:cubicBezTo>
                    <a:cubicBezTo>
                      <a:pt x="2068" y="8588"/>
                      <a:pt x="3232" y="8653"/>
                      <a:pt x="4604" y="8653"/>
                    </a:cubicBezTo>
                    <a:cubicBezTo>
                      <a:pt x="8561" y="8653"/>
                      <a:pt x="14251" y="8118"/>
                      <a:pt x="14404" y="5796"/>
                    </a:cubicBezTo>
                    <a:cubicBezTo>
                      <a:pt x="14563" y="2691"/>
                      <a:pt x="12623" y="386"/>
                      <a:pt x="11642" y="44"/>
                    </a:cubicBezTo>
                    <a:cubicBezTo>
                      <a:pt x="11554" y="14"/>
                      <a:pt x="11409" y="1"/>
                      <a:pt x="112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41">
                <a:extLst>
                  <a:ext uri="{FF2B5EF4-FFF2-40B4-BE49-F238E27FC236}">
                    <a16:creationId xmlns:a16="http://schemas.microsoft.com/office/drawing/2014/main" id="{C0471D7C-08DD-FE78-E408-3A1C910965B6}"/>
                  </a:ext>
                </a:extLst>
              </p:cNvPr>
              <p:cNvSpPr/>
              <p:nvPr/>
            </p:nvSpPr>
            <p:spPr>
              <a:xfrm>
                <a:off x="7366366" y="3592157"/>
                <a:ext cx="455747" cy="242632"/>
              </a:xfrm>
              <a:custGeom>
                <a:avLst/>
                <a:gdLst/>
                <a:ahLst/>
                <a:cxnLst/>
                <a:rect l="l" t="t" r="r" b="b"/>
                <a:pathLst>
                  <a:path w="14221" h="7571" extrusionOk="0">
                    <a:moveTo>
                      <a:pt x="12623" y="1"/>
                    </a:moveTo>
                    <a:lnTo>
                      <a:pt x="12623" y="1"/>
                    </a:lnTo>
                    <a:cubicBezTo>
                      <a:pt x="12646" y="366"/>
                      <a:pt x="12669" y="754"/>
                      <a:pt x="12646" y="1119"/>
                    </a:cubicBezTo>
                    <a:cubicBezTo>
                      <a:pt x="12504" y="3437"/>
                      <a:pt x="6765" y="3958"/>
                      <a:pt x="2810" y="3958"/>
                    </a:cubicBezTo>
                    <a:cubicBezTo>
                      <a:pt x="1664" y="3958"/>
                      <a:pt x="667" y="3915"/>
                      <a:pt x="1" y="3858"/>
                    </a:cubicBezTo>
                    <a:lnTo>
                      <a:pt x="1" y="3858"/>
                    </a:lnTo>
                    <a:cubicBezTo>
                      <a:pt x="69" y="5547"/>
                      <a:pt x="412" y="7328"/>
                      <a:pt x="1142" y="7419"/>
                    </a:cubicBezTo>
                    <a:cubicBezTo>
                      <a:pt x="1815" y="7502"/>
                      <a:pt x="3007" y="7570"/>
                      <a:pt x="4405" y="7570"/>
                    </a:cubicBezTo>
                    <a:cubicBezTo>
                      <a:pt x="8363" y="7570"/>
                      <a:pt x="13972" y="7026"/>
                      <a:pt x="14107" y="4748"/>
                    </a:cubicBezTo>
                    <a:cubicBezTo>
                      <a:pt x="14221" y="2717"/>
                      <a:pt x="13445" y="1028"/>
                      <a:pt x="12623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41">
                <a:extLst>
                  <a:ext uri="{FF2B5EF4-FFF2-40B4-BE49-F238E27FC236}">
                    <a16:creationId xmlns:a16="http://schemas.microsoft.com/office/drawing/2014/main" id="{9125445B-39EA-F9E5-E9C2-6B4780053BBD}"/>
                  </a:ext>
                </a:extLst>
              </p:cNvPr>
              <p:cNvSpPr/>
              <p:nvPr/>
            </p:nvSpPr>
            <p:spPr>
              <a:xfrm>
                <a:off x="7328325" y="3643210"/>
                <a:ext cx="122197" cy="185331"/>
              </a:xfrm>
              <a:custGeom>
                <a:avLst/>
                <a:gdLst/>
                <a:ahLst/>
                <a:cxnLst/>
                <a:rect l="l" t="t" r="r" b="b"/>
                <a:pathLst>
                  <a:path w="3813" h="5783" extrusionOk="0">
                    <a:moveTo>
                      <a:pt x="1707" y="1"/>
                    </a:moveTo>
                    <a:cubicBezTo>
                      <a:pt x="1657" y="1"/>
                      <a:pt x="1606" y="2"/>
                      <a:pt x="1553" y="5"/>
                    </a:cubicBezTo>
                    <a:cubicBezTo>
                      <a:pt x="47" y="97"/>
                      <a:pt x="1" y="1398"/>
                      <a:pt x="115" y="2996"/>
                    </a:cubicBezTo>
                    <a:cubicBezTo>
                      <a:pt x="182" y="4552"/>
                      <a:pt x="725" y="5783"/>
                      <a:pt x="2166" y="5783"/>
                    </a:cubicBezTo>
                    <a:cubicBezTo>
                      <a:pt x="2204" y="5783"/>
                      <a:pt x="2244" y="5782"/>
                      <a:pt x="2283" y="5780"/>
                    </a:cubicBezTo>
                    <a:cubicBezTo>
                      <a:pt x="3790" y="5689"/>
                      <a:pt x="3813" y="4365"/>
                      <a:pt x="3721" y="2767"/>
                    </a:cubicBezTo>
                    <a:cubicBezTo>
                      <a:pt x="3655" y="1224"/>
                      <a:pt x="3121" y="1"/>
                      <a:pt x="17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41">
                <a:extLst>
                  <a:ext uri="{FF2B5EF4-FFF2-40B4-BE49-F238E27FC236}">
                    <a16:creationId xmlns:a16="http://schemas.microsoft.com/office/drawing/2014/main" id="{D4F421ED-EAF7-6B8C-4597-17BBB8267B89}"/>
                  </a:ext>
                </a:extLst>
              </p:cNvPr>
              <p:cNvSpPr/>
              <p:nvPr/>
            </p:nvSpPr>
            <p:spPr>
              <a:xfrm>
                <a:off x="7326883" y="3660837"/>
                <a:ext cx="78260" cy="165461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5163" extrusionOk="0">
                    <a:moveTo>
                      <a:pt x="819" y="0"/>
                    </a:moveTo>
                    <a:cubicBezTo>
                      <a:pt x="0" y="0"/>
                      <a:pt x="5" y="1161"/>
                      <a:pt x="160" y="2537"/>
                    </a:cubicBezTo>
                    <a:cubicBezTo>
                      <a:pt x="274" y="3975"/>
                      <a:pt x="662" y="5116"/>
                      <a:pt x="1552" y="5162"/>
                    </a:cubicBezTo>
                    <a:cubicBezTo>
                      <a:pt x="1561" y="5162"/>
                      <a:pt x="1570" y="5162"/>
                      <a:pt x="1578" y="5162"/>
                    </a:cubicBezTo>
                    <a:cubicBezTo>
                      <a:pt x="2442" y="5162"/>
                      <a:pt x="2396" y="4029"/>
                      <a:pt x="2283" y="2628"/>
                    </a:cubicBezTo>
                    <a:cubicBezTo>
                      <a:pt x="2169" y="1190"/>
                      <a:pt x="1781" y="49"/>
                      <a:pt x="890" y="3"/>
                    </a:cubicBezTo>
                    <a:cubicBezTo>
                      <a:pt x="866" y="1"/>
                      <a:pt x="842" y="0"/>
                      <a:pt x="819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41">
                <a:extLst>
                  <a:ext uri="{FF2B5EF4-FFF2-40B4-BE49-F238E27FC236}">
                    <a16:creationId xmlns:a16="http://schemas.microsoft.com/office/drawing/2014/main" id="{EE7BC13C-962A-FAC8-4872-9D4CF08F8340}"/>
                  </a:ext>
                </a:extLst>
              </p:cNvPr>
              <p:cNvSpPr/>
              <p:nvPr/>
            </p:nvSpPr>
            <p:spPr>
              <a:xfrm>
                <a:off x="6840417" y="3067682"/>
                <a:ext cx="207764" cy="545384"/>
              </a:xfrm>
              <a:custGeom>
                <a:avLst/>
                <a:gdLst/>
                <a:ahLst/>
                <a:cxnLst/>
                <a:rect l="l" t="t" r="r" b="b"/>
                <a:pathLst>
                  <a:path w="6483" h="17018" extrusionOk="0">
                    <a:moveTo>
                      <a:pt x="6483" y="0"/>
                    </a:moveTo>
                    <a:cubicBezTo>
                      <a:pt x="4702" y="160"/>
                      <a:pt x="3196" y="1438"/>
                      <a:pt x="2260" y="3378"/>
                    </a:cubicBezTo>
                    <a:cubicBezTo>
                      <a:pt x="1028" y="7829"/>
                      <a:pt x="0" y="14859"/>
                      <a:pt x="46" y="16046"/>
                    </a:cubicBezTo>
                    <a:cubicBezTo>
                      <a:pt x="66" y="16806"/>
                      <a:pt x="1152" y="17017"/>
                      <a:pt x="2353" y="17017"/>
                    </a:cubicBezTo>
                    <a:cubicBezTo>
                      <a:pt x="3859" y="17017"/>
                      <a:pt x="5547" y="16685"/>
                      <a:pt x="5547" y="16685"/>
                    </a:cubicBezTo>
                    <a:lnTo>
                      <a:pt x="64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41">
                <a:extLst>
                  <a:ext uri="{FF2B5EF4-FFF2-40B4-BE49-F238E27FC236}">
                    <a16:creationId xmlns:a16="http://schemas.microsoft.com/office/drawing/2014/main" id="{9DCD658C-ED78-B012-B39E-5BC889FA5601}"/>
                  </a:ext>
                </a:extLst>
              </p:cNvPr>
              <p:cNvSpPr/>
              <p:nvPr/>
            </p:nvSpPr>
            <p:spPr>
              <a:xfrm>
                <a:off x="7109625" y="2666723"/>
                <a:ext cx="325539" cy="352683"/>
              </a:xfrm>
              <a:custGeom>
                <a:avLst/>
                <a:gdLst/>
                <a:ahLst/>
                <a:cxnLst/>
                <a:rect l="l" t="t" r="r" b="b"/>
                <a:pathLst>
                  <a:path w="10158" h="11005" extrusionOk="0">
                    <a:moveTo>
                      <a:pt x="6034" y="0"/>
                    </a:moveTo>
                    <a:cubicBezTo>
                      <a:pt x="5576" y="0"/>
                      <a:pt x="5103" y="205"/>
                      <a:pt x="4679" y="779"/>
                    </a:cubicBezTo>
                    <a:cubicBezTo>
                      <a:pt x="4679" y="779"/>
                      <a:pt x="4406" y="720"/>
                      <a:pt x="4043" y="720"/>
                    </a:cubicBezTo>
                    <a:cubicBezTo>
                      <a:pt x="3421" y="720"/>
                      <a:pt x="2536" y="893"/>
                      <a:pt x="2306" y="1829"/>
                    </a:cubicBezTo>
                    <a:cubicBezTo>
                      <a:pt x="2306" y="1829"/>
                      <a:pt x="160" y="2263"/>
                      <a:pt x="160" y="3678"/>
                    </a:cubicBezTo>
                    <a:cubicBezTo>
                      <a:pt x="160" y="5116"/>
                      <a:pt x="548" y="5367"/>
                      <a:pt x="548" y="5367"/>
                    </a:cubicBezTo>
                    <a:cubicBezTo>
                      <a:pt x="548" y="5367"/>
                      <a:pt x="0" y="7467"/>
                      <a:pt x="936" y="8768"/>
                    </a:cubicBezTo>
                    <a:cubicBezTo>
                      <a:pt x="1872" y="10046"/>
                      <a:pt x="4109" y="11005"/>
                      <a:pt x="4109" y="11005"/>
                    </a:cubicBezTo>
                    <a:lnTo>
                      <a:pt x="8993" y="4522"/>
                    </a:lnTo>
                    <a:cubicBezTo>
                      <a:pt x="9975" y="4340"/>
                      <a:pt x="10157" y="2514"/>
                      <a:pt x="9678" y="2057"/>
                    </a:cubicBezTo>
                    <a:cubicBezTo>
                      <a:pt x="9176" y="1601"/>
                      <a:pt x="9359" y="802"/>
                      <a:pt x="9359" y="802"/>
                    </a:cubicBezTo>
                    <a:lnTo>
                      <a:pt x="9359" y="802"/>
                    </a:lnTo>
                    <a:cubicBezTo>
                      <a:pt x="9358" y="802"/>
                      <a:pt x="8354" y="893"/>
                      <a:pt x="8240" y="1281"/>
                    </a:cubicBezTo>
                    <a:cubicBezTo>
                      <a:pt x="8240" y="1281"/>
                      <a:pt x="7180" y="0"/>
                      <a:pt x="60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41">
                <a:extLst>
                  <a:ext uri="{FF2B5EF4-FFF2-40B4-BE49-F238E27FC236}">
                    <a16:creationId xmlns:a16="http://schemas.microsoft.com/office/drawing/2014/main" id="{1C68425B-D6A4-DB58-E621-40E720B8E0C0}"/>
                  </a:ext>
                </a:extLst>
              </p:cNvPr>
              <p:cNvSpPr/>
              <p:nvPr/>
            </p:nvSpPr>
            <p:spPr>
              <a:xfrm>
                <a:off x="7111067" y="2717263"/>
                <a:ext cx="325571" cy="303618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9474" extrusionOk="0">
                    <a:moveTo>
                      <a:pt x="2397" y="1"/>
                    </a:moveTo>
                    <a:lnTo>
                      <a:pt x="2397" y="1"/>
                    </a:lnTo>
                    <a:cubicBezTo>
                      <a:pt x="2264" y="109"/>
                      <a:pt x="2153" y="224"/>
                      <a:pt x="2063" y="344"/>
                    </a:cubicBezTo>
                    <a:lnTo>
                      <a:pt x="2063" y="344"/>
                    </a:lnTo>
                    <a:cubicBezTo>
                      <a:pt x="2225" y="296"/>
                      <a:pt x="2329" y="275"/>
                      <a:pt x="2329" y="275"/>
                    </a:cubicBezTo>
                    <a:cubicBezTo>
                      <a:pt x="2352" y="161"/>
                      <a:pt x="2375" y="92"/>
                      <a:pt x="2397" y="1"/>
                    </a:cubicBezTo>
                    <a:close/>
                    <a:moveTo>
                      <a:pt x="9428" y="115"/>
                    </a:moveTo>
                    <a:cubicBezTo>
                      <a:pt x="8606" y="594"/>
                      <a:pt x="4977" y="3082"/>
                      <a:pt x="3607" y="3082"/>
                    </a:cubicBezTo>
                    <a:cubicBezTo>
                      <a:pt x="2264" y="3082"/>
                      <a:pt x="1201" y="1492"/>
                      <a:pt x="2063" y="344"/>
                    </a:cubicBezTo>
                    <a:lnTo>
                      <a:pt x="2063" y="344"/>
                    </a:lnTo>
                    <a:cubicBezTo>
                      <a:pt x="1488" y="513"/>
                      <a:pt x="183" y="1020"/>
                      <a:pt x="183" y="2124"/>
                    </a:cubicBezTo>
                    <a:cubicBezTo>
                      <a:pt x="183" y="3562"/>
                      <a:pt x="549" y="3813"/>
                      <a:pt x="549" y="3813"/>
                    </a:cubicBezTo>
                    <a:cubicBezTo>
                      <a:pt x="549" y="3813"/>
                      <a:pt x="1" y="5935"/>
                      <a:pt x="959" y="7214"/>
                    </a:cubicBezTo>
                    <a:cubicBezTo>
                      <a:pt x="1895" y="8492"/>
                      <a:pt x="4109" y="9473"/>
                      <a:pt x="4109" y="9473"/>
                    </a:cubicBezTo>
                    <a:lnTo>
                      <a:pt x="8994" y="2922"/>
                    </a:lnTo>
                    <a:cubicBezTo>
                      <a:pt x="9998" y="2763"/>
                      <a:pt x="10158" y="937"/>
                      <a:pt x="9679" y="480"/>
                    </a:cubicBezTo>
                    <a:cubicBezTo>
                      <a:pt x="9542" y="366"/>
                      <a:pt x="9450" y="252"/>
                      <a:pt x="9428" y="115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41">
                <a:extLst>
                  <a:ext uri="{FF2B5EF4-FFF2-40B4-BE49-F238E27FC236}">
                    <a16:creationId xmlns:a16="http://schemas.microsoft.com/office/drawing/2014/main" id="{6CDD2FE8-C2B4-2F0D-EDDD-189E853BAC07}"/>
                  </a:ext>
                </a:extLst>
              </p:cNvPr>
              <p:cNvSpPr/>
              <p:nvPr/>
            </p:nvSpPr>
            <p:spPr>
              <a:xfrm>
                <a:off x="7308583" y="3029641"/>
                <a:ext cx="103898" cy="134728"/>
              </a:xfrm>
              <a:custGeom>
                <a:avLst/>
                <a:gdLst/>
                <a:ahLst/>
                <a:cxnLst/>
                <a:rect l="l" t="t" r="r" b="b"/>
                <a:pathLst>
                  <a:path w="3242" h="4204" extrusionOk="0">
                    <a:moveTo>
                      <a:pt x="2466" y="0"/>
                    </a:moveTo>
                    <a:lnTo>
                      <a:pt x="1" y="2579"/>
                    </a:lnTo>
                    <a:cubicBezTo>
                      <a:pt x="1" y="2579"/>
                      <a:pt x="1625" y="4204"/>
                      <a:pt x="1772" y="4204"/>
                    </a:cubicBezTo>
                    <a:cubicBezTo>
                      <a:pt x="1776" y="4204"/>
                      <a:pt x="1779" y="4202"/>
                      <a:pt x="1781" y="4200"/>
                    </a:cubicBezTo>
                    <a:cubicBezTo>
                      <a:pt x="3242" y="2374"/>
                      <a:pt x="2466" y="46"/>
                      <a:pt x="24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41">
                <a:extLst>
                  <a:ext uri="{FF2B5EF4-FFF2-40B4-BE49-F238E27FC236}">
                    <a16:creationId xmlns:a16="http://schemas.microsoft.com/office/drawing/2014/main" id="{CD938AA2-A973-87EF-D8CA-F52FCDF9F864}"/>
                  </a:ext>
                </a:extLst>
              </p:cNvPr>
              <p:cNvSpPr/>
              <p:nvPr/>
            </p:nvSpPr>
            <p:spPr>
              <a:xfrm>
                <a:off x="7206188" y="3003297"/>
                <a:ext cx="120723" cy="167608"/>
              </a:xfrm>
              <a:custGeom>
                <a:avLst/>
                <a:gdLst/>
                <a:ahLst/>
                <a:cxnLst/>
                <a:rect l="l" t="t" r="r" b="b"/>
                <a:pathLst>
                  <a:path w="3767" h="5230" extrusionOk="0">
                    <a:moveTo>
                      <a:pt x="0" y="0"/>
                    </a:moveTo>
                    <a:cubicBezTo>
                      <a:pt x="0" y="1"/>
                      <a:pt x="274" y="3424"/>
                      <a:pt x="2625" y="5227"/>
                    </a:cubicBezTo>
                    <a:cubicBezTo>
                      <a:pt x="2627" y="5229"/>
                      <a:pt x="2629" y="5230"/>
                      <a:pt x="2632" y="5230"/>
                    </a:cubicBezTo>
                    <a:cubicBezTo>
                      <a:pt x="2773" y="5230"/>
                      <a:pt x="3766" y="2648"/>
                      <a:pt x="3766" y="264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41">
                <a:extLst>
                  <a:ext uri="{FF2B5EF4-FFF2-40B4-BE49-F238E27FC236}">
                    <a16:creationId xmlns:a16="http://schemas.microsoft.com/office/drawing/2014/main" id="{6CBA203C-40DF-251C-A4E2-2620B9230E24}"/>
                  </a:ext>
                </a:extLst>
              </p:cNvPr>
              <p:cNvSpPr/>
              <p:nvPr/>
            </p:nvSpPr>
            <p:spPr>
              <a:xfrm>
                <a:off x="7300539" y="3156906"/>
                <a:ext cx="87810" cy="435269"/>
              </a:xfrm>
              <a:custGeom>
                <a:avLst/>
                <a:gdLst/>
                <a:ahLst/>
                <a:cxnLst/>
                <a:rect l="l" t="t" r="r" b="b"/>
                <a:pathLst>
                  <a:path w="2740" h="13582" extrusionOk="0">
                    <a:moveTo>
                      <a:pt x="914" y="1"/>
                    </a:moveTo>
                    <a:lnTo>
                      <a:pt x="526" y="138"/>
                    </a:lnTo>
                    <a:cubicBezTo>
                      <a:pt x="1" y="1735"/>
                      <a:pt x="411" y="9245"/>
                      <a:pt x="548" y="11642"/>
                    </a:cubicBezTo>
                    <a:cubicBezTo>
                      <a:pt x="1439" y="12874"/>
                      <a:pt x="2078" y="13559"/>
                      <a:pt x="2306" y="13582"/>
                    </a:cubicBezTo>
                    <a:cubicBezTo>
                      <a:pt x="2420" y="13582"/>
                      <a:pt x="2580" y="13353"/>
                      <a:pt x="2694" y="12897"/>
                    </a:cubicBezTo>
                    <a:cubicBezTo>
                      <a:pt x="2740" y="10477"/>
                      <a:pt x="914" y="1"/>
                      <a:pt x="9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41">
                <a:extLst>
                  <a:ext uri="{FF2B5EF4-FFF2-40B4-BE49-F238E27FC236}">
                    <a16:creationId xmlns:a16="http://schemas.microsoft.com/office/drawing/2014/main" id="{60675887-2458-A18B-8BE3-F4E96D713E47}"/>
                  </a:ext>
                </a:extLst>
              </p:cNvPr>
              <p:cNvSpPr/>
              <p:nvPr/>
            </p:nvSpPr>
            <p:spPr>
              <a:xfrm>
                <a:off x="7304192" y="3110083"/>
                <a:ext cx="40284" cy="61499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19" extrusionOk="0">
                    <a:moveTo>
                      <a:pt x="1051" y="1"/>
                    </a:moveTo>
                    <a:lnTo>
                      <a:pt x="1" y="69"/>
                    </a:lnTo>
                    <a:lnTo>
                      <a:pt x="1" y="1302"/>
                    </a:lnTo>
                    <a:lnTo>
                      <a:pt x="548" y="1895"/>
                    </a:lnTo>
                    <a:lnTo>
                      <a:pt x="777" y="1918"/>
                    </a:lnTo>
                    <a:lnTo>
                      <a:pt x="1256" y="1256"/>
                    </a:lnTo>
                    <a:lnTo>
                      <a:pt x="10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41">
                <a:extLst>
                  <a:ext uri="{FF2B5EF4-FFF2-40B4-BE49-F238E27FC236}">
                    <a16:creationId xmlns:a16="http://schemas.microsoft.com/office/drawing/2014/main" id="{B8CA80C0-D7F7-2656-8A99-F9742CC63566}"/>
                  </a:ext>
                </a:extLst>
              </p:cNvPr>
              <p:cNvSpPr/>
              <p:nvPr/>
            </p:nvSpPr>
            <p:spPr>
              <a:xfrm>
                <a:off x="7161544" y="3009162"/>
                <a:ext cx="179242" cy="553749"/>
              </a:xfrm>
              <a:custGeom>
                <a:avLst/>
                <a:gdLst/>
                <a:ahLst/>
                <a:cxnLst/>
                <a:rect l="l" t="t" r="r" b="b"/>
                <a:pathLst>
                  <a:path w="5593" h="17279" extrusionOk="0">
                    <a:moveTo>
                      <a:pt x="571" y="0"/>
                    </a:moveTo>
                    <a:cubicBezTo>
                      <a:pt x="206" y="297"/>
                      <a:pt x="1" y="799"/>
                      <a:pt x="24" y="1301"/>
                    </a:cubicBezTo>
                    <a:cubicBezTo>
                      <a:pt x="434" y="8559"/>
                      <a:pt x="3790" y="14836"/>
                      <a:pt x="5593" y="17279"/>
                    </a:cubicBezTo>
                    <a:cubicBezTo>
                      <a:pt x="4292" y="14791"/>
                      <a:pt x="1462" y="7350"/>
                      <a:pt x="5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41">
                <a:extLst>
                  <a:ext uri="{FF2B5EF4-FFF2-40B4-BE49-F238E27FC236}">
                    <a16:creationId xmlns:a16="http://schemas.microsoft.com/office/drawing/2014/main" id="{41FE668F-98F0-D555-82E7-F8097FF78257}"/>
                  </a:ext>
                </a:extLst>
              </p:cNvPr>
              <p:cNvSpPr/>
              <p:nvPr/>
            </p:nvSpPr>
            <p:spPr>
              <a:xfrm>
                <a:off x="7362713" y="2980606"/>
                <a:ext cx="111910" cy="617427"/>
              </a:xfrm>
              <a:custGeom>
                <a:avLst/>
                <a:gdLst/>
                <a:ahLst/>
                <a:cxnLst/>
                <a:rect l="l" t="t" r="r" b="b"/>
                <a:pathLst>
                  <a:path w="3492" h="19266" extrusionOk="0">
                    <a:moveTo>
                      <a:pt x="1233" y="1"/>
                    </a:moveTo>
                    <a:cubicBezTo>
                      <a:pt x="1598" y="6940"/>
                      <a:pt x="594" y="18124"/>
                      <a:pt x="1" y="18969"/>
                    </a:cubicBezTo>
                    <a:cubicBezTo>
                      <a:pt x="183" y="19151"/>
                      <a:pt x="320" y="19265"/>
                      <a:pt x="412" y="19265"/>
                    </a:cubicBezTo>
                    <a:cubicBezTo>
                      <a:pt x="412" y="19265"/>
                      <a:pt x="413" y="19265"/>
                      <a:pt x="414" y="19265"/>
                    </a:cubicBezTo>
                    <a:cubicBezTo>
                      <a:pt x="1169" y="19265"/>
                      <a:pt x="3492" y="7117"/>
                      <a:pt x="2397" y="1028"/>
                    </a:cubicBezTo>
                    <a:cubicBezTo>
                      <a:pt x="2306" y="549"/>
                      <a:pt x="1690" y="252"/>
                      <a:pt x="1279" y="24"/>
                    </a:cubicBezTo>
                    <a:cubicBezTo>
                      <a:pt x="1256" y="24"/>
                      <a:pt x="1256" y="1"/>
                      <a:pt x="1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41">
                <a:extLst>
                  <a:ext uri="{FF2B5EF4-FFF2-40B4-BE49-F238E27FC236}">
                    <a16:creationId xmlns:a16="http://schemas.microsoft.com/office/drawing/2014/main" id="{2833DBBB-6D5E-821F-AA77-7EDEAB72428B}"/>
                  </a:ext>
                </a:extLst>
              </p:cNvPr>
              <p:cNvSpPr/>
              <p:nvPr/>
            </p:nvSpPr>
            <p:spPr>
              <a:xfrm>
                <a:off x="7402229" y="2980606"/>
                <a:ext cx="48296" cy="20632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6438" extrusionOk="0">
                    <a:moveTo>
                      <a:pt x="0" y="1"/>
                    </a:moveTo>
                    <a:cubicBezTo>
                      <a:pt x="92" y="1873"/>
                      <a:pt x="92" y="4109"/>
                      <a:pt x="23" y="6323"/>
                    </a:cubicBezTo>
                    <a:cubicBezTo>
                      <a:pt x="480" y="6369"/>
                      <a:pt x="959" y="6392"/>
                      <a:pt x="1415" y="6438"/>
                    </a:cubicBezTo>
                    <a:cubicBezTo>
                      <a:pt x="1507" y="4452"/>
                      <a:pt x="1461" y="2534"/>
                      <a:pt x="1164" y="1028"/>
                    </a:cubicBezTo>
                    <a:cubicBezTo>
                      <a:pt x="1073" y="549"/>
                      <a:pt x="457" y="252"/>
                      <a:pt x="46" y="24"/>
                    </a:cubicBezTo>
                    <a:cubicBezTo>
                      <a:pt x="23" y="24"/>
                      <a:pt x="23" y="1"/>
                      <a:pt x="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41">
                <a:extLst>
                  <a:ext uri="{FF2B5EF4-FFF2-40B4-BE49-F238E27FC236}">
                    <a16:creationId xmlns:a16="http://schemas.microsoft.com/office/drawing/2014/main" id="{43A0D415-5305-2306-ADA5-5B401EED4C9B}"/>
                  </a:ext>
                </a:extLst>
              </p:cNvPr>
              <p:cNvSpPr/>
              <p:nvPr/>
            </p:nvSpPr>
            <p:spPr>
              <a:xfrm>
                <a:off x="7361976" y="3503639"/>
                <a:ext cx="44674" cy="94412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2946" extrusionOk="0">
                    <a:moveTo>
                      <a:pt x="549" y="1"/>
                    </a:moveTo>
                    <a:cubicBezTo>
                      <a:pt x="366" y="1416"/>
                      <a:pt x="161" y="2420"/>
                      <a:pt x="1" y="2649"/>
                    </a:cubicBezTo>
                    <a:cubicBezTo>
                      <a:pt x="161" y="2831"/>
                      <a:pt x="320" y="2945"/>
                      <a:pt x="389" y="2945"/>
                    </a:cubicBezTo>
                    <a:cubicBezTo>
                      <a:pt x="617" y="2945"/>
                      <a:pt x="1028" y="1873"/>
                      <a:pt x="1393" y="206"/>
                    </a:cubicBezTo>
                    <a:cubicBezTo>
                      <a:pt x="1119" y="138"/>
                      <a:pt x="823" y="92"/>
                      <a:pt x="549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41">
                <a:extLst>
                  <a:ext uri="{FF2B5EF4-FFF2-40B4-BE49-F238E27FC236}">
                    <a16:creationId xmlns:a16="http://schemas.microsoft.com/office/drawing/2014/main" id="{DD435116-E4B8-401F-70D7-3023AD725029}"/>
                  </a:ext>
                </a:extLst>
              </p:cNvPr>
              <p:cNvSpPr/>
              <p:nvPr/>
            </p:nvSpPr>
            <p:spPr>
              <a:xfrm>
                <a:off x="7190131" y="2742646"/>
                <a:ext cx="255258" cy="376174"/>
              </a:xfrm>
              <a:custGeom>
                <a:avLst/>
                <a:gdLst/>
                <a:ahLst/>
                <a:cxnLst/>
                <a:rect l="l" t="t" r="r" b="b"/>
                <a:pathLst>
                  <a:path w="7965" h="11738" extrusionOk="0">
                    <a:moveTo>
                      <a:pt x="4758" y="0"/>
                    </a:moveTo>
                    <a:cubicBezTo>
                      <a:pt x="3369" y="0"/>
                      <a:pt x="0" y="2402"/>
                      <a:pt x="22" y="3089"/>
                    </a:cubicBezTo>
                    <a:cubicBezTo>
                      <a:pt x="45" y="3819"/>
                      <a:pt x="1346" y="10758"/>
                      <a:pt x="1916" y="11238"/>
                    </a:cubicBezTo>
                    <a:cubicBezTo>
                      <a:pt x="2269" y="11536"/>
                      <a:pt x="3514" y="11737"/>
                      <a:pt x="4697" y="11737"/>
                    </a:cubicBezTo>
                    <a:cubicBezTo>
                      <a:pt x="5506" y="11737"/>
                      <a:pt x="6287" y="11643"/>
                      <a:pt x="6732" y="11420"/>
                    </a:cubicBezTo>
                    <a:cubicBezTo>
                      <a:pt x="7006" y="11283"/>
                      <a:pt x="7668" y="10370"/>
                      <a:pt x="7805" y="9754"/>
                    </a:cubicBezTo>
                    <a:cubicBezTo>
                      <a:pt x="7965" y="9183"/>
                      <a:pt x="7326" y="5143"/>
                      <a:pt x="7326" y="5143"/>
                    </a:cubicBezTo>
                    <a:cubicBezTo>
                      <a:pt x="7326" y="5143"/>
                      <a:pt x="7486" y="4938"/>
                      <a:pt x="7531" y="4641"/>
                    </a:cubicBezTo>
                    <a:cubicBezTo>
                      <a:pt x="7668" y="3477"/>
                      <a:pt x="6162" y="373"/>
                      <a:pt x="4998" y="30"/>
                    </a:cubicBezTo>
                    <a:cubicBezTo>
                      <a:pt x="4927" y="10"/>
                      <a:pt x="4846" y="0"/>
                      <a:pt x="4758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41">
                <a:extLst>
                  <a:ext uri="{FF2B5EF4-FFF2-40B4-BE49-F238E27FC236}">
                    <a16:creationId xmlns:a16="http://schemas.microsoft.com/office/drawing/2014/main" id="{31B3CFFA-11DF-3465-3DAE-8D67B3C6ADB2}"/>
                  </a:ext>
                </a:extLst>
              </p:cNvPr>
              <p:cNvSpPr/>
              <p:nvPr/>
            </p:nvSpPr>
            <p:spPr>
              <a:xfrm>
                <a:off x="7190804" y="2802865"/>
                <a:ext cx="252406" cy="316469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9875" extrusionOk="0">
                    <a:moveTo>
                      <a:pt x="1028" y="0"/>
                    </a:moveTo>
                    <a:cubicBezTo>
                      <a:pt x="434" y="502"/>
                      <a:pt x="1" y="982"/>
                      <a:pt x="1" y="1210"/>
                    </a:cubicBezTo>
                    <a:cubicBezTo>
                      <a:pt x="24" y="1918"/>
                      <a:pt x="1279" y="8857"/>
                      <a:pt x="1895" y="9359"/>
                    </a:cubicBezTo>
                    <a:cubicBezTo>
                      <a:pt x="2245" y="9668"/>
                      <a:pt x="3470" y="9875"/>
                      <a:pt x="4644" y="9875"/>
                    </a:cubicBezTo>
                    <a:cubicBezTo>
                      <a:pt x="5461" y="9875"/>
                      <a:pt x="6253" y="9775"/>
                      <a:pt x="6711" y="9541"/>
                    </a:cubicBezTo>
                    <a:cubicBezTo>
                      <a:pt x="6985" y="9404"/>
                      <a:pt x="7647" y="8491"/>
                      <a:pt x="7784" y="7921"/>
                    </a:cubicBezTo>
                    <a:cubicBezTo>
                      <a:pt x="7875" y="7624"/>
                      <a:pt x="7739" y="6483"/>
                      <a:pt x="7624" y="5410"/>
                    </a:cubicBezTo>
                    <a:cubicBezTo>
                      <a:pt x="7453" y="5488"/>
                      <a:pt x="7300" y="5525"/>
                      <a:pt x="7160" y="5525"/>
                    </a:cubicBezTo>
                    <a:cubicBezTo>
                      <a:pt x="6197" y="5525"/>
                      <a:pt x="5844" y="3794"/>
                      <a:pt x="4429" y="1940"/>
                    </a:cubicBezTo>
                    <a:cubicBezTo>
                      <a:pt x="3721" y="1005"/>
                      <a:pt x="1370" y="1027"/>
                      <a:pt x="1028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41">
                <a:extLst>
                  <a:ext uri="{FF2B5EF4-FFF2-40B4-BE49-F238E27FC236}">
                    <a16:creationId xmlns:a16="http://schemas.microsoft.com/office/drawing/2014/main" id="{94D7B25C-F193-6ECA-B4FD-F73EC65CB103}"/>
                  </a:ext>
                </a:extLst>
              </p:cNvPr>
              <p:cNvSpPr/>
              <p:nvPr/>
            </p:nvSpPr>
            <p:spPr>
              <a:xfrm>
                <a:off x="7149846" y="2721878"/>
                <a:ext cx="288235" cy="280704"/>
              </a:xfrm>
              <a:custGeom>
                <a:avLst/>
                <a:gdLst/>
                <a:ahLst/>
                <a:cxnLst/>
                <a:rect l="l" t="t" r="r" b="b"/>
                <a:pathLst>
                  <a:path w="8994" h="8759" extrusionOk="0">
                    <a:moveTo>
                      <a:pt x="5591" y="1"/>
                    </a:moveTo>
                    <a:cubicBezTo>
                      <a:pt x="3406" y="1"/>
                      <a:pt x="1320" y="1015"/>
                      <a:pt x="799" y="2116"/>
                    </a:cubicBezTo>
                    <a:cubicBezTo>
                      <a:pt x="1" y="3760"/>
                      <a:pt x="2032" y="8759"/>
                      <a:pt x="2032" y="8759"/>
                    </a:cubicBezTo>
                    <a:lnTo>
                      <a:pt x="2968" y="8120"/>
                    </a:lnTo>
                    <a:cubicBezTo>
                      <a:pt x="2968" y="8120"/>
                      <a:pt x="2557" y="6225"/>
                      <a:pt x="2899" y="5335"/>
                    </a:cubicBezTo>
                    <a:cubicBezTo>
                      <a:pt x="3191" y="4595"/>
                      <a:pt x="2030" y="2799"/>
                      <a:pt x="3716" y="2799"/>
                    </a:cubicBezTo>
                    <a:cubicBezTo>
                      <a:pt x="3747" y="2799"/>
                      <a:pt x="3779" y="2800"/>
                      <a:pt x="3812" y="2801"/>
                    </a:cubicBezTo>
                    <a:cubicBezTo>
                      <a:pt x="3900" y="2805"/>
                      <a:pt x="3984" y="2806"/>
                      <a:pt x="4063" y="2806"/>
                    </a:cubicBezTo>
                    <a:cubicBezTo>
                      <a:pt x="6655" y="2806"/>
                      <a:pt x="4699" y="1086"/>
                      <a:pt x="5675" y="1086"/>
                    </a:cubicBezTo>
                    <a:cubicBezTo>
                      <a:pt x="5699" y="1086"/>
                      <a:pt x="5725" y="1087"/>
                      <a:pt x="5753" y="1089"/>
                    </a:cubicBezTo>
                    <a:cubicBezTo>
                      <a:pt x="6299" y="1110"/>
                      <a:pt x="7205" y="2727"/>
                      <a:pt x="7800" y="2727"/>
                    </a:cubicBezTo>
                    <a:cubicBezTo>
                      <a:pt x="7877" y="2727"/>
                      <a:pt x="7948" y="2701"/>
                      <a:pt x="8012" y="2641"/>
                    </a:cubicBezTo>
                    <a:cubicBezTo>
                      <a:pt x="8560" y="2139"/>
                      <a:pt x="8994" y="405"/>
                      <a:pt x="6506" y="62"/>
                    </a:cubicBezTo>
                    <a:cubicBezTo>
                      <a:pt x="6202" y="20"/>
                      <a:pt x="5895" y="1"/>
                      <a:pt x="55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41">
                <a:extLst>
                  <a:ext uri="{FF2B5EF4-FFF2-40B4-BE49-F238E27FC236}">
                    <a16:creationId xmlns:a16="http://schemas.microsoft.com/office/drawing/2014/main" id="{7078F076-D250-D201-4B5F-FD4B570C2303}"/>
                  </a:ext>
                </a:extLst>
              </p:cNvPr>
              <p:cNvSpPr/>
              <p:nvPr/>
            </p:nvSpPr>
            <p:spPr>
              <a:xfrm>
                <a:off x="7149846" y="2721878"/>
                <a:ext cx="288235" cy="280704"/>
              </a:xfrm>
              <a:custGeom>
                <a:avLst/>
                <a:gdLst/>
                <a:ahLst/>
                <a:cxnLst/>
                <a:rect l="l" t="t" r="r" b="b"/>
                <a:pathLst>
                  <a:path w="8994" h="8759" extrusionOk="0">
                    <a:moveTo>
                      <a:pt x="5591" y="1"/>
                    </a:moveTo>
                    <a:cubicBezTo>
                      <a:pt x="3406" y="1"/>
                      <a:pt x="1320" y="1015"/>
                      <a:pt x="799" y="2116"/>
                    </a:cubicBezTo>
                    <a:cubicBezTo>
                      <a:pt x="1" y="3760"/>
                      <a:pt x="2032" y="8759"/>
                      <a:pt x="2032" y="8759"/>
                    </a:cubicBezTo>
                    <a:lnTo>
                      <a:pt x="2968" y="8120"/>
                    </a:lnTo>
                    <a:cubicBezTo>
                      <a:pt x="2968" y="8120"/>
                      <a:pt x="2557" y="6225"/>
                      <a:pt x="2899" y="5335"/>
                    </a:cubicBezTo>
                    <a:cubicBezTo>
                      <a:pt x="3191" y="4595"/>
                      <a:pt x="2030" y="2799"/>
                      <a:pt x="3716" y="2799"/>
                    </a:cubicBezTo>
                    <a:cubicBezTo>
                      <a:pt x="3747" y="2799"/>
                      <a:pt x="3779" y="2800"/>
                      <a:pt x="3812" y="2801"/>
                    </a:cubicBezTo>
                    <a:cubicBezTo>
                      <a:pt x="3900" y="2805"/>
                      <a:pt x="3984" y="2806"/>
                      <a:pt x="4063" y="2806"/>
                    </a:cubicBezTo>
                    <a:cubicBezTo>
                      <a:pt x="6655" y="2806"/>
                      <a:pt x="4699" y="1086"/>
                      <a:pt x="5675" y="1086"/>
                    </a:cubicBezTo>
                    <a:cubicBezTo>
                      <a:pt x="5699" y="1086"/>
                      <a:pt x="5725" y="1087"/>
                      <a:pt x="5753" y="1089"/>
                    </a:cubicBezTo>
                    <a:cubicBezTo>
                      <a:pt x="6299" y="1110"/>
                      <a:pt x="7205" y="2727"/>
                      <a:pt x="7800" y="2727"/>
                    </a:cubicBezTo>
                    <a:cubicBezTo>
                      <a:pt x="7877" y="2727"/>
                      <a:pt x="7948" y="2701"/>
                      <a:pt x="8012" y="2641"/>
                    </a:cubicBezTo>
                    <a:cubicBezTo>
                      <a:pt x="8560" y="2139"/>
                      <a:pt x="8994" y="405"/>
                      <a:pt x="6506" y="62"/>
                    </a:cubicBezTo>
                    <a:cubicBezTo>
                      <a:pt x="6202" y="20"/>
                      <a:pt x="5895" y="1"/>
                      <a:pt x="5591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41">
                <a:extLst>
                  <a:ext uri="{FF2B5EF4-FFF2-40B4-BE49-F238E27FC236}">
                    <a16:creationId xmlns:a16="http://schemas.microsoft.com/office/drawing/2014/main" id="{ED42B3ED-6D77-A600-70AF-6116962748FF}"/>
                  </a:ext>
                </a:extLst>
              </p:cNvPr>
              <p:cNvSpPr/>
              <p:nvPr/>
            </p:nvSpPr>
            <p:spPr>
              <a:xfrm>
                <a:off x="7205450" y="2946955"/>
                <a:ext cx="92201" cy="46116"/>
              </a:xfrm>
              <a:custGeom>
                <a:avLst/>
                <a:gdLst/>
                <a:ahLst/>
                <a:cxnLst/>
                <a:rect l="l" t="t" r="r" b="b"/>
                <a:pathLst>
                  <a:path w="2877" h="1439" extrusionOk="0">
                    <a:moveTo>
                      <a:pt x="0" y="1"/>
                    </a:moveTo>
                    <a:lnTo>
                      <a:pt x="92" y="161"/>
                    </a:lnTo>
                    <a:lnTo>
                      <a:pt x="2876" y="1439"/>
                    </a:lnTo>
                    <a:lnTo>
                      <a:pt x="2808" y="118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41">
                <a:extLst>
                  <a:ext uri="{FF2B5EF4-FFF2-40B4-BE49-F238E27FC236}">
                    <a16:creationId xmlns:a16="http://schemas.microsoft.com/office/drawing/2014/main" id="{4C976F44-311B-EC31-6364-5E0B8D7D917C}"/>
                  </a:ext>
                </a:extLst>
              </p:cNvPr>
              <p:cNvSpPr/>
              <p:nvPr/>
            </p:nvSpPr>
            <p:spPr>
              <a:xfrm>
                <a:off x="7174716" y="2938975"/>
                <a:ext cx="76850" cy="83291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599" extrusionOk="0">
                    <a:moveTo>
                      <a:pt x="616" y="1"/>
                    </a:moveTo>
                    <a:cubicBezTo>
                      <a:pt x="464" y="1"/>
                      <a:pt x="336" y="59"/>
                      <a:pt x="252" y="181"/>
                    </a:cubicBezTo>
                    <a:cubicBezTo>
                      <a:pt x="1" y="547"/>
                      <a:pt x="229" y="1346"/>
                      <a:pt x="731" y="1939"/>
                    </a:cubicBezTo>
                    <a:cubicBezTo>
                      <a:pt x="1081" y="2365"/>
                      <a:pt x="1472" y="2598"/>
                      <a:pt x="1767" y="2598"/>
                    </a:cubicBezTo>
                    <a:cubicBezTo>
                      <a:pt x="1915" y="2598"/>
                      <a:pt x="2040" y="2540"/>
                      <a:pt x="2123" y="2418"/>
                    </a:cubicBezTo>
                    <a:cubicBezTo>
                      <a:pt x="2397" y="2030"/>
                      <a:pt x="2169" y="1231"/>
                      <a:pt x="1644" y="638"/>
                    </a:cubicBezTo>
                    <a:cubicBezTo>
                      <a:pt x="1310" y="229"/>
                      <a:pt x="917" y="1"/>
                      <a:pt x="616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41">
                <a:extLst>
                  <a:ext uri="{FF2B5EF4-FFF2-40B4-BE49-F238E27FC236}">
                    <a16:creationId xmlns:a16="http://schemas.microsoft.com/office/drawing/2014/main" id="{6D08170A-B603-BC7B-93EC-8D6D7EBC011C}"/>
                  </a:ext>
                </a:extLst>
              </p:cNvPr>
              <p:cNvSpPr/>
              <p:nvPr/>
            </p:nvSpPr>
            <p:spPr>
              <a:xfrm>
                <a:off x="6999891" y="2652173"/>
                <a:ext cx="130978" cy="472572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14746" extrusionOk="0">
                    <a:moveTo>
                      <a:pt x="3287" y="0"/>
                    </a:moveTo>
                    <a:cubicBezTo>
                      <a:pt x="3287" y="0"/>
                      <a:pt x="776" y="1370"/>
                      <a:pt x="0" y="4999"/>
                    </a:cubicBezTo>
                    <a:lnTo>
                      <a:pt x="1941" y="14745"/>
                    </a:lnTo>
                    <a:lnTo>
                      <a:pt x="3903" y="11413"/>
                    </a:lnTo>
                    <a:lnTo>
                      <a:pt x="4086" y="6985"/>
                    </a:lnTo>
                    <a:lnTo>
                      <a:pt x="32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41">
                <a:extLst>
                  <a:ext uri="{FF2B5EF4-FFF2-40B4-BE49-F238E27FC236}">
                    <a16:creationId xmlns:a16="http://schemas.microsoft.com/office/drawing/2014/main" id="{0CEAC4E5-0E53-158E-F859-469762BB02F2}"/>
                  </a:ext>
                </a:extLst>
              </p:cNvPr>
              <p:cNvSpPr/>
              <p:nvPr/>
            </p:nvSpPr>
            <p:spPr>
              <a:xfrm>
                <a:off x="7033542" y="2819691"/>
                <a:ext cx="218756" cy="39283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12258" extrusionOk="0">
                    <a:moveTo>
                      <a:pt x="2306" y="0"/>
                    </a:moveTo>
                    <a:lnTo>
                      <a:pt x="0" y="6095"/>
                    </a:lnTo>
                    <a:lnTo>
                      <a:pt x="2876" y="9473"/>
                    </a:lnTo>
                    <a:lnTo>
                      <a:pt x="4406" y="12257"/>
                    </a:lnTo>
                    <a:lnTo>
                      <a:pt x="5159" y="8126"/>
                    </a:lnTo>
                    <a:lnTo>
                      <a:pt x="6825" y="5478"/>
                    </a:lnTo>
                    <a:lnTo>
                      <a:pt x="3766" y="3287"/>
                    </a:lnTo>
                    <a:lnTo>
                      <a:pt x="23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41">
                <a:extLst>
                  <a:ext uri="{FF2B5EF4-FFF2-40B4-BE49-F238E27FC236}">
                    <a16:creationId xmlns:a16="http://schemas.microsoft.com/office/drawing/2014/main" id="{98558BD2-56B6-3AFE-D540-09D73370FCA9}"/>
                  </a:ext>
                </a:extLst>
              </p:cNvPr>
              <p:cNvSpPr/>
              <p:nvPr/>
            </p:nvSpPr>
            <p:spPr>
              <a:xfrm>
                <a:off x="7033542" y="2819691"/>
                <a:ext cx="218756" cy="39283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12258" extrusionOk="0">
                    <a:moveTo>
                      <a:pt x="2306" y="0"/>
                    </a:moveTo>
                    <a:lnTo>
                      <a:pt x="0" y="6095"/>
                    </a:lnTo>
                    <a:lnTo>
                      <a:pt x="2876" y="9473"/>
                    </a:lnTo>
                    <a:lnTo>
                      <a:pt x="4406" y="12257"/>
                    </a:lnTo>
                    <a:lnTo>
                      <a:pt x="5159" y="8126"/>
                    </a:lnTo>
                    <a:lnTo>
                      <a:pt x="6825" y="5478"/>
                    </a:lnTo>
                    <a:lnTo>
                      <a:pt x="3766" y="3287"/>
                    </a:lnTo>
                    <a:lnTo>
                      <a:pt x="2306" y="0"/>
                    </a:ln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41">
                <a:extLst>
                  <a:ext uri="{FF2B5EF4-FFF2-40B4-BE49-F238E27FC236}">
                    <a16:creationId xmlns:a16="http://schemas.microsoft.com/office/drawing/2014/main" id="{33E099FB-1EE0-D593-34AF-13FFBA20D40C}"/>
                  </a:ext>
                </a:extLst>
              </p:cNvPr>
              <p:cNvSpPr/>
              <p:nvPr/>
            </p:nvSpPr>
            <p:spPr>
              <a:xfrm>
                <a:off x="6999891" y="2652173"/>
                <a:ext cx="130978" cy="472572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14746" extrusionOk="0">
                    <a:moveTo>
                      <a:pt x="3287" y="0"/>
                    </a:moveTo>
                    <a:cubicBezTo>
                      <a:pt x="3287" y="0"/>
                      <a:pt x="776" y="1370"/>
                      <a:pt x="0" y="4999"/>
                    </a:cubicBezTo>
                    <a:lnTo>
                      <a:pt x="1941" y="14745"/>
                    </a:lnTo>
                    <a:lnTo>
                      <a:pt x="3903" y="11413"/>
                    </a:lnTo>
                    <a:lnTo>
                      <a:pt x="4086" y="6985"/>
                    </a:lnTo>
                    <a:lnTo>
                      <a:pt x="3287" y="0"/>
                    </a:ln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41">
                <a:extLst>
                  <a:ext uri="{FF2B5EF4-FFF2-40B4-BE49-F238E27FC236}">
                    <a16:creationId xmlns:a16="http://schemas.microsoft.com/office/drawing/2014/main" id="{5F11EBFA-9A17-3920-3D51-377740B47311}"/>
                  </a:ext>
                </a:extLst>
              </p:cNvPr>
              <p:cNvSpPr/>
              <p:nvPr/>
            </p:nvSpPr>
            <p:spPr>
              <a:xfrm>
                <a:off x="7012326" y="2737037"/>
                <a:ext cx="229716" cy="400145"/>
              </a:xfrm>
              <a:custGeom>
                <a:avLst/>
                <a:gdLst/>
                <a:ahLst/>
                <a:cxnLst/>
                <a:rect l="l" t="t" r="r" b="b"/>
                <a:pathLst>
                  <a:path w="7168" h="12486" extrusionOk="0">
                    <a:moveTo>
                      <a:pt x="2580" y="0"/>
                    </a:moveTo>
                    <a:lnTo>
                      <a:pt x="274" y="2237"/>
                    </a:lnTo>
                    <a:lnTo>
                      <a:pt x="0" y="4337"/>
                    </a:lnTo>
                    <a:lnTo>
                      <a:pt x="2854" y="10043"/>
                    </a:lnTo>
                    <a:lnTo>
                      <a:pt x="4862" y="12485"/>
                    </a:lnTo>
                    <a:lnTo>
                      <a:pt x="5593" y="8856"/>
                    </a:lnTo>
                    <a:lnTo>
                      <a:pt x="7168" y="6277"/>
                    </a:lnTo>
                    <a:lnTo>
                      <a:pt x="3767" y="2922"/>
                    </a:lnTo>
                    <a:lnTo>
                      <a:pt x="258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41">
                <a:extLst>
                  <a:ext uri="{FF2B5EF4-FFF2-40B4-BE49-F238E27FC236}">
                    <a16:creationId xmlns:a16="http://schemas.microsoft.com/office/drawing/2014/main" id="{A769694E-DA10-A7BF-B6C3-963BD5AD5422}"/>
                  </a:ext>
                </a:extLst>
              </p:cNvPr>
              <p:cNvSpPr/>
              <p:nvPr/>
            </p:nvSpPr>
            <p:spPr>
              <a:xfrm>
                <a:off x="7012326" y="2737037"/>
                <a:ext cx="229716" cy="400145"/>
              </a:xfrm>
              <a:custGeom>
                <a:avLst/>
                <a:gdLst/>
                <a:ahLst/>
                <a:cxnLst/>
                <a:rect l="l" t="t" r="r" b="b"/>
                <a:pathLst>
                  <a:path w="7168" h="12486" extrusionOk="0">
                    <a:moveTo>
                      <a:pt x="2580" y="0"/>
                    </a:moveTo>
                    <a:lnTo>
                      <a:pt x="274" y="2237"/>
                    </a:lnTo>
                    <a:lnTo>
                      <a:pt x="0" y="4337"/>
                    </a:lnTo>
                    <a:lnTo>
                      <a:pt x="2854" y="10043"/>
                    </a:lnTo>
                    <a:lnTo>
                      <a:pt x="4862" y="12485"/>
                    </a:lnTo>
                    <a:lnTo>
                      <a:pt x="5593" y="8856"/>
                    </a:lnTo>
                    <a:lnTo>
                      <a:pt x="7168" y="6277"/>
                    </a:lnTo>
                    <a:lnTo>
                      <a:pt x="3767" y="2922"/>
                    </a:lnTo>
                    <a:lnTo>
                      <a:pt x="2580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41">
                <a:extLst>
                  <a:ext uri="{FF2B5EF4-FFF2-40B4-BE49-F238E27FC236}">
                    <a16:creationId xmlns:a16="http://schemas.microsoft.com/office/drawing/2014/main" id="{9990D30A-FDC4-18D5-BBDD-B648815800D3}"/>
                  </a:ext>
                </a:extLst>
              </p:cNvPr>
              <p:cNvSpPr/>
              <p:nvPr/>
            </p:nvSpPr>
            <p:spPr>
              <a:xfrm>
                <a:off x="6792857" y="2654352"/>
                <a:ext cx="335794" cy="477700"/>
              </a:xfrm>
              <a:custGeom>
                <a:avLst/>
                <a:gdLst/>
                <a:ahLst/>
                <a:cxnLst/>
                <a:rect l="l" t="t" r="r" b="b"/>
                <a:pathLst>
                  <a:path w="10478" h="14906" extrusionOk="0">
                    <a:moveTo>
                      <a:pt x="5525" y="1"/>
                    </a:moveTo>
                    <a:cubicBezTo>
                      <a:pt x="5525" y="1"/>
                      <a:pt x="2603" y="3379"/>
                      <a:pt x="2283" y="4064"/>
                    </a:cubicBezTo>
                    <a:cubicBezTo>
                      <a:pt x="1987" y="4748"/>
                      <a:pt x="1" y="9884"/>
                      <a:pt x="298" y="10112"/>
                    </a:cubicBezTo>
                    <a:cubicBezTo>
                      <a:pt x="571" y="10341"/>
                      <a:pt x="5821" y="11824"/>
                      <a:pt x="5821" y="11824"/>
                    </a:cubicBezTo>
                    <a:lnTo>
                      <a:pt x="7191" y="13011"/>
                    </a:lnTo>
                    <a:lnTo>
                      <a:pt x="9428" y="14906"/>
                    </a:lnTo>
                    <a:lnTo>
                      <a:pt x="10478" y="8104"/>
                    </a:lnTo>
                    <a:lnTo>
                      <a:pt x="9884" y="4748"/>
                    </a:lnTo>
                    <a:lnTo>
                      <a:pt x="552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41">
                <a:extLst>
                  <a:ext uri="{FF2B5EF4-FFF2-40B4-BE49-F238E27FC236}">
                    <a16:creationId xmlns:a16="http://schemas.microsoft.com/office/drawing/2014/main" id="{C32A801D-1728-2627-0713-094204590EB0}"/>
                  </a:ext>
                </a:extLst>
              </p:cNvPr>
              <p:cNvSpPr/>
              <p:nvPr/>
            </p:nvSpPr>
            <p:spPr>
              <a:xfrm>
                <a:off x="6913548" y="2849688"/>
                <a:ext cx="215103" cy="295542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9222" extrusionOk="0">
                    <a:moveTo>
                      <a:pt x="2169" y="0"/>
                    </a:moveTo>
                    <a:cubicBezTo>
                      <a:pt x="2169" y="0"/>
                      <a:pt x="1713" y="2830"/>
                      <a:pt x="1005" y="4428"/>
                    </a:cubicBezTo>
                    <a:cubicBezTo>
                      <a:pt x="275" y="6026"/>
                      <a:pt x="1" y="7304"/>
                      <a:pt x="1" y="7304"/>
                    </a:cubicBezTo>
                    <a:cubicBezTo>
                      <a:pt x="1" y="7304"/>
                      <a:pt x="1733" y="6833"/>
                      <a:pt x="2829" y="6833"/>
                    </a:cubicBezTo>
                    <a:cubicBezTo>
                      <a:pt x="3077" y="6833"/>
                      <a:pt x="3292" y="6857"/>
                      <a:pt x="3448" y="6916"/>
                    </a:cubicBezTo>
                    <a:cubicBezTo>
                      <a:pt x="4315" y="7259"/>
                      <a:pt x="6712" y="9222"/>
                      <a:pt x="6712" y="9222"/>
                    </a:cubicBezTo>
                    <a:lnTo>
                      <a:pt x="6072" y="2534"/>
                    </a:lnTo>
                    <a:lnTo>
                      <a:pt x="4246" y="1370"/>
                    </a:lnTo>
                    <a:lnTo>
                      <a:pt x="216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41">
                <a:extLst>
                  <a:ext uri="{FF2B5EF4-FFF2-40B4-BE49-F238E27FC236}">
                    <a16:creationId xmlns:a16="http://schemas.microsoft.com/office/drawing/2014/main" id="{B12D0C42-58DC-1D9F-70C0-CE49A13C1D68}"/>
                  </a:ext>
                </a:extLst>
              </p:cNvPr>
              <p:cNvSpPr/>
              <p:nvPr/>
            </p:nvSpPr>
            <p:spPr>
              <a:xfrm>
                <a:off x="6913548" y="2849688"/>
                <a:ext cx="215103" cy="295542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9222" extrusionOk="0">
                    <a:moveTo>
                      <a:pt x="2169" y="0"/>
                    </a:moveTo>
                    <a:cubicBezTo>
                      <a:pt x="2169" y="0"/>
                      <a:pt x="1713" y="2830"/>
                      <a:pt x="1005" y="4428"/>
                    </a:cubicBezTo>
                    <a:cubicBezTo>
                      <a:pt x="275" y="6026"/>
                      <a:pt x="1" y="7304"/>
                      <a:pt x="1" y="7304"/>
                    </a:cubicBezTo>
                    <a:cubicBezTo>
                      <a:pt x="1" y="7304"/>
                      <a:pt x="1733" y="6833"/>
                      <a:pt x="2829" y="6833"/>
                    </a:cubicBezTo>
                    <a:cubicBezTo>
                      <a:pt x="3077" y="6833"/>
                      <a:pt x="3292" y="6857"/>
                      <a:pt x="3448" y="6916"/>
                    </a:cubicBezTo>
                    <a:cubicBezTo>
                      <a:pt x="4315" y="7259"/>
                      <a:pt x="6712" y="9222"/>
                      <a:pt x="6712" y="9222"/>
                    </a:cubicBezTo>
                    <a:lnTo>
                      <a:pt x="6072" y="2534"/>
                    </a:lnTo>
                    <a:lnTo>
                      <a:pt x="4246" y="1370"/>
                    </a:lnTo>
                    <a:lnTo>
                      <a:pt x="2169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41">
                <a:extLst>
                  <a:ext uri="{FF2B5EF4-FFF2-40B4-BE49-F238E27FC236}">
                    <a16:creationId xmlns:a16="http://schemas.microsoft.com/office/drawing/2014/main" id="{B3F6D736-A6FD-AD19-3E69-50B532D0398B}"/>
                  </a:ext>
                </a:extLst>
              </p:cNvPr>
              <p:cNvSpPr/>
              <p:nvPr/>
            </p:nvSpPr>
            <p:spPr>
              <a:xfrm>
                <a:off x="6978675" y="2999451"/>
                <a:ext cx="131683" cy="218211"/>
              </a:xfrm>
              <a:custGeom>
                <a:avLst/>
                <a:gdLst/>
                <a:ahLst/>
                <a:cxnLst/>
                <a:rect l="l" t="t" r="r" b="b"/>
                <a:pathLst>
                  <a:path w="4109" h="6809" extrusionOk="0">
                    <a:moveTo>
                      <a:pt x="683" y="1"/>
                    </a:moveTo>
                    <a:cubicBezTo>
                      <a:pt x="381" y="1"/>
                      <a:pt x="153" y="155"/>
                      <a:pt x="69" y="554"/>
                    </a:cubicBezTo>
                    <a:cubicBezTo>
                      <a:pt x="0" y="805"/>
                      <a:pt x="320" y="3909"/>
                      <a:pt x="320" y="3909"/>
                    </a:cubicBezTo>
                    <a:lnTo>
                      <a:pt x="137" y="5895"/>
                    </a:lnTo>
                    <a:lnTo>
                      <a:pt x="3675" y="6808"/>
                    </a:lnTo>
                    <a:cubicBezTo>
                      <a:pt x="3675" y="6808"/>
                      <a:pt x="4109" y="5507"/>
                      <a:pt x="4086" y="5051"/>
                    </a:cubicBezTo>
                    <a:cubicBezTo>
                      <a:pt x="4018" y="4594"/>
                      <a:pt x="3516" y="1718"/>
                      <a:pt x="3516" y="1718"/>
                    </a:cubicBezTo>
                    <a:cubicBezTo>
                      <a:pt x="3516" y="1718"/>
                      <a:pt x="1690" y="1"/>
                      <a:pt x="683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41">
                <a:extLst>
                  <a:ext uri="{FF2B5EF4-FFF2-40B4-BE49-F238E27FC236}">
                    <a16:creationId xmlns:a16="http://schemas.microsoft.com/office/drawing/2014/main" id="{18F74A42-7479-5B33-216E-EE8E0A97DE80}"/>
                  </a:ext>
                </a:extLst>
              </p:cNvPr>
              <p:cNvSpPr/>
              <p:nvPr/>
            </p:nvSpPr>
            <p:spPr>
              <a:xfrm>
                <a:off x="6984540" y="3049383"/>
                <a:ext cx="126556" cy="169019"/>
              </a:xfrm>
              <a:custGeom>
                <a:avLst/>
                <a:gdLst/>
                <a:ahLst/>
                <a:cxnLst/>
                <a:rect l="l" t="t" r="r" b="b"/>
                <a:pathLst>
                  <a:path w="3949" h="5274" extrusionOk="0">
                    <a:moveTo>
                      <a:pt x="3127" y="0"/>
                    </a:moveTo>
                    <a:lnTo>
                      <a:pt x="3127" y="0"/>
                    </a:lnTo>
                    <a:cubicBezTo>
                      <a:pt x="3424" y="1667"/>
                      <a:pt x="2899" y="3150"/>
                      <a:pt x="1895" y="3447"/>
                    </a:cubicBezTo>
                    <a:cubicBezTo>
                      <a:pt x="1793" y="3470"/>
                      <a:pt x="1691" y="3482"/>
                      <a:pt x="1589" y="3482"/>
                    </a:cubicBezTo>
                    <a:cubicBezTo>
                      <a:pt x="1093" y="3482"/>
                      <a:pt x="591" y="3213"/>
                      <a:pt x="137" y="2739"/>
                    </a:cubicBezTo>
                    <a:lnTo>
                      <a:pt x="0" y="4360"/>
                    </a:lnTo>
                    <a:lnTo>
                      <a:pt x="3538" y="5273"/>
                    </a:lnTo>
                    <a:cubicBezTo>
                      <a:pt x="3538" y="5250"/>
                      <a:pt x="3949" y="3949"/>
                      <a:pt x="3903" y="3493"/>
                    </a:cubicBezTo>
                    <a:cubicBezTo>
                      <a:pt x="3835" y="3036"/>
                      <a:pt x="3333" y="160"/>
                      <a:pt x="3333" y="160"/>
                    </a:cubicBezTo>
                    <a:cubicBezTo>
                      <a:pt x="3333" y="160"/>
                      <a:pt x="3241" y="69"/>
                      <a:pt x="3127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41">
                <a:extLst>
                  <a:ext uri="{FF2B5EF4-FFF2-40B4-BE49-F238E27FC236}">
                    <a16:creationId xmlns:a16="http://schemas.microsoft.com/office/drawing/2014/main" id="{88F429F5-125C-C7A1-B19E-2E418A4F1ED7}"/>
                  </a:ext>
                </a:extLst>
              </p:cNvPr>
              <p:cNvSpPr/>
              <p:nvPr/>
            </p:nvSpPr>
            <p:spPr>
              <a:xfrm>
                <a:off x="6975758" y="2911061"/>
                <a:ext cx="57077" cy="142740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4454" extrusionOk="0">
                    <a:moveTo>
                      <a:pt x="1154" y="1"/>
                    </a:moveTo>
                    <a:cubicBezTo>
                      <a:pt x="1099" y="1"/>
                      <a:pt x="1047" y="8"/>
                      <a:pt x="1004" y="25"/>
                    </a:cubicBezTo>
                    <a:cubicBezTo>
                      <a:pt x="776" y="139"/>
                      <a:pt x="0" y="3221"/>
                      <a:pt x="183" y="3677"/>
                    </a:cubicBezTo>
                    <a:cubicBezTo>
                      <a:pt x="343" y="4157"/>
                      <a:pt x="1438" y="4453"/>
                      <a:pt x="1438" y="4453"/>
                    </a:cubicBezTo>
                    <a:cubicBezTo>
                      <a:pt x="1187" y="1943"/>
                      <a:pt x="1780" y="390"/>
                      <a:pt x="1758" y="254"/>
                    </a:cubicBezTo>
                    <a:cubicBezTo>
                      <a:pt x="1721" y="142"/>
                      <a:pt x="1397" y="1"/>
                      <a:pt x="1154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41">
                <a:extLst>
                  <a:ext uri="{FF2B5EF4-FFF2-40B4-BE49-F238E27FC236}">
                    <a16:creationId xmlns:a16="http://schemas.microsoft.com/office/drawing/2014/main" id="{F41FA23C-DF3A-947A-B931-7A227B237A91}"/>
                  </a:ext>
                </a:extLst>
              </p:cNvPr>
              <p:cNvSpPr/>
              <p:nvPr/>
            </p:nvSpPr>
            <p:spPr>
              <a:xfrm>
                <a:off x="7013800" y="2911926"/>
                <a:ext cx="59993" cy="142611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4450" extrusionOk="0">
                    <a:moveTo>
                      <a:pt x="1149" y="0"/>
                    </a:moveTo>
                    <a:cubicBezTo>
                      <a:pt x="1112" y="0"/>
                      <a:pt x="1079" y="7"/>
                      <a:pt x="1050" y="21"/>
                    </a:cubicBezTo>
                    <a:cubicBezTo>
                      <a:pt x="822" y="135"/>
                      <a:pt x="0" y="3194"/>
                      <a:pt x="160" y="3673"/>
                    </a:cubicBezTo>
                    <a:cubicBezTo>
                      <a:pt x="297" y="4130"/>
                      <a:pt x="1392" y="4449"/>
                      <a:pt x="1392" y="4449"/>
                    </a:cubicBezTo>
                    <a:cubicBezTo>
                      <a:pt x="1187" y="1938"/>
                      <a:pt x="1872" y="637"/>
                      <a:pt x="1849" y="455"/>
                    </a:cubicBezTo>
                    <a:cubicBezTo>
                      <a:pt x="1829" y="315"/>
                      <a:pt x="1407" y="0"/>
                      <a:pt x="1149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41">
                <a:extLst>
                  <a:ext uri="{FF2B5EF4-FFF2-40B4-BE49-F238E27FC236}">
                    <a16:creationId xmlns:a16="http://schemas.microsoft.com/office/drawing/2014/main" id="{A9BA96B3-5AA4-F296-D9AC-8556D2CA5E5D}"/>
                  </a:ext>
                </a:extLst>
              </p:cNvPr>
              <p:cNvSpPr/>
              <p:nvPr/>
            </p:nvSpPr>
            <p:spPr>
              <a:xfrm>
                <a:off x="7048893" y="2943110"/>
                <a:ext cx="54160" cy="142868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4458" extrusionOk="0">
                    <a:moveTo>
                      <a:pt x="1095" y="1"/>
                    </a:moveTo>
                    <a:cubicBezTo>
                      <a:pt x="1009" y="1"/>
                      <a:pt x="929" y="16"/>
                      <a:pt x="868" y="52"/>
                    </a:cubicBezTo>
                    <a:cubicBezTo>
                      <a:pt x="640" y="167"/>
                      <a:pt x="1" y="3271"/>
                      <a:pt x="206" y="3750"/>
                    </a:cubicBezTo>
                    <a:cubicBezTo>
                      <a:pt x="412" y="4252"/>
                      <a:pt x="1530" y="4458"/>
                      <a:pt x="1530" y="4458"/>
                    </a:cubicBezTo>
                    <a:cubicBezTo>
                      <a:pt x="1142" y="1947"/>
                      <a:pt x="1690" y="395"/>
                      <a:pt x="1644" y="235"/>
                    </a:cubicBezTo>
                    <a:cubicBezTo>
                      <a:pt x="1611" y="118"/>
                      <a:pt x="1331" y="1"/>
                      <a:pt x="1095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41">
                <a:extLst>
                  <a:ext uri="{FF2B5EF4-FFF2-40B4-BE49-F238E27FC236}">
                    <a16:creationId xmlns:a16="http://schemas.microsoft.com/office/drawing/2014/main" id="{C96C9F98-A736-C657-0A18-34686599C2A0}"/>
                  </a:ext>
                </a:extLst>
              </p:cNvPr>
              <p:cNvSpPr/>
              <p:nvPr/>
            </p:nvSpPr>
            <p:spPr>
              <a:xfrm>
                <a:off x="6942107" y="3166007"/>
                <a:ext cx="175556" cy="119697"/>
              </a:xfrm>
              <a:custGeom>
                <a:avLst/>
                <a:gdLst/>
                <a:ahLst/>
                <a:cxnLst/>
                <a:rect l="l" t="t" r="r" b="b"/>
                <a:pathLst>
                  <a:path w="5478" h="3735" extrusionOk="0">
                    <a:moveTo>
                      <a:pt x="885" y="1"/>
                    </a:moveTo>
                    <a:cubicBezTo>
                      <a:pt x="852" y="1"/>
                      <a:pt x="831" y="5"/>
                      <a:pt x="822" y="13"/>
                    </a:cubicBezTo>
                    <a:cubicBezTo>
                      <a:pt x="685" y="150"/>
                      <a:pt x="0" y="2524"/>
                      <a:pt x="0" y="2524"/>
                    </a:cubicBezTo>
                    <a:lnTo>
                      <a:pt x="5022" y="3734"/>
                    </a:lnTo>
                    <a:cubicBezTo>
                      <a:pt x="5022" y="3734"/>
                      <a:pt x="5022" y="3735"/>
                      <a:pt x="5023" y="3735"/>
                    </a:cubicBezTo>
                    <a:cubicBezTo>
                      <a:pt x="5053" y="3735"/>
                      <a:pt x="5477" y="1564"/>
                      <a:pt x="5387" y="1406"/>
                    </a:cubicBezTo>
                    <a:cubicBezTo>
                      <a:pt x="5344" y="1233"/>
                      <a:pt x="1447" y="1"/>
                      <a:pt x="8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41">
                <a:extLst>
                  <a:ext uri="{FF2B5EF4-FFF2-40B4-BE49-F238E27FC236}">
                    <a16:creationId xmlns:a16="http://schemas.microsoft.com/office/drawing/2014/main" id="{999B263F-9E20-C7C6-E3AD-6759094B8222}"/>
                  </a:ext>
                </a:extLst>
              </p:cNvPr>
              <p:cNvSpPr/>
              <p:nvPr/>
            </p:nvSpPr>
            <p:spPr>
              <a:xfrm>
                <a:off x="7015242" y="3186166"/>
                <a:ext cx="102424" cy="100245"/>
              </a:xfrm>
              <a:custGeom>
                <a:avLst/>
                <a:gdLst/>
                <a:ahLst/>
                <a:cxnLst/>
                <a:rect l="l" t="t" r="r" b="b"/>
                <a:pathLst>
                  <a:path w="3196" h="3128" extrusionOk="0">
                    <a:moveTo>
                      <a:pt x="1005" y="1"/>
                    </a:moveTo>
                    <a:lnTo>
                      <a:pt x="1005" y="1"/>
                    </a:lnTo>
                    <a:cubicBezTo>
                      <a:pt x="1096" y="206"/>
                      <a:pt x="1142" y="434"/>
                      <a:pt x="1142" y="685"/>
                    </a:cubicBezTo>
                    <a:cubicBezTo>
                      <a:pt x="1142" y="1439"/>
                      <a:pt x="685" y="2055"/>
                      <a:pt x="1" y="2443"/>
                    </a:cubicBezTo>
                    <a:lnTo>
                      <a:pt x="2763" y="3128"/>
                    </a:lnTo>
                    <a:cubicBezTo>
                      <a:pt x="2763" y="3128"/>
                      <a:pt x="2763" y="3128"/>
                      <a:pt x="2763" y="3128"/>
                    </a:cubicBezTo>
                    <a:cubicBezTo>
                      <a:pt x="2767" y="3128"/>
                      <a:pt x="3196" y="936"/>
                      <a:pt x="3105" y="777"/>
                    </a:cubicBezTo>
                    <a:cubicBezTo>
                      <a:pt x="3082" y="685"/>
                      <a:pt x="2055" y="343"/>
                      <a:pt x="1005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41">
                <a:extLst>
                  <a:ext uri="{FF2B5EF4-FFF2-40B4-BE49-F238E27FC236}">
                    <a16:creationId xmlns:a16="http://schemas.microsoft.com/office/drawing/2014/main" id="{F6225AC4-40C2-872C-6E0A-A4C1C0BEEAEB}"/>
                  </a:ext>
                </a:extLst>
              </p:cNvPr>
              <p:cNvSpPr/>
              <p:nvPr/>
            </p:nvSpPr>
            <p:spPr>
              <a:xfrm>
                <a:off x="6826508" y="3230297"/>
                <a:ext cx="312175" cy="503755"/>
              </a:xfrm>
              <a:custGeom>
                <a:avLst/>
                <a:gdLst/>
                <a:ahLst/>
                <a:cxnLst/>
                <a:rect l="l" t="t" r="r" b="b"/>
                <a:pathLst>
                  <a:path w="9741" h="15719" extrusionOk="0">
                    <a:moveTo>
                      <a:pt x="3537" y="0"/>
                    </a:moveTo>
                    <a:cubicBezTo>
                      <a:pt x="3395" y="0"/>
                      <a:pt x="3300" y="20"/>
                      <a:pt x="3265" y="62"/>
                    </a:cubicBezTo>
                    <a:cubicBezTo>
                      <a:pt x="3267" y="50"/>
                      <a:pt x="3267" y="44"/>
                      <a:pt x="3266" y="44"/>
                    </a:cubicBezTo>
                    <a:lnTo>
                      <a:pt x="3266" y="44"/>
                    </a:lnTo>
                    <a:cubicBezTo>
                      <a:pt x="3230" y="44"/>
                      <a:pt x="1524" y="6543"/>
                      <a:pt x="571" y="9557"/>
                    </a:cubicBezTo>
                    <a:cubicBezTo>
                      <a:pt x="1" y="11406"/>
                      <a:pt x="275" y="14670"/>
                      <a:pt x="2603" y="15514"/>
                    </a:cubicBezTo>
                    <a:cubicBezTo>
                      <a:pt x="2988" y="15656"/>
                      <a:pt x="3379" y="15719"/>
                      <a:pt x="3767" y="15719"/>
                    </a:cubicBezTo>
                    <a:cubicBezTo>
                      <a:pt x="5749" y="15719"/>
                      <a:pt x="7638" y="14088"/>
                      <a:pt x="8058" y="13095"/>
                    </a:cubicBezTo>
                    <a:cubicBezTo>
                      <a:pt x="8606" y="11885"/>
                      <a:pt x="9610" y="5426"/>
                      <a:pt x="9679" y="2709"/>
                    </a:cubicBezTo>
                    <a:cubicBezTo>
                      <a:pt x="9740" y="1521"/>
                      <a:pt x="4794" y="0"/>
                      <a:pt x="3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41">
                <a:extLst>
                  <a:ext uri="{FF2B5EF4-FFF2-40B4-BE49-F238E27FC236}">
                    <a16:creationId xmlns:a16="http://schemas.microsoft.com/office/drawing/2014/main" id="{5ECAAE5E-E58F-D0C9-3A02-6FFEA1CCA689}"/>
                  </a:ext>
                </a:extLst>
              </p:cNvPr>
              <p:cNvSpPr/>
              <p:nvPr/>
            </p:nvSpPr>
            <p:spPr>
              <a:xfrm>
                <a:off x="6879196" y="3247635"/>
                <a:ext cx="258976" cy="486225"/>
              </a:xfrm>
              <a:custGeom>
                <a:avLst/>
                <a:gdLst/>
                <a:ahLst/>
                <a:cxnLst/>
                <a:rect l="l" t="t" r="r" b="b"/>
                <a:pathLst>
                  <a:path w="8081" h="15172" extrusionOk="0">
                    <a:moveTo>
                      <a:pt x="4383" y="0"/>
                    </a:moveTo>
                    <a:cubicBezTo>
                      <a:pt x="4542" y="1461"/>
                      <a:pt x="4542" y="3081"/>
                      <a:pt x="4360" y="4816"/>
                    </a:cubicBezTo>
                    <a:cubicBezTo>
                      <a:pt x="3812" y="9769"/>
                      <a:pt x="1963" y="13741"/>
                      <a:pt x="0" y="14334"/>
                    </a:cubicBezTo>
                    <a:cubicBezTo>
                      <a:pt x="274" y="14608"/>
                      <a:pt x="594" y="14836"/>
                      <a:pt x="1004" y="14973"/>
                    </a:cubicBezTo>
                    <a:cubicBezTo>
                      <a:pt x="1383" y="15111"/>
                      <a:pt x="1770" y="15172"/>
                      <a:pt x="2153" y="15172"/>
                    </a:cubicBezTo>
                    <a:cubicBezTo>
                      <a:pt x="4124" y="15172"/>
                      <a:pt x="6017" y="13567"/>
                      <a:pt x="6437" y="12554"/>
                    </a:cubicBezTo>
                    <a:cubicBezTo>
                      <a:pt x="6962" y="11344"/>
                      <a:pt x="7989" y="4862"/>
                      <a:pt x="8080" y="2168"/>
                    </a:cubicBezTo>
                    <a:cubicBezTo>
                      <a:pt x="8080" y="1415"/>
                      <a:pt x="6140" y="548"/>
                      <a:pt x="4383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41">
                <a:extLst>
                  <a:ext uri="{FF2B5EF4-FFF2-40B4-BE49-F238E27FC236}">
                    <a16:creationId xmlns:a16="http://schemas.microsoft.com/office/drawing/2014/main" id="{6AEC4316-1A79-CC08-03D9-A7BF1BBE0C65}"/>
                  </a:ext>
                </a:extLst>
              </p:cNvPr>
              <p:cNvSpPr/>
              <p:nvPr/>
            </p:nvSpPr>
            <p:spPr>
              <a:xfrm>
                <a:off x="7149109" y="3665324"/>
                <a:ext cx="221673" cy="146329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4566" extrusionOk="0">
                    <a:moveTo>
                      <a:pt x="5890" y="0"/>
                    </a:moveTo>
                    <a:lnTo>
                      <a:pt x="3949" y="183"/>
                    </a:lnTo>
                    <a:cubicBezTo>
                      <a:pt x="3949" y="183"/>
                      <a:pt x="343" y="1005"/>
                      <a:pt x="1" y="4565"/>
                    </a:cubicBezTo>
                    <a:lnTo>
                      <a:pt x="6917" y="4565"/>
                    </a:lnTo>
                    <a:lnTo>
                      <a:pt x="5890" y="0"/>
                    </a:ln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41">
                <a:extLst>
                  <a:ext uri="{FF2B5EF4-FFF2-40B4-BE49-F238E27FC236}">
                    <a16:creationId xmlns:a16="http://schemas.microsoft.com/office/drawing/2014/main" id="{61503151-78CB-1B26-61D0-AA3569B50540}"/>
                  </a:ext>
                </a:extLst>
              </p:cNvPr>
              <p:cNvSpPr/>
              <p:nvPr/>
            </p:nvSpPr>
            <p:spPr>
              <a:xfrm>
                <a:off x="7039375" y="2934521"/>
                <a:ext cx="70280" cy="199752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6233" extrusionOk="0">
                    <a:moveTo>
                      <a:pt x="1781" y="1"/>
                    </a:moveTo>
                    <a:lnTo>
                      <a:pt x="1393" y="1873"/>
                    </a:lnTo>
                    <a:lnTo>
                      <a:pt x="1" y="3082"/>
                    </a:lnTo>
                    <a:lnTo>
                      <a:pt x="2192" y="6232"/>
                    </a:lnTo>
                    <a:lnTo>
                      <a:pt x="2192" y="2261"/>
                    </a:lnTo>
                    <a:lnTo>
                      <a:pt x="178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41">
                <a:extLst>
                  <a:ext uri="{FF2B5EF4-FFF2-40B4-BE49-F238E27FC236}">
                    <a16:creationId xmlns:a16="http://schemas.microsoft.com/office/drawing/2014/main" id="{8D094148-8C06-D370-58D8-5A8367C2E4DB}"/>
                  </a:ext>
                </a:extLst>
              </p:cNvPr>
              <p:cNvSpPr/>
              <p:nvPr/>
            </p:nvSpPr>
            <p:spPr>
              <a:xfrm>
                <a:off x="7075974" y="2912599"/>
                <a:ext cx="85599" cy="327718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0226" extrusionOk="0">
                    <a:moveTo>
                      <a:pt x="1621" y="0"/>
                    </a:moveTo>
                    <a:lnTo>
                      <a:pt x="0" y="3721"/>
                    </a:lnTo>
                    <a:lnTo>
                      <a:pt x="708" y="7692"/>
                    </a:lnTo>
                    <a:lnTo>
                      <a:pt x="2671" y="10226"/>
                    </a:lnTo>
                    <a:lnTo>
                      <a:pt x="2077" y="6825"/>
                    </a:lnTo>
                    <a:lnTo>
                      <a:pt x="2169" y="3378"/>
                    </a:lnTo>
                    <a:lnTo>
                      <a:pt x="16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41">
                <a:extLst>
                  <a:ext uri="{FF2B5EF4-FFF2-40B4-BE49-F238E27FC236}">
                    <a16:creationId xmlns:a16="http://schemas.microsoft.com/office/drawing/2014/main" id="{072FBB0F-A477-77E6-9049-C35F94020081}"/>
                  </a:ext>
                </a:extLst>
              </p:cNvPr>
              <p:cNvSpPr/>
              <p:nvPr/>
            </p:nvSpPr>
            <p:spPr>
              <a:xfrm>
                <a:off x="7293232" y="2946250"/>
                <a:ext cx="75376" cy="90438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822" extrusionOk="0">
                    <a:moveTo>
                      <a:pt x="2077" y="0"/>
                    </a:moveTo>
                    <a:lnTo>
                      <a:pt x="0" y="982"/>
                    </a:lnTo>
                    <a:cubicBezTo>
                      <a:pt x="0" y="982"/>
                      <a:pt x="183" y="2671"/>
                      <a:pt x="639" y="2808"/>
                    </a:cubicBezTo>
                    <a:cubicBezTo>
                      <a:pt x="679" y="2817"/>
                      <a:pt x="722" y="2822"/>
                      <a:pt x="770" y="2822"/>
                    </a:cubicBezTo>
                    <a:cubicBezTo>
                      <a:pt x="1273" y="2822"/>
                      <a:pt x="2177" y="2303"/>
                      <a:pt x="2260" y="2032"/>
                    </a:cubicBezTo>
                    <a:cubicBezTo>
                      <a:pt x="2351" y="1758"/>
                      <a:pt x="2077" y="0"/>
                      <a:pt x="20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41">
                <a:extLst>
                  <a:ext uri="{FF2B5EF4-FFF2-40B4-BE49-F238E27FC236}">
                    <a16:creationId xmlns:a16="http://schemas.microsoft.com/office/drawing/2014/main" id="{AD98DE2A-0BF4-0D22-3A67-DB2A636691C6}"/>
                  </a:ext>
                </a:extLst>
              </p:cNvPr>
              <p:cNvSpPr/>
              <p:nvPr/>
            </p:nvSpPr>
            <p:spPr>
              <a:xfrm>
                <a:off x="7387582" y="2898690"/>
                <a:ext cx="74639" cy="90470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2823" extrusionOk="0">
                    <a:moveTo>
                      <a:pt x="2078" y="0"/>
                    </a:moveTo>
                    <a:lnTo>
                      <a:pt x="1" y="982"/>
                    </a:lnTo>
                    <a:cubicBezTo>
                      <a:pt x="1" y="982"/>
                      <a:pt x="161" y="2671"/>
                      <a:pt x="617" y="2808"/>
                    </a:cubicBezTo>
                    <a:cubicBezTo>
                      <a:pt x="656" y="2818"/>
                      <a:pt x="700" y="2822"/>
                      <a:pt x="748" y="2822"/>
                    </a:cubicBezTo>
                    <a:cubicBezTo>
                      <a:pt x="1254" y="2822"/>
                      <a:pt x="2177" y="2303"/>
                      <a:pt x="2260" y="2032"/>
                    </a:cubicBezTo>
                    <a:cubicBezTo>
                      <a:pt x="2329" y="1758"/>
                      <a:pt x="2078" y="0"/>
                      <a:pt x="20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41">
                <a:extLst>
                  <a:ext uri="{FF2B5EF4-FFF2-40B4-BE49-F238E27FC236}">
                    <a16:creationId xmlns:a16="http://schemas.microsoft.com/office/drawing/2014/main" id="{1F714BB8-B87D-7B95-347C-E0230F2A16E5}"/>
                  </a:ext>
                </a:extLst>
              </p:cNvPr>
              <p:cNvSpPr/>
              <p:nvPr/>
            </p:nvSpPr>
            <p:spPr>
              <a:xfrm>
                <a:off x="7299801" y="2955737"/>
                <a:ext cx="60025" cy="73549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2295" extrusionOk="0">
                    <a:moveTo>
                      <a:pt x="1644" y="1"/>
                    </a:moveTo>
                    <a:lnTo>
                      <a:pt x="1" y="800"/>
                    </a:lnTo>
                    <a:cubicBezTo>
                      <a:pt x="1" y="800"/>
                      <a:pt x="138" y="2169"/>
                      <a:pt x="503" y="2283"/>
                    </a:cubicBezTo>
                    <a:cubicBezTo>
                      <a:pt x="534" y="2291"/>
                      <a:pt x="569" y="2295"/>
                      <a:pt x="606" y="2295"/>
                    </a:cubicBezTo>
                    <a:cubicBezTo>
                      <a:pt x="1010" y="2295"/>
                      <a:pt x="1739" y="1876"/>
                      <a:pt x="1781" y="1667"/>
                    </a:cubicBezTo>
                    <a:cubicBezTo>
                      <a:pt x="1872" y="1439"/>
                      <a:pt x="1644" y="1"/>
                      <a:pt x="1644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41">
                <a:extLst>
                  <a:ext uri="{FF2B5EF4-FFF2-40B4-BE49-F238E27FC236}">
                    <a16:creationId xmlns:a16="http://schemas.microsoft.com/office/drawing/2014/main" id="{B6723297-A7D1-560D-C6BF-EACAE59AC837}"/>
                  </a:ext>
                </a:extLst>
              </p:cNvPr>
              <p:cNvSpPr/>
              <p:nvPr/>
            </p:nvSpPr>
            <p:spPr>
              <a:xfrm>
                <a:off x="7395627" y="2908914"/>
                <a:ext cx="60025" cy="73549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2295" extrusionOk="0">
                    <a:moveTo>
                      <a:pt x="1644" y="1"/>
                    </a:moveTo>
                    <a:lnTo>
                      <a:pt x="1" y="800"/>
                    </a:lnTo>
                    <a:cubicBezTo>
                      <a:pt x="1" y="800"/>
                      <a:pt x="138" y="2169"/>
                      <a:pt x="503" y="2284"/>
                    </a:cubicBezTo>
                    <a:cubicBezTo>
                      <a:pt x="536" y="2291"/>
                      <a:pt x="572" y="2295"/>
                      <a:pt x="611" y="2295"/>
                    </a:cubicBezTo>
                    <a:cubicBezTo>
                      <a:pt x="1029" y="2295"/>
                      <a:pt x="1741" y="1876"/>
                      <a:pt x="1804" y="1667"/>
                    </a:cubicBezTo>
                    <a:cubicBezTo>
                      <a:pt x="1873" y="1439"/>
                      <a:pt x="1644" y="1"/>
                      <a:pt x="1644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41">
                <a:extLst>
                  <a:ext uri="{FF2B5EF4-FFF2-40B4-BE49-F238E27FC236}">
                    <a16:creationId xmlns:a16="http://schemas.microsoft.com/office/drawing/2014/main" id="{0CB97BC2-D2F6-10F0-DDE6-E8AA40128BBE}"/>
                  </a:ext>
                </a:extLst>
              </p:cNvPr>
              <p:cNvSpPr/>
              <p:nvPr/>
            </p:nvSpPr>
            <p:spPr>
              <a:xfrm>
                <a:off x="7260318" y="2888339"/>
                <a:ext cx="75087" cy="69671"/>
              </a:xfrm>
              <a:custGeom>
                <a:avLst/>
                <a:gdLst/>
                <a:ahLst/>
                <a:cxnLst/>
                <a:rect l="l" t="t" r="r" b="b"/>
                <a:pathLst>
                  <a:path w="2343" h="2174" extrusionOk="0">
                    <a:moveTo>
                      <a:pt x="1741" y="0"/>
                    </a:moveTo>
                    <a:cubicBezTo>
                      <a:pt x="1724" y="0"/>
                      <a:pt x="1707" y="1"/>
                      <a:pt x="1689" y="4"/>
                    </a:cubicBezTo>
                    <a:cubicBezTo>
                      <a:pt x="1507" y="4"/>
                      <a:pt x="1027" y="278"/>
                      <a:pt x="662" y="689"/>
                    </a:cubicBezTo>
                    <a:cubicBezTo>
                      <a:pt x="343" y="1031"/>
                      <a:pt x="91" y="1442"/>
                      <a:pt x="69" y="1602"/>
                    </a:cubicBezTo>
                    <a:cubicBezTo>
                      <a:pt x="0" y="1944"/>
                      <a:pt x="69" y="2104"/>
                      <a:pt x="525" y="2172"/>
                    </a:cubicBezTo>
                    <a:cubicBezTo>
                      <a:pt x="532" y="2173"/>
                      <a:pt x="538" y="2173"/>
                      <a:pt x="544" y="2173"/>
                    </a:cubicBezTo>
                    <a:cubicBezTo>
                      <a:pt x="789" y="2173"/>
                      <a:pt x="1037" y="1752"/>
                      <a:pt x="1393" y="1396"/>
                    </a:cubicBezTo>
                    <a:cubicBezTo>
                      <a:pt x="1712" y="1077"/>
                      <a:pt x="2146" y="803"/>
                      <a:pt x="2191" y="689"/>
                    </a:cubicBezTo>
                    <a:cubicBezTo>
                      <a:pt x="2343" y="365"/>
                      <a:pt x="2044" y="0"/>
                      <a:pt x="17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41">
                <a:extLst>
                  <a:ext uri="{FF2B5EF4-FFF2-40B4-BE49-F238E27FC236}">
                    <a16:creationId xmlns:a16="http://schemas.microsoft.com/office/drawing/2014/main" id="{73AE1536-4A51-F72A-5B00-9E8A94DCFF5D}"/>
                  </a:ext>
                </a:extLst>
              </p:cNvPr>
              <p:cNvSpPr/>
              <p:nvPr/>
            </p:nvSpPr>
            <p:spPr>
              <a:xfrm>
                <a:off x="7366366" y="2869814"/>
                <a:ext cx="70280" cy="33426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1043" extrusionOk="0">
                    <a:moveTo>
                      <a:pt x="915" y="1"/>
                    </a:moveTo>
                    <a:cubicBezTo>
                      <a:pt x="551" y="1"/>
                      <a:pt x="215" y="94"/>
                      <a:pt x="138" y="171"/>
                    </a:cubicBezTo>
                    <a:cubicBezTo>
                      <a:pt x="1" y="376"/>
                      <a:pt x="69" y="879"/>
                      <a:pt x="343" y="1038"/>
                    </a:cubicBezTo>
                    <a:cubicBezTo>
                      <a:pt x="356" y="1041"/>
                      <a:pt x="372" y="1042"/>
                      <a:pt x="390" y="1042"/>
                    </a:cubicBezTo>
                    <a:cubicBezTo>
                      <a:pt x="538" y="1042"/>
                      <a:pt x="861" y="970"/>
                      <a:pt x="1165" y="970"/>
                    </a:cubicBezTo>
                    <a:cubicBezTo>
                      <a:pt x="1380" y="970"/>
                      <a:pt x="1602" y="1009"/>
                      <a:pt x="1763" y="1009"/>
                    </a:cubicBezTo>
                    <a:cubicBezTo>
                      <a:pt x="1876" y="1009"/>
                      <a:pt x="1958" y="990"/>
                      <a:pt x="1987" y="924"/>
                    </a:cubicBezTo>
                    <a:cubicBezTo>
                      <a:pt x="2192" y="605"/>
                      <a:pt x="2146" y="422"/>
                      <a:pt x="1941" y="262"/>
                    </a:cubicBezTo>
                    <a:cubicBezTo>
                      <a:pt x="1850" y="171"/>
                      <a:pt x="1484" y="34"/>
                      <a:pt x="1119" y="11"/>
                    </a:cubicBezTo>
                    <a:cubicBezTo>
                      <a:pt x="1051" y="4"/>
                      <a:pt x="983" y="1"/>
                      <a:pt x="9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41">
                <a:extLst>
                  <a:ext uri="{FF2B5EF4-FFF2-40B4-BE49-F238E27FC236}">
                    <a16:creationId xmlns:a16="http://schemas.microsoft.com/office/drawing/2014/main" id="{28A8AAD6-C801-99CA-E780-B059E9CA1A3F}"/>
                  </a:ext>
                </a:extLst>
              </p:cNvPr>
              <p:cNvSpPr/>
              <p:nvPr/>
            </p:nvSpPr>
            <p:spPr>
              <a:xfrm>
                <a:off x="7149109" y="3726761"/>
                <a:ext cx="221673" cy="84157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2626" extrusionOk="0">
                    <a:moveTo>
                      <a:pt x="6323" y="1"/>
                    </a:moveTo>
                    <a:cubicBezTo>
                      <a:pt x="5753" y="457"/>
                      <a:pt x="5022" y="891"/>
                      <a:pt x="4155" y="1165"/>
                    </a:cubicBezTo>
                    <a:cubicBezTo>
                      <a:pt x="3375" y="1436"/>
                      <a:pt x="2602" y="1567"/>
                      <a:pt x="1923" y="1567"/>
                    </a:cubicBezTo>
                    <a:cubicBezTo>
                      <a:pt x="1290" y="1567"/>
                      <a:pt x="740" y="1453"/>
                      <a:pt x="343" y="1233"/>
                    </a:cubicBezTo>
                    <a:cubicBezTo>
                      <a:pt x="160" y="1621"/>
                      <a:pt x="46" y="2078"/>
                      <a:pt x="1" y="2625"/>
                    </a:cubicBezTo>
                    <a:lnTo>
                      <a:pt x="6917" y="2625"/>
                    </a:lnTo>
                    <a:lnTo>
                      <a:pt x="6323" y="1"/>
                    </a:ln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41">
                <a:extLst>
                  <a:ext uri="{FF2B5EF4-FFF2-40B4-BE49-F238E27FC236}">
                    <a16:creationId xmlns:a16="http://schemas.microsoft.com/office/drawing/2014/main" id="{65709057-3BCA-B0D4-57EC-217890A64871}"/>
                  </a:ext>
                </a:extLst>
              </p:cNvPr>
              <p:cNvSpPr/>
              <p:nvPr/>
            </p:nvSpPr>
            <p:spPr>
              <a:xfrm>
                <a:off x="6850641" y="2721654"/>
                <a:ext cx="142675" cy="226063"/>
              </a:xfrm>
              <a:custGeom>
                <a:avLst/>
                <a:gdLst/>
                <a:ahLst/>
                <a:cxnLst/>
                <a:rect l="l" t="t" r="r" b="b"/>
                <a:pathLst>
                  <a:path w="4452" h="7054" extrusionOk="0">
                    <a:moveTo>
                      <a:pt x="4201" y="1"/>
                    </a:moveTo>
                    <a:lnTo>
                      <a:pt x="1256" y="3333"/>
                    </a:lnTo>
                    <a:lnTo>
                      <a:pt x="1" y="7054"/>
                    </a:lnTo>
                    <a:lnTo>
                      <a:pt x="1" y="7054"/>
                    </a:lnTo>
                    <a:lnTo>
                      <a:pt x="321" y="7031"/>
                    </a:lnTo>
                    <a:lnTo>
                      <a:pt x="1553" y="3447"/>
                    </a:lnTo>
                    <a:lnTo>
                      <a:pt x="4452" y="320"/>
                    </a:lnTo>
                    <a:lnTo>
                      <a:pt x="4201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41">
                <a:extLst>
                  <a:ext uri="{FF2B5EF4-FFF2-40B4-BE49-F238E27FC236}">
                    <a16:creationId xmlns:a16="http://schemas.microsoft.com/office/drawing/2014/main" id="{DCAA6C64-4157-8C09-87D9-750BE53F9B83}"/>
                  </a:ext>
                </a:extLst>
              </p:cNvPr>
              <p:cNvSpPr/>
              <p:nvPr/>
            </p:nvSpPr>
            <p:spPr>
              <a:xfrm>
                <a:off x="6871857" y="2806519"/>
                <a:ext cx="91496" cy="156584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4886" extrusionOk="0">
                    <a:moveTo>
                      <a:pt x="2626" y="0"/>
                    </a:moveTo>
                    <a:lnTo>
                      <a:pt x="1393" y="1142"/>
                    </a:lnTo>
                    <a:lnTo>
                      <a:pt x="161" y="4383"/>
                    </a:lnTo>
                    <a:lnTo>
                      <a:pt x="1" y="4725"/>
                    </a:lnTo>
                    <a:lnTo>
                      <a:pt x="435" y="4885"/>
                    </a:lnTo>
                    <a:lnTo>
                      <a:pt x="1758" y="1256"/>
                    </a:lnTo>
                    <a:lnTo>
                      <a:pt x="2854" y="434"/>
                    </a:lnTo>
                    <a:lnTo>
                      <a:pt x="2626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41">
                <a:extLst>
                  <a:ext uri="{FF2B5EF4-FFF2-40B4-BE49-F238E27FC236}">
                    <a16:creationId xmlns:a16="http://schemas.microsoft.com/office/drawing/2014/main" id="{EAC6DF80-A701-C74C-22CF-FBA2D204A456}"/>
                  </a:ext>
                </a:extLst>
              </p:cNvPr>
              <p:cNvSpPr/>
              <p:nvPr/>
            </p:nvSpPr>
            <p:spPr>
              <a:xfrm>
                <a:off x="6970631" y="2747261"/>
                <a:ext cx="43905" cy="54897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1713" extrusionOk="0">
                    <a:moveTo>
                      <a:pt x="1164" y="1"/>
                    </a:moveTo>
                    <a:lnTo>
                      <a:pt x="0" y="1347"/>
                    </a:lnTo>
                    <a:lnTo>
                      <a:pt x="229" y="1713"/>
                    </a:lnTo>
                    <a:lnTo>
                      <a:pt x="1370" y="480"/>
                    </a:lnTo>
                    <a:lnTo>
                      <a:pt x="1164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41">
                <a:extLst>
                  <a:ext uri="{FF2B5EF4-FFF2-40B4-BE49-F238E27FC236}">
                    <a16:creationId xmlns:a16="http://schemas.microsoft.com/office/drawing/2014/main" id="{8FD1A654-B891-4BA7-13DD-AF7491108FDB}"/>
                  </a:ext>
                </a:extLst>
              </p:cNvPr>
              <p:cNvSpPr/>
              <p:nvPr/>
            </p:nvSpPr>
            <p:spPr>
              <a:xfrm>
                <a:off x="6983066" y="2767003"/>
                <a:ext cx="67332" cy="74671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2330" extrusionOk="0">
                    <a:moveTo>
                      <a:pt x="1758" y="1"/>
                    </a:moveTo>
                    <a:lnTo>
                      <a:pt x="0" y="2078"/>
                    </a:lnTo>
                    <a:lnTo>
                      <a:pt x="343" y="2329"/>
                    </a:lnTo>
                    <a:lnTo>
                      <a:pt x="2100" y="389"/>
                    </a:lnTo>
                    <a:lnTo>
                      <a:pt x="1758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41">
                <a:extLst>
                  <a:ext uri="{FF2B5EF4-FFF2-40B4-BE49-F238E27FC236}">
                    <a16:creationId xmlns:a16="http://schemas.microsoft.com/office/drawing/2014/main" id="{808EB40A-BDC6-0C11-9610-13051789D467}"/>
                  </a:ext>
                </a:extLst>
              </p:cNvPr>
              <p:cNvSpPr/>
              <p:nvPr/>
            </p:nvSpPr>
            <p:spPr>
              <a:xfrm>
                <a:off x="7019633" y="2837958"/>
                <a:ext cx="21985" cy="26375"/>
              </a:xfrm>
              <a:custGeom>
                <a:avLst/>
                <a:gdLst/>
                <a:ahLst/>
                <a:cxnLst/>
                <a:rect l="l" t="t" r="r" b="b"/>
                <a:pathLst>
                  <a:path w="686" h="823" extrusionOk="0">
                    <a:moveTo>
                      <a:pt x="343" y="1"/>
                    </a:moveTo>
                    <a:lnTo>
                      <a:pt x="1" y="594"/>
                    </a:lnTo>
                    <a:lnTo>
                      <a:pt x="320" y="823"/>
                    </a:lnTo>
                    <a:lnTo>
                      <a:pt x="685" y="161"/>
                    </a:lnTo>
                    <a:lnTo>
                      <a:pt x="343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41">
                <a:extLst>
                  <a:ext uri="{FF2B5EF4-FFF2-40B4-BE49-F238E27FC236}">
                    <a16:creationId xmlns:a16="http://schemas.microsoft.com/office/drawing/2014/main" id="{87F338CF-E29F-F482-CBFD-984AF93AA5CD}"/>
                  </a:ext>
                </a:extLst>
              </p:cNvPr>
              <p:cNvSpPr/>
              <p:nvPr/>
            </p:nvSpPr>
            <p:spPr>
              <a:xfrm>
                <a:off x="7041586" y="2805044"/>
                <a:ext cx="52686" cy="76113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375" extrusionOk="0">
                    <a:moveTo>
                      <a:pt x="1530" y="1"/>
                    </a:moveTo>
                    <a:lnTo>
                      <a:pt x="0" y="2238"/>
                    </a:lnTo>
                    <a:lnTo>
                      <a:pt x="69" y="2375"/>
                    </a:lnTo>
                    <a:lnTo>
                      <a:pt x="1644" y="480"/>
                    </a:lnTo>
                    <a:lnTo>
                      <a:pt x="1530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41">
                <a:extLst>
                  <a:ext uri="{FF2B5EF4-FFF2-40B4-BE49-F238E27FC236}">
                    <a16:creationId xmlns:a16="http://schemas.microsoft.com/office/drawing/2014/main" id="{D9545E20-FAEE-6CE2-DF13-FE7BC3BE2B80}"/>
                  </a:ext>
                </a:extLst>
              </p:cNvPr>
              <p:cNvSpPr/>
              <p:nvPr/>
            </p:nvSpPr>
            <p:spPr>
              <a:xfrm>
                <a:off x="6956722" y="2879653"/>
                <a:ext cx="42463" cy="98065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3060" extrusionOk="0">
                    <a:moveTo>
                      <a:pt x="777" y="1"/>
                    </a:moveTo>
                    <a:lnTo>
                      <a:pt x="366" y="2398"/>
                    </a:lnTo>
                    <a:lnTo>
                      <a:pt x="1" y="3060"/>
                    </a:lnTo>
                    <a:lnTo>
                      <a:pt x="685" y="2603"/>
                    </a:lnTo>
                    <a:lnTo>
                      <a:pt x="1325" y="343"/>
                    </a:lnTo>
                    <a:lnTo>
                      <a:pt x="777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41">
                <a:extLst>
                  <a:ext uri="{FF2B5EF4-FFF2-40B4-BE49-F238E27FC236}">
                    <a16:creationId xmlns:a16="http://schemas.microsoft.com/office/drawing/2014/main" id="{1DDCA1D0-AA2E-B481-1C0D-E3E7B9E183F4}"/>
                  </a:ext>
                </a:extLst>
              </p:cNvPr>
              <p:cNvSpPr/>
              <p:nvPr/>
            </p:nvSpPr>
            <p:spPr>
              <a:xfrm>
                <a:off x="6937717" y="2996727"/>
                <a:ext cx="24901" cy="5047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575" extrusionOk="0">
                    <a:moveTo>
                      <a:pt x="480" y="0"/>
                    </a:moveTo>
                    <a:lnTo>
                      <a:pt x="0" y="1575"/>
                    </a:lnTo>
                    <a:lnTo>
                      <a:pt x="0" y="1575"/>
                    </a:lnTo>
                    <a:lnTo>
                      <a:pt x="434" y="1529"/>
                    </a:lnTo>
                    <a:lnTo>
                      <a:pt x="776" y="183"/>
                    </a:lnTo>
                    <a:lnTo>
                      <a:pt x="480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41">
                <a:extLst>
                  <a:ext uri="{FF2B5EF4-FFF2-40B4-BE49-F238E27FC236}">
                    <a16:creationId xmlns:a16="http://schemas.microsoft.com/office/drawing/2014/main" id="{7B24616C-928F-6BBA-2B3F-364BF69176A0}"/>
                  </a:ext>
                </a:extLst>
              </p:cNvPr>
              <p:cNvSpPr/>
              <p:nvPr/>
            </p:nvSpPr>
            <p:spPr>
              <a:xfrm>
                <a:off x="7332715" y="3042588"/>
                <a:ext cx="67332" cy="48552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1515" extrusionOk="0">
                    <a:moveTo>
                      <a:pt x="1653" y="0"/>
                    </a:moveTo>
                    <a:cubicBezTo>
                      <a:pt x="1367" y="0"/>
                      <a:pt x="1010" y="40"/>
                      <a:pt x="823" y="53"/>
                    </a:cubicBezTo>
                    <a:cubicBezTo>
                      <a:pt x="480" y="98"/>
                      <a:pt x="1" y="692"/>
                      <a:pt x="366" y="1422"/>
                    </a:cubicBezTo>
                    <a:cubicBezTo>
                      <a:pt x="403" y="1487"/>
                      <a:pt x="422" y="1515"/>
                      <a:pt x="478" y="1515"/>
                    </a:cubicBezTo>
                    <a:cubicBezTo>
                      <a:pt x="561" y="1515"/>
                      <a:pt x="724" y="1458"/>
                      <a:pt x="1142" y="1377"/>
                    </a:cubicBezTo>
                    <a:cubicBezTo>
                      <a:pt x="1873" y="1194"/>
                      <a:pt x="2101" y="281"/>
                      <a:pt x="2078" y="121"/>
                    </a:cubicBezTo>
                    <a:cubicBezTo>
                      <a:pt x="2078" y="28"/>
                      <a:pt x="1890" y="0"/>
                      <a:pt x="16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41">
                <a:extLst>
                  <a:ext uri="{FF2B5EF4-FFF2-40B4-BE49-F238E27FC236}">
                    <a16:creationId xmlns:a16="http://schemas.microsoft.com/office/drawing/2014/main" id="{43E5C658-7DB8-C6D5-F1E8-8CE40F4133D4}"/>
                  </a:ext>
                </a:extLst>
              </p:cNvPr>
              <p:cNvSpPr/>
              <p:nvPr/>
            </p:nvSpPr>
            <p:spPr>
              <a:xfrm>
                <a:off x="7345150" y="3046691"/>
                <a:ext cx="43937" cy="18075"/>
              </a:xfrm>
              <a:custGeom>
                <a:avLst/>
                <a:gdLst/>
                <a:ahLst/>
                <a:cxnLst/>
                <a:rect l="l" t="t" r="r" b="b"/>
                <a:pathLst>
                  <a:path w="1371" h="564" extrusionOk="0">
                    <a:moveTo>
                      <a:pt x="1183" y="0"/>
                    </a:moveTo>
                    <a:cubicBezTo>
                      <a:pt x="954" y="0"/>
                      <a:pt x="629" y="39"/>
                      <a:pt x="457" y="39"/>
                    </a:cubicBezTo>
                    <a:cubicBezTo>
                      <a:pt x="298" y="39"/>
                      <a:pt x="69" y="267"/>
                      <a:pt x="1" y="564"/>
                    </a:cubicBezTo>
                    <a:cubicBezTo>
                      <a:pt x="572" y="450"/>
                      <a:pt x="1074" y="199"/>
                      <a:pt x="1370" y="16"/>
                    </a:cubicBezTo>
                    <a:cubicBezTo>
                      <a:pt x="1325" y="5"/>
                      <a:pt x="1259" y="0"/>
                      <a:pt x="118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41">
                <a:extLst>
                  <a:ext uri="{FF2B5EF4-FFF2-40B4-BE49-F238E27FC236}">
                    <a16:creationId xmlns:a16="http://schemas.microsoft.com/office/drawing/2014/main" id="{201ED452-400E-612B-4C3A-25C804D7B69D}"/>
                  </a:ext>
                </a:extLst>
              </p:cNvPr>
              <p:cNvSpPr/>
              <p:nvPr/>
            </p:nvSpPr>
            <p:spPr>
              <a:xfrm>
                <a:off x="7368578" y="2956442"/>
                <a:ext cx="49033" cy="89445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2791" extrusionOk="0">
                    <a:moveTo>
                      <a:pt x="629" y="1"/>
                    </a:moveTo>
                    <a:cubicBezTo>
                      <a:pt x="579" y="1"/>
                      <a:pt x="527" y="16"/>
                      <a:pt x="480" y="47"/>
                    </a:cubicBezTo>
                    <a:cubicBezTo>
                      <a:pt x="366" y="116"/>
                      <a:pt x="297" y="298"/>
                      <a:pt x="366" y="435"/>
                    </a:cubicBezTo>
                    <a:cubicBezTo>
                      <a:pt x="708" y="1189"/>
                      <a:pt x="845" y="1987"/>
                      <a:pt x="822" y="2170"/>
                    </a:cubicBezTo>
                    <a:cubicBezTo>
                      <a:pt x="776" y="2193"/>
                      <a:pt x="696" y="2204"/>
                      <a:pt x="608" y="2204"/>
                    </a:cubicBezTo>
                    <a:cubicBezTo>
                      <a:pt x="520" y="2204"/>
                      <a:pt x="423" y="2193"/>
                      <a:pt x="343" y="2170"/>
                    </a:cubicBezTo>
                    <a:cubicBezTo>
                      <a:pt x="326" y="2168"/>
                      <a:pt x="310" y="2167"/>
                      <a:pt x="295" y="2167"/>
                    </a:cubicBezTo>
                    <a:cubicBezTo>
                      <a:pt x="156" y="2167"/>
                      <a:pt x="44" y="2255"/>
                      <a:pt x="23" y="2398"/>
                    </a:cubicBezTo>
                    <a:cubicBezTo>
                      <a:pt x="0" y="2558"/>
                      <a:pt x="114" y="2718"/>
                      <a:pt x="251" y="2741"/>
                    </a:cubicBezTo>
                    <a:cubicBezTo>
                      <a:pt x="297" y="2741"/>
                      <a:pt x="411" y="2786"/>
                      <a:pt x="525" y="2786"/>
                    </a:cubicBezTo>
                    <a:cubicBezTo>
                      <a:pt x="558" y="2789"/>
                      <a:pt x="592" y="2790"/>
                      <a:pt x="627" y="2790"/>
                    </a:cubicBezTo>
                    <a:cubicBezTo>
                      <a:pt x="883" y="2790"/>
                      <a:pt x="1181" y="2713"/>
                      <a:pt x="1301" y="2512"/>
                    </a:cubicBezTo>
                    <a:cubicBezTo>
                      <a:pt x="1530" y="2102"/>
                      <a:pt x="1187" y="869"/>
                      <a:pt x="845" y="161"/>
                    </a:cubicBezTo>
                    <a:cubicBezTo>
                      <a:pt x="815" y="56"/>
                      <a:pt x="726" y="1"/>
                      <a:pt x="629" y="1"/>
                    </a:cubicBezTo>
                    <a:close/>
                  </a:path>
                </a:pathLst>
              </a:custGeom>
              <a:solidFill>
                <a:srgbClr val="CC4F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41">
                <a:extLst>
                  <a:ext uri="{FF2B5EF4-FFF2-40B4-BE49-F238E27FC236}">
                    <a16:creationId xmlns:a16="http://schemas.microsoft.com/office/drawing/2014/main" id="{CD96E06F-5205-E733-17E7-1482471252A3}"/>
                  </a:ext>
                </a:extLst>
              </p:cNvPr>
              <p:cNvSpPr/>
              <p:nvPr/>
            </p:nvSpPr>
            <p:spPr>
              <a:xfrm>
                <a:off x="7362713" y="2955160"/>
                <a:ext cx="44674" cy="81817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2553" extrusionOk="0">
                    <a:moveTo>
                      <a:pt x="551" y="0"/>
                    </a:moveTo>
                    <a:cubicBezTo>
                      <a:pt x="511" y="0"/>
                      <a:pt x="470" y="13"/>
                      <a:pt x="434" y="42"/>
                    </a:cubicBezTo>
                    <a:cubicBezTo>
                      <a:pt x="320" y="133"/>
                      <a:pt x="252" y="270"/>
                      <a:pt x="320" y="407"/>
                    </a:cubicBezTo>
                    <a:cubicBezTo>
                      <a:pt x="640" y="1069"/>
                      <a:pt x="777" y="1822"/>
                      <a:pt x="754" y="1982"/>
                    </a:cubicBezTo>
                    <a:cubicBezTo>
                      <a:pt x="708" y="1993"/>
                      <a:pt x="640" y="1999"/>
                      <a:pt x="563" y="1999"/>
                    </a:cubicBezTo>
                    <a:cubicBezTo>
                      <a:pt x="486" y="1999"/>
                      <a:pt x="400" y="1993"/>
                      <a:pt x="320" y="1982"/>
                    </a:cubicBezTo>
                    <a:cubicBezTo>
                      <a:pt x="308" y="1980"/>
                      <a:pt x="297" y="1979"/>
                      <a:pt x="285" y="1979"/>
                    </a:cubicBezTo>
                    <a:cubicBezTo>
                      <a:pt x="164" y="1979"/>
                      <a:pt x="65" y="2085"/>
                      <a:pt x="24" y="2210"/>
                    </a:cubicBezTo>
                    <a:cubicBezTo>
                      <a:pt x="1" y="2347"/>
                      <a:pt x="92" y="2507"/>
                      <a:pt x="229" y="2530"/>
                    </a:cubicBezTo>
                    <a:cubicBezTo>
                      <a:pt x="297" y="2530"/>
                      <a:pt x="366" y="2552"/>
                      <a:pt x="480" y="2552"/>
                    </a:cubicBezTo>
                    <a:cubicBezTo>
                      <a:pt x="708" y="2552"/>
                      <a:pt x="1028" y="2530"/>
                      <a:pt x="1165" y="2301"/>
                    </a:cubicBezTo>
                    <a:cubicBezTo>
                      <a:pt x="1393" y="1936"/>
                      <a:pt x="1096" y="818"/>
                      <a:pt x="777" y="156"/>
                    </a:cubicBezTo>
                    <a:cubicBezTo>
                      <a:pt x="730" y="62"/>
                      <a:pt x="640" y="0"/>
                      <a:pt x="551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41">
                <a:extLst>
                  <a:ext uri="{FF2B5EF4-FFF2-40B4-BE49-F238E27FC236}">
                    <a16:creationId xmlns:a16="http://schemas.microsoft.com/office/drawing/2014/main" id="{82E957E7-48E0-E796-DB55-A9ED7A7AF9C1}"/>
                  </a:ext>
                </a:extLst>
              </p:cNvPr>
              <p:cNvSpPr/>
              <p:nvPr/>
            </p:nvSpPr>
            <p:spPr>
              <a:xfrm>
                <a:off x="7310794" y="2952820"/>
                <a:ext cx="23427" cy="36598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142" extrusionOk="0">
                    <a:moveTo>
                      <a:pt x="365" y="0"/>
                    </a:moveTo>
                    <a:cubicBezTo>
                      <a:pt x="160" y="0"/>
                      <a:pt x="0" y="274"/>
                      <a:pt x="0" y="571"/>
                    </a:cubicBezTo>
                    <a:cubicBezTo>
                      <a:pt x="0" y="891"/>
                      <a:pt x="160" y="1142"/>
                      <a:pt x="365" y="1142"/>
                    </a:cubicBezTo>
                    <a:cubicBezTo>
                      <a:pt x="571" y="1142"/>
                      <a:pt x="731" y="891"/>
                      <a:pt x="731" y="571"/>
                    </a:cubicBezTo>
                    <a:cubicBezTo>
                      <a:pt x="731" y="274"/>
                      <a:pt x="571" y="0"/>
                      <a:pt x="3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41">
                <a:extLst>
                  <a:ext uri="{FF2B5EF4-FFF2-40B4-BE49-F238E27FC236}">
                    <a16:creationId xmlns:a16="http://schemas.microsoft.com/office/drawing/2014/main" id="{2D5B8697-707B-1595-B8A0-9F27B9165B7D}"/>
                  </a:ext>
                </a:extLst>
              </p:cNvPr>
              <p:cNvSpPr/>
              <p:nvPr/>
            </p:nvSpPr>
            <p:spPr>
              <a:xfrm>
                <a:off x="7405145" y="2908209"/>
                <a:ext cx="23427" cy="36598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142" extrusionOk="0">
                    <a:moveTo>
                      <a:pt x="366" y="0"/>
                    </a:moveTo>
                    <a:cubicBezTo>
                      <a:pt x="160" y="0"/>
                      <a:pt x="1" y="251"/>
                      <a:pt x="1" y="571"/>
                    </a:cubicBezTo>
                    <a:cubicBezTo>
                      <a:pt x="1" y="890"/>
                      <a:pt x="160" y="1141"/>
                      <a:pt x="366" y="1141"/>
                    </a:cubicBezTo>
                    <a:cubicBezTo>
                      <a:pt x="571" y="1141"/>
                      <a:pt x="731" y="890"/>
                      <a:pt x="731" y="571"/>
                    </a:cubicBezTo>
                    <a:cubicBezTo>
                      <a:pt x="731" y="251"/>
                      <a:pt x="571" y="0"/>
                      <a:pt x="3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41">
                <a:extLst>
                  <a:ext uri="{FF2B5EF4-FFF2-40B4-BE49-F238E27FC236}">
                    <a16:creationId xmlns:a16="http://schemas.microsoft.com/office/drawing/2014/main" id="{F578FAB1-7838-3995-C09B-C009E019C8FC}"/>
                  </a:ext>
                </a:extLst>
              </p:cNvPr>
              <p:cNvSpPr/>
              <p:nvPr/>
            </p:nvSpPr>
            <p:spPr>
              <a:xfrm>
                <a:off x="6729946" y="3728235"/>
                <a:ext cx="534040" cy="103898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3242" extrusionOk="0">
                    <a:moveTo>
                      <a:pt x="3858" y="0"/>
                    </a:moveTo>
                    <a:lnTo>
                      <a:pt x="1" y="1027"/>
                    </a:lnTo>
                    <a:cubicBezTo>
                      <a:pt x="1" y="1027"/>
                      <a:pt x="4406" y="2945"/>
                      <a:pt x="6460" y="3150"/>
                    </a:cubicBezTo>
                    <a:cubicBezTo>
                      <a:pt x="6616" y="3166"/>
                      <a:pt x="6783" y="3173"/>
                      <a:pt x="6960" y="3173"/>
                    </a:cubicBezTo>
                    <a:cubicBezTo>
                      <a:pt x="8365" y="3173"/>
                      <a:pt x="10385" y="2735"/>
                      <a:pt x="12241" y="2735"/>
                    </a:cubicBezTo>
                    <a:cubicBezTo>
                      <a:pt x="13230" y="2735"/>
                      <a:pt x="14173" y="2860"/>
                      <a:pt x="14951" y="3241"/>
                    </a:cubicBezTo>
                    <a:lnTo>
                      <a:pt x="16663" y="2694"/>
                    </a:lnTo>
                    <a:lnTo>
                      <a:pt x="10478" y="0"/>
                    </a:lnTo>
                    <a:cubicBezTo>
                      <a:pt x="10478" y="0"/>
                      <a:pt x="9268" y="776"/>
                      <a:pt x="7853" y="1005"/>
                    </a:cubicBezTo>
                    <a:cubicBezTo>
                      <a:pt x="7729" y="1024"/>
                      <a:pt x="7597" y="1033"/>
                      <a:pt x="7460" y="1033"/>
                    </a:cubicBezTo>
                    <a:cubicBezTo>
                      <a:pt x="5981" y="1033"/>
                      <a:pt x="3858" y="0"/>
                      <a:pt x="385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41">
                <a:extLst>
                  <a:ext uri="{FF2B5EF4-FFF2-40B4-BE49-F238E27FC236}">
                    <a16:creationId xmlns:a16="http://schemas.microsoft.com/office/drawing/2014/main" id="{097E23C8-5798-9C68-7807-4298B2427F15}"/>
                  </a:ext>
                </a:extLst>
              </p:cNvPr>
              <p:cNvSpPr/>
              <p:nvPr/>
            </p:nvSpPr>
            <p:spPr>
              <a:xfrm>
                <a:off x="6729946" y="3728235"/>
                <a:ext cx="534040" cy="103898"/>
              </a:xfrm>
              <a:custGeom>
                <a:avLst/>
                <a:gdLst/>
                <a:ahLst/>
                <a:cxnLst/>
                <a:rect l="l" t="t" r="r" b="b"/>
                <a:pathLst>
                  <a:path w="16664" h="3242" extrusionOk="0">
                    <a:moveTo>
                      <a:pt x="3858" y="0"/>
                    </a:moveTo>
                    <a:lnTo>
                      <a:pt x="1" y="1027"/>
                    </a:lnTo>
                    <a:cubicBezTo>
                      <a:pt x="1" y="1027"/>
                      <a:pt x="4406" y="2945"/>
                      <a:pt x="6460" y="3150"/>
                    </a:cubicBezTo>
                    <a:cubicBezTo>
                      <a:pt x="6616" y="3166"/>
                      <a:pt x="6783" y="3173"/>
                      <a:pt x="6960" y="3173"/>
                    </a:cubicBezTo>
                    <a:cubicBezTo>
                      <a:pt x="8365" y="3173"/>
                      <a:pt x="10385" y="2735"/>
                      <a:pt x="12241" y="2735"/>
                    </a:cubicBezTo>
                    <a:cubicBezTo>
                      <a:pt x="13230" y="2735"/>
                      <a:pt x="14173" y="2860"/>
                      <a:pt x="14951" y="3241"/>
                    </a:cubicBezTo>
                    <a:lnTo>
                      <a:pt x="16663" y="2694"/>
                    </a:lnTo>
                    <a:lnTo>
                      <a:pt x="10478" y="0"/>
                    </a:lnTo>
                    <a:cubicBezTo>
                      <a:pt x="10478" y="0"/>
                      <a:pt x="9268" y="776"/>
                      <a:pt x="7853" y="1005"/>
                    </a:cubicBezTo>
                    <a:cubicBezTo>
                      <a:pt x="7729" y="1024"/>
                      <a:pt x="7597" y="1033"/>
                      <a:pt x="7460" y="1033"/>
                    </a:cubicBezTo>
                    <a:cubicBezTo>
                      <a:pt x="5981" y="1033"/>
                      <a:pt x="3858" y="0"/>
                      <a:pt x="3858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41">
                <a:extLst>
                  <a:ext uri="{FF2B5EF4-FFF2-40B4-BE49-F238E27FC236}">
                    <a16:creationId xmlns:a16="http://schemas.microsoft.com/office/drawing/2014/main" id="{D68F5AD9-87E2-CBF5-453D-53FB8EB6950A}"/>
                  </a:ext>
                </a:extLst>
              </p:cNvPr>
              <p:cNvSpPr/>
              <p:nvPr/>
            </p:nvSpPr>
            <p:spPr>
              <a:xfrm>
                <a:off x="7359059" y="2941123"/>
                <a:ext cx="35156" cy="21247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663" extrusionOk="0">
                    <a:moveTo>
                      <a:pt x="1051" y="0"/>
                    </a:moveTo>
                    <a:lnTo>
                      <a:pt x="1" y="457"/>
                    </a:lnTo>
                    <a:lnTo>
                      <a:pt x="23" y="662"/>
                    </a:lnTo>
                    <a:lnTo>
                      <a:pt x="1096" y="251"/>
                    </a:lnTo>
                    <a:lnTo>
                      <a:pt x="10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41">
                <a:extLst>
                  <a:ext uri="{FF2B5EF4-FFF2-40B4-BE49-F238E27FC236}">
                    <a16:creationId xmlns:a16="http://schemas.microsoft.com/office/drawing/2014/main" id="{F769A781-25A1-41B1-679F-11B232430697}"/>
                  </a:ext>
                </a:extLst>
              </p:cNvPr>
              <p:cNvSpPr/>
              <p:nvPr/>
            </p:nvSpPr>
            <p:spPr>
              <a:xfrm>
                <a:off x="6672162" y="3735542"/>
                <a:ext cx="627650" cy="91464"/>
              </a:xfrm>
              <a:custGeom>
                <a:avLst/>
                <a:gdLst/>
                <a:ahLst/>
                <a:cxnLst/>
                <a:rect l="l" t="t" r="r" b="b"/>
                <a:pathLst>
                  <a:path w="19585" h="2854" extrusionOk="0">
                    <a:moveTo>
                      <a:pt x="17416" y="0"/>
                    </a:moveTo>
                    <a:cubicBezTo>
                      <a:pt x="17416" y="0"/>
                      <a:pt x="14038" y="1370"/>
                      <a:pt x="10592" y="1644"/>
                    </a:cubicBezTo>
                    <a:cubicBezTo>
                      <a:pt x="10136" y="1680"/>
                      <a:pt x="9667" y="1693"/>
                      <a:pt x="9190" y="1693"/>
                    </a:cubicBezTo>
                    <a:cubicBezTo>
                      <a:pt x="7954" y="1693"/>
                      <a:pt x="6662" y="1605"/>
                      <a:pt x="5393" y="1605"/>
                    </a:cubicBezTo>
                    <a:cubicBezTo>
                      <a:pt x="3449" y="1605"/>
                      <a:pt x="1558" y="1811"/>
                      <a:pt x="1" y="2854"/>
                    </a:cubicBezTo>
                    <a:lnTo>
                      <a:pt x="19585" y="2717"/>
                    </a:lnTo>
                    <a:lnTo>
                      <a:pt x="1741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41">
                <a:extLst>
                  <a:ext uri="{FF2B5EF4-FFF2-40B4-BE49-F238E27FC236}">
                    <a16:creationId xmlns:a16="http://schemas.microsoft.com/office/drawing/2014/main" id="{0690C50A-0615-0685-95B2-5A95DEC1B23A}"/>
                  </a:ext>
                </a:extLst>
              </p:cNvPr>
              <p:cNvSpPr/>
              <p:nvPr/>
            </p:nvSpPr>
            <p:spPr>
              <a:xfrm>
                <a:off x="7176189" y="2721878"/>
                <a:ext cx="261892" cy="105148"/>
              </a:xfrm>
              <a:custGeom>
                <a:avLst/>
                <a:gdLst/>
                <a:ahLst/>
                <a:cxnLst/>
                <a:rect l="l" t="t" r="r" b="b"/>
                <a:pathLst>
                  <a:path w="8172" h="3281" extrusionOk="0">
                    <a:moveTo>
                      <a:pt x="4770" y="1"/>
                    </a:moveTo>
                    <a:cubicBezTo>
                      <a:pt x="2589" y="1"/>
                      <a:pt x="521" y="1015"/>
                      <a:pt x="0" y="2116"/>
                    </a:cubicBezTo>
                    <a:cubicBezTo>
                      <a:pt x="457" y="2619"/>
                      <a:pt x="1164" y="3029"/>
                      <a:pt x="2055" y="3281"/>
                    </a:cubicBezTo>
                    <a:cubicBezTo>
                      <a:pt x="2141" y="3001"/>
                      <a:pt x="2389" y="2822"/>
                      <a:pt x="2935" y="2822"/>
                    </a:cubicBezTo>
                    <a:cubicBezTo>
                      <a:pt x="2968" y="2822"/>
                      <a:pt x="3001" y="2823"/>
                      <a:pt x="3036" y="2824"/>
                    </a:cubicBezTo>
                    <a:cubicBezTo>
                      <a:pt x="3123" y="2827"/>
                      <a:pt x="3206" y="2829"/>
                      <a:pt x="3284" y="2829"/>
                    </a:cubicBezTo>
                    <a:cubicBezTo>
                      <a:pt x="5857" y="2829"/>
                      <a:pt x="3900" y="1109"/>
                      <a:pt x="4897" y="1109"/>
                    </a:cubicBezTo>
                    <a:cubicBezTo>
                      <a:pt x="4922" y="1109"/>
                      <a:pt x="4948" y="1110"/>
                      <a:pt x="4976" y="1112"/>
                    </a:cubicBezTo>
                    <a:cubicBezTo>
                      <a:pt x="5505" y="1133"/>
                      <a:pt x="6415" y="2766"/>
                      <a:pt x="7010" y="2766"/>
                    </a:cubicBezTo>
                    <a:cubicBezTo>
                      <a:pt x="7083" y="2766"/>
                      <a:pt x="7151" y="2742"/>
                      <a:pt x="7213" y="2687"/>
                    </a:cubicBezTo>
                    <a:cubicBezTo>
                      <a:pt x="7738" y="2139"/>
                      <a:pt x="8172" y="405"/>
                      <a:pt x="5684" y="62"/>
                    </a:cubicBezTo>
                    <a:cubicBezTo>
                      <a:pt x="5380" y="20"/>
                      <a:pt x="5074" y="1"/>
                      <a:pt x="47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41">
                <a:extLst>
                  <a:ext uri="{FF2B5EF4-FFF2-40B4-BE49-F238E27FC236}">
                    <a16:creationId xmlns:a16="http://schemas.microsoft.com/office/drawing/2014/main" id="{93DDD529-9277-2EC9-46D9-F5170D3FB85F}"/>
                  </a:ext>
                </a:extLst>
              </p:cNvPr>
              <p:cNvSpPr/>
              <p:nvPr/>
            </p:nvSpPr>
            <p:spPr>
              <a:xfrm>
                <a:off x="6901468" y="3441892"/>
                <a:ext cx="84032" cy="269568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8424" extrusionOk="0">
                    <a:moveTo>
                      <a:pt x="1827" y="1"/>
                    </a:moveTo>
                    <a:cubicBezTo>
                      <a:pt x="1827" y="1"/>
                      <a:pt x="777" y="3676"/>
                      <a:pt x="1" y="8423"/>
                    </a:cubicBezTo>
                    <a:lnTo>
                      <a:pt x="2626" y="5479"/>
                    </a:lnTo>
                    <a:lnTo>
                      <a:pt x="18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41">
                <a:extLst>
                  <a:ext uri="{FF2B5EF4-FFF2-40B4-BE49-F238E27FC236}">
                    <a16:creationId xmlns:a16="http://schemas.microsoft.com/office/drawing/2014/main" id="{6A798CD6-8F13-8189-66DF-E2CA28FDD4E9}"/>
                  </a:ext>
                </a:extLst>
              </p:cNvPr>
              <p:cNvSpPr/>
              <p:nvPr/>
            </p:nvSpPr>
            <p:spPr>
              <a:xfrm>
                <a:off x="6901468" y="3441892"/>
                <a:ext cx="84032" cy="269568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8424" extrusionOk="0">
                    <a:moveTo>
                      <a:pt x="1827" y="1"/>
                    </a:moveTo>
                    <a:cubicBezTo>
                      <a:pt x="1827" y="1"/>
                      <a:pt x="777" y="3676"/>
                      <a:pt x="1" y="8423"/>
                    </a:cubicBezTo>
                    <a:lnTo>
                      <a:pt x="2626" y="5479"/>
                    </a:lnTo>
                    <a:lnTo>
                      <a:pt x="1827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41">
                <a:extLst>
                  <a:ext uri="{FF2B5EF4-FFF2-40B4-BE49-F238E27FC236}">
                    <a16:creationId xmlns:a16="http://schemas.microsoft.com/office/drawing/2014/main" id="{1CFB9A1E-4984-612A-D092-3598E4D613D1}"/>
                  </a:ext>
                </a:extLst>
              </p:cNvPr>
              <p:cNvSpPr/>
              <p:nvPr/>
            </p:nvSpPr>
            <p:spPr>
              <a:xfrm>
                <a:off x="7075974" y="2912599"/>
                <a:ext cx="85599" cy="327718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0226" extrusionOk="0">
                    <a:moveTo>
                      <a:pt x="1621" y="0"/>
                    </a:moveTo>
                    <a:lnTo>
                      <a:pt x="0" y="3721"/>
                    </a:lnTo>
                    <a:lnTo>
                      <a:pt x="708" y="7692"/>
                    </a:lnTo>
                    <a:lnTo>
                      <a:pt x="2671" y="10226"/>
                    </a:lnTo>
                    <a:lnTo>
                      <a:pt x="2077" y="6825"/>
                    </a:lnTo>
                    <a:lnTo>
                      <a:pt x="2169" y="3378"/>
                    </a:lnTo>
                    <a:lnTo>
                      <a:pt x="1621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0" name="Google Shape;1520;p41">
              <a:extLst>
                <a:ext uri="{FF2B5EF4-FFF2-40B4-BE49-F238E27FC236}">
                  <a16:creationId xmlns:a16="http://schemas.microsoft.com/office/drawing/2014/main" id="{9A716B2F-F01E-0CAF-8DA6-60ABB30DB723}"/>
                </a:ext>
              </a:extLst>
            </p:cNvPr>
            <p:cNvGrpSpPr/>
            <p:nvPr/>
          </p:nvGrpSpPr>
          <p:grpSpPr>
            <a:xfrm>
              <a:off x="7947920" y="3312373"/>
              <a:ext cx="964901" cy="1732582"/>
              <a:chOff x="7947916" y="3428972"/>
              <a:chExt cx="964901" cy="1732582"/>
            </a:xfrm>
          </p:grpSpPr>
          <p:sp>
            <p:nvSpPr>
              <p:cNvPr id="1521" name="Google Shape;1521;p41">
                <a:extLst>
                  <a:ext uri="{FF2B5EF4-FFF2-40B4-BE49-F238E27FC236}">
                    <a16:creationId xmlns:a16="http://schemas.microsoft.com/office/drawing/2014/main" id="{5794395F-7217-81B8-D2C2-A8F89D45793D}"/>
                  </a:ext>
                </a:extLst>
              </p:cNvPr>
              <p:cNvSpPr/>
              <p:nvPr/>
            </p:nvSpPr>
            <p:spPr>
              <a:xfrm>
                <a:off x="8399993" y="4348830"/>
                <a:ext cx="79061" cy="812725"/>
              </a:xfrm>
              <a:custGeom>
                <a:avLst/>
                <a:gdLst/>
                <a:ahLst/>
                <a:cxnLst/>
                <a:rect l="l" t="t" r="r" b="b"/>
                <a:pathLst>
                  <a:path w="2467" h="25360" extrusionOk="0">
                    <a:moveTo>
                      <a:pt x="1" y="1"/>
                    </a:moveTo>
                    <a:lnTo>
                      <a:pt x="1713" y="25360"/>
                    </a:lnTo>
                    <a:lnTo>
                      <a:pt x="2466" y="25360"/>
                    </a:lnTo>
                    <a:lnTo>
                      <a:pt x="13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41">
                <a:extLst>
                  <a:ext uri="{FF2B5EF4-FFF2-40B4-BE49-F238E27FC236}">
                    <a16:creationId xmlns:a16="http://schemas.microsoft.com/office/drawing/2014/main" id="{DE5B4C83-B8D9-1AA9-DC93-7D6FD42B5B48}"/>
                  </a:ext>
                </a:extLst>
              </p:cNvPr>
              <p:cNvSpPr/>
              <p:nvPr/>
            </p:nvSpPr>
            <p:spPr>
              <a:xfrm>
                <a:off x="7987431" y="4470262"/>
                <a:ext cx="691297" cy="13941"/>
              </a:xfrm>
              <a:custGeom>
                <a:avLst/>
                <a:gdLst/>
                <a:ahLst/>
                <a:cxnLst/>
                <a:rect l="l" t="t" r="r" b="b"/>
                <a:pathLst>
                  <a:path w="21571" h="435" extrusionOk="0">
                    <a:moveTo>
                      <a:pt x="1" y="1"/>
                    </a:moveTo>
                    <a:lnTo>
                      <a:pt x="1" y="434"/>
                    </a:lnTo>
                    <a:lnTo>
                      <a:pt x="21570" y="434"/>
                    </a:lnTo>
                    <a:lnTo>
                      <a:pt x="215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41">
                <a:extLst>
                  <a:ext uri="{FF2B5EF4-FFF2-40B4-BE49-F238E27FC236}">
                    <a16:creationId xmlns:a16="http://schemas.microsoft.com/office/drawing/2014/main" id="{E0C6F2EF-0B05-42D4-B18A-6876DEB1037F}"/>
                  </a:ext>
                </a:extLst>
              </p:cNvPr>
              <p:cNvSpPr/>
              <p:nvPr/>
            </p:nvSpPr>
            <p:spPr>
              <a:xfrm>
                <a:off x="8214207" y="4348830"/>
                <a:ext cx="68774" cy="812725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25360" extrusionOk="0">
                    <a:moveTo>
                      <a:pt x="776" y="1"/>
                    </a:moveTo>
                    <a:lnTo>
                      <a:pt x="0" y="25360"/>
                    </a:lnTo>
                    <a:lnTo>
                      <a:pt x="776" y="25360"/>
                    </a:lnTo>
                    <a:lnTo>
                      <a:pt x="214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41">
                <a:extLst>
                  <a:ext uri="{FF2B5EF4-FFF2-40B4-BE49-F238E27FC236}">
                    <a16:creationId xmlns:a16="http://schemas.microsoft.com/office/drawing/2014/main" id="{E82C3D3C-8B4B-EBD8-C6A2-C9019EF8838F}"/>
                  </a:ext>
                </a:extLst>
              </p:cNvPr>
              <p:cNvSpPr/>
              <p:nvPr/>
            </p:nvSpPr>
            <p:spPr>
              <a:xfrm>
                <a:off x="8163731" y="3429228"/>
                <a:ext cx="749078" cy="911559"/>
              </a:xfrm>
              <a:custGeom>
                <a:avLst/>
                <a:gdLst/>
                <a:ahLst/>
                <a:cxnLst/>
                <a:rect l="l" t="t" r="r" b="b"/>
                <a:pathLst>
                  <a:path w="23374" h="28444" extrusionOk="0">
                    <a:moveTo>
                      <a:pt x="16652" y="0"/>
                    </a:moveTo>
                    <a:cubicBezTo>
                      <a:pt x="12799" y="0"/>
                      <a:pt x="8554" y="410"/>
                      <a:pt x="8103" y="848"/>
                    </a:cubicBezTo>
                    <a:cubicBezTo>
                      <a:pt x="5504" y="3357"/>
                      <a:pt x="10" y="28421"/>
                      <a:pt x="0" y="28444"/>
                    </a:cubicBezTo>
                    <a:lnTo>
                      <a:pt x="0" y="28444"/>
                    </a:lnTo>
                    <a:lnTo>
                      <a:pt x="16321" y="28330"/>
                    </a:lnTo>
                    <a:cubicBezTo>
                      <a:pt x="17895" y="22532"/>
                      <a:pt x="23374" y="1989"/>
                      <a:pt x="23031" y="1053"/>
                    </a:cubicBezTo>
                    <a:cubicBezTo>
                      <a:pt x="22742" y="279"/>
                      <a:pt x="19831" y="0"/>
                      <a:pt x="16652" y="0"/>
                    </a:cubicBezTo>
                    <a:close/>
                    <a:moveTo>
                      <a:pt x="0" y="28444"/>
                    </a:moveTo>
                    <a:lnTo>
                      <a:pt x="0" y="28444"/>
                    </a:lnTo>
                    <a:cubicBezTo>
                      <a:pt x="0" y="28444"/>
                      <a:pt x="0" y="28444"/>
                      <a:pt x="0" y="28444"/>
                    </a:cubicBezTo>
                    <a:cubicBezTo>
                      <a:pt x="0" y="28444"/>
                      <a:pt x="0" y="28444"/>
                      <a:pt x="0" y="2844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41">
                <a:extLst>
                  <a:ext uri="{FF2B5EF4-FFF2-40B4-BE49-F238E27FC236}">
                    <a16:creationId xmlns:a16="http://schemas.microsoft.com/office/drawing/2014/main" id="{14C436FA-EE77-BAD7-B778-F8D77BAF00B9}"/>
                  </a:ext>
                </a:extLst>
              </p:cNvPr>
              <p:cNvSpPr/>
              <p:nvPr/>
            </p:nvSpPr>
            <p:spPr>
              <a:xfrm>
                <a:off x="7969132" y="4323960"/>
                <a:ext cx="719114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22439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22438" y="1370"/>
                    </a:lnTo>
                    <a:lnTo>
                      <a:pt x="2243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41">
                <a:extLst>
                  <a:ext uri="{FF2B5EF4-FFF2-40B4-BE49-F238E27FC236}">
                    <a16:creationId xmlns:a16="http://schemas.microsoft.com/office/drawing/2014/main" id="{91338F55-2D66-E4FC-B72A-6B09E75C6887}"/>
                  </a:ext>
                </a:extLst>
              </p:cNvPr>
              <p:cNvSpPr/>
              <p:nvPr/>
            </p:nvSpPr>
            <p:spPr>
              <a:xfrm>
                <a:off x="8277856" y="4323960"/>
                <a:ext cx="411842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12851" h="1371" extrusionOk="0">
                    <a:moveTo>
                      <a:pt x="0" y="1"/>
                    </a:moveTo>
                    <a:lnTo>
                      <a:pt x="0" y="1370"/>
                    </a:lnTo>
                    <a:lnTo>
                      <a:pt x="12851" y="1370"/>
                    </a:lnTo>
                    <a:lnTo>
                      <a:pt x="1285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41">
                <a:extLst>
                  <a:ext uri="{FF2B5EF4-FFF2-40B4-BE49-F238E27FC236}">
                    <a16:creationId xmlns:a16="http://schemas.microsoft.com/office/drawing/2014/main" id="{7BC2A2D7-4C09-2408-6267-6EAE4DB93AB6}"/>
                  </a:ext>
                </a:extLst>
              </p:cNvPr>
              <p:cNvSpPr/>
              <p:nvPr/>
            </p:nvSpPr>
            <p:spPr>
              <a:xfrm>
                <a:off x="8645805" y="4348830"/>
                <a:ext cx="79766" cy="8127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5360" extrusionOk="0">
                    <a:moveTo>
                      <a:pt x="0" y="1"/>
                    </a:moveTo>
                    <a:lnTo>
                      <a:pt x="1712" y="25360"/>
                    </a:lnTo>
                    <a:lnTo>
                      <a:pt x="2488" y="25360"/>
                    </a:lnTo>
                    <a:lnTo>
                      <a:pt x="13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41">
                <a:extLst>
                  <a:ext uri="{FF2B5EF4-FFF2-40B4-BE49-F238E27FC236}">
                    <a16:creationId xmlns:a16="http://schemas.microsoft.com/office/drawing/2014/main" id="{C0560A0E-8BAB-5890-74A5-0C41B2DCB9EB}"/>
                  </a:ext>
                </a:extLst>
              </p:cNvPr>
              <p:cNvSpPr/>
              <p:nvPr/>
            </p:nvSpPr>
            <p:spPr>
              <a:xfrm>
                <a:off x="7947916" y="4348830"/>
                <a:ext cx="68806" cy="812725"/>
              </a:xfrm>
              <a:custGeom>
                <a:avLst/>
                <a:gdLst/>
                <a:ahLst/>
                <a:cxnLst/>
                <a:rect l="l" t="t" r="r" b="b"/>
                <a:pathLst>
                  <a:path w="2147" h="25360" extrusionOk="0">
                    <a:moveTo>
                      <a:pt x="777" y="1"/>
                    </a:moveTo>
                    <a:lnTo>
                      <a:pt x="1" y="25360"/>
                    </a:lnTo>
                    <a:lnTo>
                      <a:pt x="777" y="25360"/>
                    </a:lnTo>
                    <a:lnTo>
                      <a:pt x="214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41">
                <a:extLst>
                  <a:ext uri="{FF2B5EF4-FFF2-40B4-BE49-F238E27FC236}">
                    <a16:creationId xmlns:a16="http://schemas.microsoft.com/office/drawing/2014/main" id="{BBDC483D-A263-B7D3-FAB0-E8969596940D}"/>
                  </a:ext>
                </a:extLst>
              </p:cNvPr>
              <p:cNvSpPr/>
              <p:nvPr/>
            </p:nvSpPr>
            <p:spPr>
              <a:xfrm>
                <a:off x="8408069" y="3428972"/>
                <a:ext cx="504748" cy="908899"/>
              </a:xfrm>
              <a:custGeom>
                <a:avLst/>
                <a:gdLst/>
                <a:ahLst/>
                <a:cxnLst/>
                <a:rect l="l" t="t" r="r" b="b"/>
                <a:pathLst>
                  <a:path w="15750" h="28361" extrusionOk="0">
                    <a:moveTo>
                      <a:pt x="8977" y="0"/>
                    </a:moveTo>
                    <a:cubicBezTo>
                      <a:pt x="5138" y="0"/>
                      <a:pt x="928" y="408"/>
                      <a:pt x="479" y="856"/>
                    </a:cubicBezTo>
                    <a:cubicBezTo>
                      <a:pt x="342" y="993"/>
                      <a:pt x="160" y="1221"/>
                      <a:pt x="0" y="1541"/>
                    </a:cubicBezTo>
                    <a:cubicBezTo>
                      <a:pt x="1574" y="1252"/>
                      <a:pt x="4605" y="1033"/>
                      <a:pt x="7433" y="1033"/>
                    </a:cubicBezTo>
                    <a:cubicBezTo>
                      <a:pt x="10634" y="1033"/>
                      <a:pt x="13576" y="1313"/>
                      <a:pt x="13855" y="2089"/>
                    </a:cubicBezTo>
                    <a:cubicBezTo>
                      <a:pt x="14175" y="2979"/>
                      <a:pt x="9267" y="21490"/>
                      <a:pt x="7418" y="28360"/>
                    </a:cubicBezTo>
                    <a:lnTo>
                      <a:pt x="8697" y="28360"/>
                    </a:lnTo>
                    <a:cubicBezTo>
                      <a:pt x="10271" y="22540"/>
                      <a:pt x="15750" y="1997"/>
                      <a:pt x="15407" y="1061"/>
                    </a:cubicBezTo>
                    <a:cubicBezTo>
                      <a:pt x="15117" y="283"/>
                      <a:pt x="12176" y="0"/>
                      <a:pt x="89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41">
                <a:extLst>
                  <a:ext uri="{FF2B5EF4-FFF2-40B4-BE49-F238E27FC236}">
                    <a16:creationId xmlns:a16="http://schemas.microsoft.com/office/drawing/2014/main" id="{74F2B684-ED1D-1283-B4A6-235F6B5E2355}"/>
                  </a:ext>
                </a:extLst>
              </p:cNvPr>
              <p:cNvSpPr/>
              <p:nvPr/>
            </p:nvSpPr>
            <p:spPr>
              <a:xfrm>
                <a:off x="8601899" y="3438651"/>
                <a:ext cx="269968" cy="391556"/>
              </a:xfrm>
              <a:custGeom>
                <a:avLst/>
                <a:gdLst/>
                <a:ahLst/>
                <a:cxnLst/>
                <a:rect l="l" t="t" r="r" b="b"/>
                <a:pathLst>
                  <a:path w="8424" h="12218" extrusionOk="0">
                    <a:moveTo>
                      <a:pt x="2344" y="0"/>
                    </a:moveTo>
                    <a:cubicBezTo>
                      <a:pt x="1567" y="0"/>
                      <a:pt x="772" y="19"/>
                      <a:pt x="1" y="52"/>
                    </a:cubicBezTo>
                    <a:lnTo>
                      <a:pt x="1" y="691"/>
                    </a:lnTo>
                    <a:cubicBezTo>
                      <a:pt x="1" y="6899"/>
                      <a:pt x="2534" y="11921"/>
                      <a:pt x="5753" y="12218"/>
                    </a:cubicBezTo>
                    <a:cubicBezTo>
                      <a:pt x="7191" y="6603"/>
                      <a:pt x="8423" y="1444"/>
                      <a:pt x="8264" y="988"/>
                    </a:cubicBezTo>
                    <a:cubicBezTo>
                      <a:pt x="7993" y="265"/>
                      <a:pt x="5292" y="0"/>
                      <a:pt x="2344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1" name="Google Shape;1531;p41">
              <a:extLst>
                <a:ext uri="{FF2B5EF4-FFF2-40B4-BE49-F238E27FC236}">
                  <a16:creationId xmlns:a16="http://schemas.microsoft.com/office/drawing/2014/main" id="{6C54AB84-A035-3783-E83D-2AE246ABAAD9}"/>
                </a:ext>
              </a:extLst>
            </p:cNvPr>
            <p:cNvGrpSpPr/>
            <p:nvPr/>
          </p:nvGrpSpPr>
          <p:grpSpPr>
            <a:xfrm>
              <a:off x="7336369" y="3282183"/>
              <a:ext cx="321926" cy="525819"/>
              <a:chOff x="7336365" y="3398782"/>
              <a:chExt cx="321926" cy="525819"/>
            </a:xfrm>
          </p:grpSpPr>
          <p:sp>
            <p:nvSpPr>
              <p:cNvPr id="1532" name="Google Shape;1532;p41">
                <a:extLst>
                  <a:ext uri="{FF2B5EF4-FFF2-40B4-BE49-F238E27FC236}">
                    <a16:creationId xmlns:a16="http://schemas.microsoft.com/office/drawing/2014/main" id="{5A86EBA2-D90B-30D9-D597-9E90A052C072}"/>
                  </a:ext>
                </a:extLst>
              </p:cNvPr>
              <p:cNvSpPr/>
              <p:nvPr/>
            </p:nvSpPr>
            <p:spPr>
              <a:xfrm>
                <a:off x="7588747" y="3398782"/>
                <a:ext cx="695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2170" h="1975" extrusionOk="0">
                    <a:moveTo>
                      <a:pt x="1108" y="1"/>
                    </a:moveTo>
                    <a:cubicBezTo>
                      <a:pt x="857" y="1"/>
                      <a:pt x="606" y="98"/>
                      <a:pt x="412" y="292"/>
                    </a:cubicBezTo>
                    <a:cubicBezTo>
                      <a:pt x="1" y="680"/>
                      <a:pt x="1" y="1296"/>
                      <a:pt x="366" y="1684"/>
                    </a:cubicBezTo>
                    <a:cubicBezTo>
                      <a:pt x="549" y="1878"/>
                      <a:pt x="800" y="1975"/>
                      <a:pt x="1054" y="1975"/>
                    </a:cubicBezTo>
                    <a:cubicBezTo>
                      <a:pt x="1307" y="1975"/>
                      <a:pt x="1564" y="1878"/>
                      <a:pt x="1758" y="1684"/>
                    </a:cubicBezTo>
                    <a:cubicBezTo>
                      <a:pt x="2146" y="1296"/>
                      <a:pt x="2169" y="657"/>
                      <a:pt x="1804" y="292"/>
                    </a:cubicBezTo>
                    <a:cubicBezTo>
                      <a:pt x="1610" y="98"/>
                      <a:pt x="1359" y="1"/>
                      <a:pt x="11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41">
                <a:extLst>
                  <a:ext uri="{FF2B5EF4-FFF2-40B4-BE49-F238E27FC236}">
                    <a16:creationId xmlns:a16="http://schemas.microsoft.com/office/drawing/2014/main" id="{2CC3B57F-4101-1A10-DED0-DF70FF4D7E90}"/>
                  </a:ext>
                </a:extLst>
              </p:cNvPr>
              <p:cNvSpPr/>
              <p:nvPr/>
            </p:nvSpPr>
            <p:spPr>
              <a:xfrm>
                <a:off x="7438792" y="3431504"/>
                <a:ext cx="182895" cy="471130"/>
              </a:xfrm>
              <a:custGeom>
                <a:avLst/>
                <a:gdLst/>
                <a:ahLst/>
                <a:cxnLst/>
                <a:rect l="l" t="t" r="r" b="b"/>
                <a:pathLst>
                  <a:path w="5707" h="14701" extrusionOk="0">
                    <a:moveTo>
                      <a:pt x="5342" y="1"/>
                    </a:moveTo>
                    <a:cubicBezTo>
                      <a:pt x="731" y="2854"/>
                      <a:pt x="206" y="11459"/>
                      <a:pt x="23" y="14267"/>
                    </a:cubicBezTo>
                    <a:lnTo>
                      <a:pt x="1" y="14678"/>
                    </a:lnTo>
                    <a:lnTo>
                      <a:pt x="685" y="14700"/>
                    </a:lnTo>
                    <a:lnTo>
                      <a:pt x="708" y="14312"/>
                    </a:lnTo>
                    <a:cubicBezTo>
                      <a:pt x="891" y="11573"/>
                      <a:pt x="1393" y="3242"/>
                      <a:pt x="5707" y="549"/>
                    </a:cubicBezTo>
                    <a:lnTo>
                      <a:pt x="534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41">
                <a:extLst>
                  <a:ext uri="{FF2B5EF4-FFF2-40B4-BE49-F238E27FC236}">
                    <a16:creationId xmlns:a16="http://schemas.microsoft.com/office/drawing/2014/main" id="{9B7CDC64-E524-B7B2-2D5E-C25E52EDADC4}"/>
                  </a:ext>
                </a:extLst>
              </p:cNvPr>
              <p:cNvSpPr/>
              <p:nvPr/>
            </p:nvSpPr>
            <p:spPr>
              <a:xfrm>
                <a:off x="7336365" y="3880664"/>
                <a:ext cx="230454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7191" h="1371" extrusionOk="0">
                    <a:moveTo>
                      <a:pt x="3585" y="1"/>
                    </a:moveTo>
                    <a:cubicBezTo>
                      <a:pt x="1918" y="1"/>
                      <a:pt x="480" y="571"/>
                      <a:pt x="1" y="1370"/>
                    </a:cubicBezTo>
                    <a:lnTo>
                      <a:pt x="7191" y="1370"/>
                    </a:lnTo>
                    <a:cubicBezTo>
                      <a:pt x="6734" y="571"/>
                      <a:pt x="5296" y="1"/>
                      <a:pt x="35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5" name="Google Shape;1535;p41">
              <a:extLst>
                <a:ext uri="{FF2B5EF4-FFF2-40B4-BE49-F238E27FC236}">
                  <a16:creationId xmlns:a16="http://schemas.microsoft.com/office/drawing/2014/main" id="{6CB8C06A-07D1-EF09-6D0B-08C27A7311AB}"/>
                </a:ext>
              </a:extLst>
            </p:cNvPr>
            <p:cNvGrpSpPr/>
            <p:nvPr/>
          </p:nvGrpSpPr>
          <p:grpSpPr>
            <a:xfrm>
              <a:off x="6357606" y="3283465"/>
              <a:ext cx="319714" cy="524537"/>
              <a:chOff x="6357602" y="3400064"/>
              <a:chExt cx="319714" cy="524537"/>
            </a:xfrm>
          </p:grpSpPr>
          <p:sp>
            <p:nvSpPr>
              <p:cNvPr id="1536" name="Google Shape;1536;p41">
                <a:extLst>
                  <a:ext uri="{FF2B5EF4-FFF2-40B4-BE49-F238E27FC236}">
                    <a16:creationId xmlns:a16="http://schemas.microsoft.com/office/drawing/2014/main" id="{5A05B5AB-CC82-2F9A-3FCD-92BBFF31E17B}"/>
                  </a:ext>
                </a:extLst>
              </p:cNvPr>
              <p:cNvSpPr/>
              <p:nvPr/>
            </p:nvSpPr>
            <p:spPr>
              <a:xfrm>
                <a:off x="6612163" y="3400064"/>
                <a:ext cx="65153" cy="62204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941" extrusionOk="0">
                    <a:moveTo>
                      <a:pt x="1051" y="0"/>
                    </a:moveTo>
                    <a:cubicBezTo>
                      <a:pt x="503" y="0"/>
                      <a:pt x="47" y="411"/>
                      <a:pt x="24" y="959"/>
                    </a:cubicBezTo>
                    <a:cubicBezTo>
                      <a:pt x="1" y="1507"/>
                      <a:pt x="435" y="1941"/>
                      <a:pt x="960" y="1941"/>
                    </a:cubicBezTo>
                    <a:cubicBezTo>
                      <a:pt x="1507" y="1941"/>
                      <a:pt x="1964" y="1507"/>
                      <a:pt x="1987" y="959"/>
                    </a:cubicBezTo>
                    <a:cubicBezTo>
                      <a:pt x="2032" y="411"/>
                      <a:pt x="1599" y="0"/>
                      <a:pt x="10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41">
                <a:extLst>
                  <a:ext uri="{FF2B5EF4-FFF2-40B4-BE49-F238E27FC236}">
                    <a16:creationId xmlns:a16="http://schemas.microsoft.com/office/drawing/2014/main" id="{A9DEF940-4D2D-6A03-C2C7-FE113DA06629}"/>
                  </a:ext>
                </a:extLst>
              </p:cNvPr>
              <p:cNvSpPr/>
              <p:nvPr/>
            </p:nvSpPr>
            <p:spPr>
              <a:xfrm>
                <a:off x="6460029" y="3431504"/>
                <a:ext cx="182895" cy="471130"/>
              </a:xfrm>
              <a:custGeom>
                <a:avLst/>
                <a:gdLst/>
                <a:ahLst/>
                <a:cxnLst/>
                <a:rect l="l" t="t" r="r" b="b"/>
                <a:pathLst>
                  <a:path w="5707" h="14701" extrusionOk="0">
                    <a:moveTo>
                      <a:pt x="5341" y="1"/>
                    </a:moveTo>
                    <a:cubicBezTo>
                      <a:pt x="754" y="2854"/>
                      <a:pt x="206" y="11459"/>
                      <a:pt x="46" y="14267"/>
                    </a:cubicBezTo>
                    <a:lnTo>
                      <a:pt x="0" y="14678"/>
                    </a:lnTo>
                    <a:lnTo>
                      <a:pt x="685" y="14700"/>
                    </a:lnTo>
                    <a:lnTo>
                      <a:pt x="731" y="14312"/>
                    </a:lnTo>
                    <a:cubicBezTo>
                      <a:pt x="890" y="11573"/>
                      <a:pt x="1415" y="3242"/>
                      <a:pt x="5707" y="549"/>
                    </a:cubicBezTo>
                    <a:lnTo>
                      <a:pt x="534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41">
                <a:extLst>
                  <a:ext uri="{FF2B5EF4-FFF2-40B4-BE49-F238E27FC236}">
                    <a16:creationId xmlns:a16="http://schemas.microsoft.com/office/drawing/2014/main" id="{6EF7CE6A-0E3A-2A6F-2F91-9AF72ACB6104}"/>
                  </a:ext>
                </a:extLst>
              </p:cNvPr>
              <p:cNvSpPr/>
              <p:nvPr/>
            </p:nvSpPr>
            <p:spPr>
              <a:xfrm>
                <a:off x="6357602" y="3880664"/>
                <a:ext cx="230454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7191" h="1371" extrusionOk="0">
                    <a:moveTo>
                      <a:pt x="3607" y="1"/>
                    </a:moveTo>
                    <a:cubicBezTo>
                      <a:pt x="1918" y="1"/>
                      <a:pt x="503" y="571"/>
                      <a:pt x="1" y="1370"/>
                    </a:cubicBezTo>
                    <a:lnTo>
                      <a:pt x="7191" y="1370"/>
                    </a:lnTo>
                    <a:cubicBezTo>
                      <a:pt x="6734" y="571"/>
                      <a:pt x="5319" y="1"/>
                      <a:pt x="360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9" name="Google Shape;1539;p41">
              <a:extLst>
                <a:ext uri="{FF2B5EF4-FFF2-40B4-BE49-F238E27FC236}">
                  <a16:creationId xmlns:a16="http://schemas.microsoft.com/office/drawing/2014/main" id="{C3562144-42C9-F214-71D6-5791C9F4F84D}"/>
                </a:ext>
              </a:extLst>
            </p:cNvPr>
            <p:cNvGrpSpPr/>
            <p:nvPr/>
          </p:nvGrpSpPr>
          <p:grpSpPr>
            <a:xfrm>
              <a:off x="7659739" y="3201902"/>
              <a:ext cx="1013131" cy="963770"/>
              <a:chOff x="7659739" y="3223277"/>
              <a:chExt cx="1013131" cy="963770"/>
            </a:xfrm>
          </p:grpSpPr>
          <p:sp>
            <p:nvSpPr>
              <p:cNvPr id="1540" name="Google Shape;1540;p41">
                <a:extLst>
                  <a:ext uri="{FF2B5EF4-FFF2-40B4-BE49-F238E27FC236}">
                    <a16:creationId xmlns:a16="http://schemas.microsoft.com/office/drawing/2014/main" id="{B971487C-E0D9-077F-731C-6CB20E6EB028}"/>
                  </a:ext>
                </a:extLst>
              </p:cNvPr>
              <p:cNvSpPr/>
              <p:nvPr/>
            </p:nvSpPr>
            <p:spPr>
              <a:xfrm>
                <a:off x="7789920" y="3223277"/>
                <a:ext cx="882204" cy="945401"/>
              </a:xfrm>
              <a:custGeom>
                <a:avLst/>
                <a:gdLst/>
                <a:ahLst/>
                <a:cxnLst/>
                <a:rect l="l" t="t" r="r" b="b"/>
                <a:pathLst>
                  <a:path w="27528" h="29500" extrusionOk="0">
                    <a:moveTo>
                      <a:pt x="3221" y="1"/>
                    </a:moveTo>
                    <a:cubicBezTo>
                      <a:pt x="2591" y="1"/>
                      <a:pt x="2027" y="145"/>
                      <a:pt x="1598" y="537"/>
                    </a:cubicBezTo>
                    <a:cubicBezTo>
                      <a:pt x="1" y="1998"/>
                      <a:pt x="480" y="5125"/>
                      <a:pt x="1484" y="9233"/>
                    </a:cubicBezTo>
                    <a:cubicBezTo>
                      <a:pt x="2489" y="13342"/>
                      <a:pt x="5045" y="14666"/>
                      <a:pt x="4589" y="19276"/>
                    </a:cubicBezTo>
                    <a:cubicBezTo>
                      <a:pt x="4589" y="19276"/>
                      <a:pt x="14655" y="28909"/>
                      <a:pt x="21023" y="29479"/>
                    </a:cubicBezTo>
                    <a:cubicBezTo>
                      <a:pt x="21176" y="29493"/>
                      <a:pt x="21326" y="29500"/>
                      <a:pt x="21472" y="29500"/>
                    </a:cubicBezTo>
                    <a:cubicBezTo>
                      <a:pt x="27398" y="29500"/>
                      <a:pt x="27528" y="18477"/>
                      <a:pt x="27528" y="18477"/>
                    </a:cubicBezTo>
                    <a:cubicBezTo>
                      <a:pt x="25839" y="8982"/>
                      <a:pt x="18626" y="2272"/>
                      <a:pt x="16024" y="788"/>
                    </a:cubicBezTo>
                    <a:cubicBezTo>
                      <a:pt x="15271" y="355"/>
                      <a:pt x="14455" y="202"/>
                      <a:pt x="13636" y="202"/>
                    </a:cubicBezTo>
                    <a:cubicBezTo>
                      <a:pt x="11666" y="202"/>
                      <a:pt x="9671" y="1085"/>
                      <a:pt x="8456" y="1085"/>
                    </a:cubicBezTo>
                    <a:cubicBezTo>
                      <a:pt x="8445" y="1085"/>
                      <a:pt x="8434" y="1085"/>
                      <a:pt x="8423" y="1085"/>
                    </a:cubicBezTo>
                    <a:cubicBezTo>
                      <a:pt x="7138" y="1068"/>
                      <a:pt x="4936" y="1"/>
                      <a:pt x="32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41">
                <a:extLst>
                  <a:ext uri="{FF2B5EF4-FFF2-40B4-BE49-F238E27FC236}">
                    <a16:creationId xmlns:a16="http://schemas.microsoft.com/office/drawing/2014/main" id="{05CF4269-B5ED-B9C4-C5A0-AC60A79BEC3F}"/>
                  </a:ext>
                </a:extLst>
              </p:cNvPr>
              <p:cNvSpPr/>
              <p:nvPr/>
            </p:nvSpPr>
            <p:spPr>
              <a:xfrm>
                <a:off x="7811873" y="3294585"/>
                <a:ext cx="860251" cy="874833"/>
              </a:xfrm>
              <a:custGeom>
                <a:avLst/>
                <a:gdLst/>
                <a:ahLst/>
                <a:cxnLst/>
                <a:rect l="l" t="t" r="r" b="b"/>
                <a:pathLst>
                  <a:path w="26843" h="27298" extrusionOk="0">
                    <a:moveTo>
                      <a:pt x="17325" y="1"/>
                    </a:moveTo>
                    <a:cubicBezTo>
                      <a:pt x="16366" y="2557"/>
                      <a:pt x="12212" y="4497"/>
                      <a:pt x="7190" y="4497"/>
                    </a:cubicBezTo>
                    <a:cubicBezTo>
                      <a:pt x="4383" y="4497"/>
                      <a:pt x="1872" y="3904"/>
                      <a:pt x="0" y="2945"/>
                    </a:cubicBezTo>
                    <a:lnTo>
                      <a:pt x="0" y="2945"/>
                    </a:lnTo>
                    <a:cubicBezTo>
                      <a:pt x="137" y="4132"/>
                      <a:pt x="457" y="5525"/>
                      <a:pt x="822" y="7054"/>
                    </a:cubicBezTo>
                    <a:cubicBezTo>
                      <a:pt x="1826" y="11140"/>
                      <a:pt x="4383" y="12463"/>
                      <a:pt x="3926" y="17097"/>
                    </a:cubicBezTo>
                    <a:cubicBezTo>
                      <a:pt x="3926" y="17097"/>
                      <a:pt x="13970" y="26684"/>
                      <a:pt x="20338" y="27277"/>
                    </a:cubicBezTo>
                    <a:cubicBezTo>
                      <a:pt x="20491" y="27291"/>
                      <a:pt x="20641" y="27297"/>
                      <a:pt x="20787" y="27297"/>
                    </a:cubicBezTo>
                    <a:cubicBezTo>
                      <a:pt x="26713" y="27297"/>
                      <a:pt x="26843" y="16275"/>
                      <a:pt x="26843" y="16275"/>
                    </a:cubicBezTo>
                    <a:cubicBezTo>
                      <a:pt x="25496" y="8583"/>
                      <a:pt x="20543" y="2740"/>
                      <a:pt x="17325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41">
                <a:extLst>
                  <a:ext uri="{FF2B5EF4-FFF2-40B4-BE49-F238E27FC236}">
                    <a16:creationId xmlns:a16="http://schemas.microsoft.com/office/drawing/2014/main" id="{02371FB5-78F4-F901-7E5A-136F7362278B}"/>
                  </a:ext>
                </a:extLst>
              </p:cNvPr>
              <p:cNvSpPr/>
              <p:nvPr/>
            </p:nvSpPr>
            <p:spPr>
              <a:xfrm>
                <a:off x="7958912" y="3294392"/>
                <a:ext cx="222410" cy="328166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10240" extrusionOk="0">
                    <a:moveTo>
                      <a:pt x="1703" y="0"/>
                    </a:moveTo>
                    <a:cubicBezTo>
                      <a:pt x="1537" y="0"/>
                      <a:pt x="1379" y="32"/>
                      <a:pt x="1233" y="98"/>
                    </a:cubicBezTo>
                    <a:cubicBezTo>
                      <a:pt x="0" y="623"/>
                      <a:pt x="23" y="3317"/>
                      <a:pt x="1256" y="6101"/>
                    </a:cubicBezTo>
                    <a:cubicBezTo>
                      <a:pt x="2339" y="8550"/>
                      <a:pt x="4023" y="10239"/>
                      <a:pt x="5236" y="10239"/>
                    </a:cubicBezTo>
                    <a:cubicBezTo>
                      <a:pt x="5403" y="10239"/>
                      <a:pt x="5561" y="10207"/>
                      <a:pt x="5707" y="10141"/>
                    </a:cubicBezTo>
                    <a:cubicBezTo>
                      <a:pt x="6939" y="9594"/>
                      <a:pt x="6916" y="6900"/>
                      <a:pt x="5684" y="4138"/>
                    </a:cubicBezTo>
                    <a:cubicBezTo>
                      <a:pt x="4600" y="1690"/>
                      <a:pt x="2916" y="0"/>
                      <a:pt x="17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41">
                <a:extLst>
                  <a:ext uri="{FF2B5EF4-FFF2-40B4-BE49-F238E27FC236}">
                    <a16:creationId xmlns:a16="http://schemas.microsoft.com/office/drawing/2014/main" id="{280AA5FB-524E-5B2B-E83E-D7FBD849DD22}"/>
                  </a:ext>
                </a:extLst>
              </p:cNvPr>
              <p:cNvSpPr/>
              <p:nvPr/>
            </p:nvSpPr>
            <p:spPr>
              <a:xfrm>
                <a:off x="7958912" y="3294392"/>
                <a:ext cx="222410" cy="328166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10240" extrusionOk="0">
                    <a:moveTo>
                      <a:pt x="1703" y="0"/>
                    </a:moveTo>
                    <a:cubicBezTo>
                      <a:pt x="1537" y="0"/>
                      <a:pt x="1379" y="32"/>
                      <a:pt x="1233" y="98"/>
                    </a:cubicBezTo>
                    <a:cubicBezTo>
                      <a:pt x="0" y="623"/>
                      <a:pt x="23" y="3317"/>
                      <a:pt x="1256" y="6101"/>
                    </a:cubicBezTo>
                    <a:cubicBezTo>
                      <a:pt x="2339" y="8550"/>
                      <a:pt x="4023" y="10239"/>
                      <a:pt x="5236" y="10239"/>
                    </a:cubicBezTo>
                    <a:cubicBezTo>
                      <a:pt x="5403" y="10239"/>
                      <a:pt x="5561" y="10207"/>
                      <a:pt x="5707" y="10141"/>
                    </a:cubicBezTo>
                    <a:cubicBezTo>
                      <a:pt x="6939" y="9594"/>
                      <a:pt x="6916" y="6900"/>
                      <a:pt x="5684" y="4138"/>
                    </a:cubicBezTo>
                    <a:cubicBezTo>
                      <a:pt x="4600" y="1690"/>
                      <a:pt x="2916" y="0"/>
                      <a:pt x="1703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41">
                <a:extLst>
                  <a:ext uri="{FF2B5EF4-FFF2-40B4-BE49-F238E27FC236}">
                    <a16:creationId xmlns:a16="http://schemas.microsoft.com/office/drawing/2014/main" id="{82E41780-3837-D053-23A6-354BC5C291D0}"/>
                  </a:ext>
                </a:extLst>
              </p:cNvPr>
              <p:cNvSpPr/>
              <p:nvPr/>
            </p:nvSpPr>
            <p:spPr>
              <a:xfrm>
                <a:off x="8048873" y="3386756"/>
                <a:ext cx="623997" cy="800290"/>
              </a:xfrm>
              <a:custGeom>
                <a:avLst/>
                <a:gdLst/>
                <a:ahLst/>
                <a:cxnLst/>
                <a:rect l="l" t="t" r="r" b="b"/>
                <a:pathLst>
                  <a:path w="19471" h="24972" extrusionOk="0">
                    <a:moveTo>
                      <a:pt x="15910" y="4224"/>
                    </a:moveTo>
                    <a:cubicBezTo>
                      <a:pt x="14632" y="2078"/>
                      <a:pt x="13719" y="1"/>
                      <a:pt x="12053" y="1"/>
                    </a:cubicBezTo>
                    <a:cubicBezTo>
                      <a:pt x="13536" y="8309"/>
                      <a:pt x="1" y="8674"/>
                      <a:pt x="1" y="15476"/>
                    </a:cubicBezTo>
                    <a:cubicBezTo>
                      <a:pt x="1" y="16093"/>
                      <a:pt x="46" y="16732"/>
                      <a:pt x="138" y="17348"/>
                    </a:cubicBezTo>
                    <a:cubicBezTo>
                      <a:pt x="3653" y="20201"/>
                      <a:pt x="9017" y="24059"/>
                      <a:pt x="12966" y="24401"/>
                    </a:cubicBezTo>
                    <a:cubicBezTo>
                      <a:pt x="19334" y="24972"/>
                      <a:pt x="19471" y="13422"/>
                      <a:pt x="19471" y="13422"/>
                    </a:cubicBezTo>
                    <a:cubicBezTo>
                      <a:pt x="18855" y="9907"/>
                      <a:pt x="17485" y="6826"/>
                      <a:pt x="15910" y="42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41">
                <a:extLst>
                  <a:ext uri="{FF2B5EF4-FFF2-40B4-BE49-F238E27FC236}">
                    <a16:creationId xmlns:a16="http://schemas.microsoft.com/office/drawing/2014/main" id="{CB37D3E2-AE25-96D6-EE40-77B710C7D3D9}"/>
                  </a:ext>
                </a:extLst>
              </p:cNvPr>
              <p:cNvSpPr/>
              <p:nvPr/>
            </p:nvSpPr>
            <p:spPr>
              <a:xfrm>
                <a:off x="7659739" y="3239750"/>
                <a:ext cx="263334" cy="597686"/>
              </a:xfrm>
              <a:custGeom>
                <a:avLst/>
                <a:gdLst/>
                <a:ahLst/>
                <a:cxnLst/>
                <a:rect l="l" t="t" r="r" b="b"/>
                <a:pathLst>
                  <a:path w="8217" h="18650" extrusionOk="0">
                    <a:moveTo>
                      <a:pt x="5752" y="0"/>
                    </a:moveTo>
                    <a:cubicBezTo>
                      <a:pt x="2784" y="1484"/>
                      <a:pt x="1598" y="5250"/>
                      <a:pt x="1301" y="9587"/>
                    </a:cubicBezTo>
                    <a:cubicBezTo>
                      <a:pt x="662" y="11413"/>
                      <a:pt x="114" y="13855"/>
                      <a:pt x="68" y="15612"/>
                    </a:cubicBezTo>
                    <a:cubicBezTo>
                      <a:pt x="1" y="17253"/>
                      <a:pt x="1371" y="18649"/>
                      <a:pt x="3003" y="18649"/>
                    </a:cubicBezTo>
                    <a:cubicBezTo>
                      <a:pt x="3029" y="18649"/>
                      <a:pt x="3055" y="18649"/>
                      <a:pt x="3081" y="18648"/>
                    </a:cubicBezTo>
                    <a:lnTo>
                      <a:pt x="4953" y="18603"/>
                    </a:lnTo>
                    <a:cubicBezTo>
                      <a:pt x="6391" y="18580"/>
                      <a:pt x="7601" y="17484"/>
                      <a:pt x="7806" y="16069"/>
                    </a:cubicBezTo>
                    <a:cubicBezTo>
                      <a:pt x="8217" y="13056"/>
                      <a:pt x="6619" y="11618"/>
                      <a:pt x="6825" y="10591"/>
                    </a:cubicBezTo>
                    <a:cubicBezTo>
                      <a:pt x="7144" y="9130"/>
                      <a:pt x="5021" y="4542"/>
                      <a:pt x="57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41">
                <a:extLst>
                  <a:ext uri="{FF2B5EF4-FFF2-40B4-BE49-F238E27FC236}">
                    <a16:creationId xmlns:a16="http://schemas.microsoft.com/office/drawing/2014/main" id="{F9BA48C0-DE3A-5DB1-08E4-0C33BCB1BF73}"/>
                  </a:ext>
                </a:extLst>
              </p:cNvPr>
              <p:cNvSpPr/>
              <p:nvPr/>
            </p:nvSpPr>
            <p:spPr>
              <a:xfrm>
                <a:off x="7768704" y="3271926"/>
                <a:ext cx="154373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4817" h="16983" extrusionOk="0">
                    <a:moveTo>
                      <a:pt x="2238" y="0"/>
                    </a:moveTo>
                    <a:lnTo>
                      <a:pt x="2238" y="0"/>
                    </a:lnTo>
                    <a:cubicBezTo>
                      <a:pt x="1576" y="1849"/>
                      <a:pt x="1" y="8400"/>
                      <a:pt x="1" y="11367"/>
                    </a:cubicBezTo>
                    <a:cubicBezTo>
                      <a:pt x="1" y="15750"/>
                      <a:pt x="2055" y="15567"/>
                      <a:pt x="3310" y="16982"/>
                    </a:cubicBezTo>
                    <a:cubicBezTo>
                      <a:pt x="3904" y="16526"/>
                      <a:pt x="4315" y="15841"/>
                      <a:pt x="4429" y="15088"/>
                    </a:cubicBezTo>
                    <a:cubicBezTo>
                      <a:pt x="4817" y="12098"/>
                      <a:pt x="3265" y="10660"/>
                      <a:pt x="3447" y="9610"/>
                    </a:cubicBezTo>
                    <a:cubicBezTo>
                      <a:pt x="3721" y="8240"/>
                      <a:pt x="1941" y="4177"/>
                      <a:pt x="2238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41">
                <a:extLst>
                  <a:ext uri="{FF2B5EF4-FFF2-40B4-BE49-F238E27FC236}">
                    <a16:creationId xmlns:a16="http://schemas.microsoft.com/office/drawing/2014/main" id="{2463DB36-8C0F-FB65-E374-A9119A264B8E}"/>
                  </a:ext>
                </a:extLst>
              </p:cNvPr>
              <p:cNvSpPr/>
              <p:nvPr/>
            </p:nvSpPr>
            <p:spPr>
              <a:xfrm>
                <a:off x="7666309" y="3626095"/>
                <a:ext cx="400882" cy="209847"/>
              </a:xfrm>
              <a:custGeom>
                <a:avLst/>
                <a:gdLst/>
                <a:ahLst/>
                <a:cxnLst/>
                <a:rect l="l" t="t" r="r" b="b"/>
                <a:pathLst>
                  <a:path w="12509" h="6548" extrusionOk="0">
                    <a:moveTo>
                      <a:pt x="5746" y="1"/>
                    </a:moveTo>
                    <a:cubicBezTo>
                      <a:pt x="3087" y="1"/>
                      <a:pt x="875" y="509"/>
                      <a:pt x="411" y="1617"/>
                    </a:cubicBezTo>
                    <a:cubicBezTo>
                      <a:pt x="0" y="2576"/>
                      <a:pt x="92" y="3672"/>
                      <a:pt x="320" y="4585"/>
                    </a:cubicBezTo>
                    <a:cubicBezTo>
                      <a:pt x="594" y="5726"/>
                      <a:pt x="1803" y="6548"/>
                      <a:pt x="3082" y="6548"/>
                    </a:cubicBezTo>
                    <a:lnTo>
                      <a:pt x="9244" y="6548"/>
                    </a:lnTo>
                    <a:cubicBezTo>
                      <a:pt x="10637" y="6548"/>
                      <a:pt x="11847" y="5680"/>
                      <a:pt x="12120" y="4516"/>
                    </a:cubicBezTo>
                    <a:cubicBezTo>
                      <a:pt x="12508" y="3010"/>
                      <a:pt x="11847" y="750"/>
                      <a:pt x="10112" y="408"/>
                    </a:cubicBezTo>
                    <a:cubicBezTo>
                      <a:pt x="8659" y="141"/>
                      <a:pt x="7141" y="1"/>
                      <a:pt x="57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41">
                <a:extLst>
                  <a:ext uri="{FF2B5EF4-FFF2-40B4-BE49-F238E27FC236}">
                    <a16:creationId xmlns:a16="http://schemas.microsoft.com/office/drawing/2014/main" id="{F401AC0A-FA1E-78FB-8E27-7EE4D7FB92BA}"/>
                  </a:ext>
                </a:extLst>
              </p:cNvPr>
              <p:cNvSpPr/>
              <p:nvPr/>
            </p:nvSpPr>
            <p:spPr>
              <a:xfrm>
                <a:off x="7691179" y="3625999"/>
                <a:ext cx="376013" cy="209943"/>
              </a:xfrm>
              <a:custGeom>
                <a:avLst/>
                <a:gdLst/>
                <a:ahLst/>
                <a:cxnLst/>
                <a:rect l="l" t="t" r="r" b="b"/>
                <a:pathLst>
                  <a:path w="11733" h="6551" extrusionOk="0">
                    <a:moveTo>
                      <a:pt x="4909" y="1"/>
                    </a:moveTo>
                    <a:cubicBezTo>
                      <a:pt x="2728" y="1"/>
                      <a:pt x="848" y="345"/>
                      <a:pt x="0" y="1095"/>
                    </a:cubicBezTo>
                    <a:cubicBezTo>
                      <a:pt x="685" y="1141"/>
                      <a:pt x="1393" y="1301"/>
                      <a:pt x="2146" y="1529"/>
                    </a:cubicBezTo>
                    <a:cubicBezTo>
                      <a:pt x="5273" y="2442"/>
                      <a:pt x="7464" y="4382"/>
                      <a:pt x="7053" y="5843"/>
                    </a:cubicBezTo>
                    <a:cubicBezTo>
                      <a:pt x="6962" y="6117"/>
                      <a:pt x="6779" y="6345"/>
                      <a:pt x="6551" y="6551"/>
                    </a:cubicBezTo>
                    <a:lnTo>
                      <a:pt x="8446" y="6551"/>
                    </a:lnTo>
                    <a:cubicBezTo>
                      <a:pt x="9838" y="6551"/>
                      <a:pt x="11048" y="5683"/>
                      <a:pt x="11322" y="4519"/>
                    </a:cubicBezTo>
                    <a:cubicBezTo>
                      <a:pt x="11732" y="3013"/>
                      <a:pt x="11071" y="753"/>
                      <a:pt x="9290" y="411"/>
                    </a:cubicBezTo>
                    <a:cubicBezTo>
                      <a:pt x="7835" y="143"/>
                      <a:pt x="6310" y="1"/>
                      <a:pt x="4909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41">
                <a:extLst>
                  <a:ext uri="{FF2B5EF4-FFF2-40B4-BE49-F238E27FC236}">
                    <a16:creationId xmlns:a16="http://schemas.microsoft.com/office/drawing/2014/main" id="{6961CFB6-5817-2129-B109-96FE59A62B1B}"/>
                  </a:ext>
                </a:extLst>
              </p:cNvPr>
              <p:cNvSpPr/>
              <p:nvPr/>
            </p:nvSpPr>
            <p:spPr>
              <a:xfrm>
                <a:off x="7941542" y="3688782"/>
                <a:ext cx="158283" cy="161103"/>
              </a:xfrm>
              <a:custGeom>
                <a:avLst/>
                <a:gdLst/>
                <a:ahLst/>
                <a:cxnLst/>
                <a:rect l="l" t="t" r="r" b="b"/>
                <a:pathLst>
                  <a:path w="4939" h="5027" extrusionOk="0">
                    <a:moveTo>
                      <a:pt x="2936" y="1"/>
                    </a:moveTo>
                    <a:cubicBezTo>
                      <a:pt x="2885" y="1"/>
                      <a:pt x="2833" y="2"/>
                      <a:pt x="2779" y="4"/>
                    </a:cubicBezTo>
                    <a:cubicBezTo>
                      <a:pt x="953" y="72"/>
                      <a:pt x="565" y="1191"/>
                      <a:pt x="291" y="2583"/>
                    </a:cubicBezTo>
                    <a:cubicBezTo>
                      <a:pt x="1" y="3969"/>
                      <a:pt x="323" y="5027"/>
                      <a:pt x="2052" y="5027"/>
                    </a:cubicBezTo>
                    <a:cubicBezTo>
                      <a:pt x="2088" y="5027"/>
                      <a:pt x="2125" y="5026"/>
                      <a:pt x="2163" y="5025"/>
                    </a:cubicBezTo>
                    <a:cubicBezTo>
                      <a:pt x="3989" y="4934"/>
                      <a:pt x="4377" y="3816"/>
                      <a:pt x="4651" y="2423"/>
                    </a:cubicBezTo>
                    <a:cubicBezTo>
                      <a:pt x="4939" y="1072"/>
                      <a:pt x="4604" y="1"/>
                      <a:pt x="29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41">
                <a:extLst>
                  <a:ext uri="{FF2B5EF4-FFF2-40B4-BE49-F238E27FC236}">
                    <a16:creationId xmlns:a16="http://schemas.microsoft.com/office/drawing/2014/main" id="{C46168D8-E46B-E508-E664-AAE558DBE9B6}"/>
                  </a:ext>
                </a:extLst>
              </p:cNvPr>
              <p:cNvSpPr/>
              <p:nvPr/>
            </p:nvSpPr>
            <p:spPr>
              <a:xfrm>
                <a:off x="7953784" y="3688782"/>
                <a:ext cx="146073" cy="161103"/>
              </a:xfrm>
              <a:custGeom>
                <a:avLst/>
                <a:gdLst/>
                <a:ahLst/>
                <a:cxnLst/>
                <a:rect l="l" t="t" r="r" b="b"/>
                <a:pathLst>
                  <a:path w="4558" h="5027" extrusionOk="0">
                    <a:moveTo>
                      <a:pt x="2579" y="1"/>
                    </a:moveTo>
                    <a:cubicBezTo>
                      <a:pt x="2527" y="1"/>
                      <a:pt x="2474" y="2"/>
                      <a:pt x="2420" y="4"/>
                    </a:cubicBezTo>
                    <a:cubicBezTo>
                      <a:pt x="822" y="49"/>
                      <a:pt x="343" y="962"/>
                      <a:pt x="46" y="2104"/>
                    </a:cubicBezTo>
                    <a:cubicBezTo>
                      <a:pt x="274" y="2081"/>
                      <a:pt x="526" y="2058"/>
                      <a:pt x="822" y="2058"/>
                    </a:cubicBezTo>
                    <a:cubicBezTo>
                      <a:pt x="2169" y="2058"/>
                      <a:pt x="3242" y="2537"/>
                      <a:pt x="3242" y="3131"/>
                    </a:cubicBezTo>
                    <a:cubicBezTo>
                      <a:pt x="3242" y="3724"/>
                      <a:pt x="2169" y="4226"/>
                      <a:pt x="822" y="4226"/>
                    </a:cubicBezTo>
                    <a:cubicBezTo>
                      <a:pt x="526" y="4226"/>
                      <a:pt x="252" y="4181"/>
                      <a:pt x="1" y="4158"/>
                    </a:cubicBezTo>
                    <a:lnTo>
                      <a:pt x="1" y="4158"/>
                    </a:lnTo>
                    <a:cubicBezTo>
                      <a:pt x="221" y="4709"/>
                      <a:pt x="762" y="5026"/>
                      <a:pt x="1725" y="5026"/>
                    </a:cubicBezTo>
                    <a:cubicBezTo>
                      <a:pt x="1758" y="5026"/>
                      <a:pt x="1792" y="5026"/>
                      <a:pt x="1827" y="5025"/>
                    </a:cubicBezTo>
                    <a:cubicBezTo>
                      <a:pt x="3653" y="4934"/>
                      <a:pt x="4018" y="3816"/>
                      <a:pt x="4292" y="2423"/>
                    </a:cubicBezTo>
                    <a:cubicBezTo>
                      <a:pt x="4557" y="1072"/>
                      <a:pt x="4265" y="1"/>
                      <a:pt x="2579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41">
                <a:extLst>
                  <a:ext uri="{FF2B5EF4-FFF2-40B4-BE49-F238E27FC236}">
                    <a16:creationId xmlns:a16="http://schemas.microsoft.com/office/drawing/2014/main" id="{E03D7C7E-6795-E857-4AC8-8AE078C4CE1F}"/>
                  </a:ext>
                </a:extLst>
              </p:cNvPr>
              <p:cNvSpPr/>
              <p:nvPr/>
            </p:nvSpPr>
            <p:spPr>
              <a:xfrm>
                <a:off x="7991089" y="3707178"/>
                <a:ext cx="238497" cy="133157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4155" extrusionOk="0">
                    <a:moveTo>
                      <a:pt x="1370" y="0"/>
                    </a:moveTo>
                    <a:cubicBezTo>
                      <a:pt x="92" y="1050"/>
                      <a:pt x="1" y="2511"/>
                      <a:pt x="617" y="4155"/>
                    </a:cubicBezTo>
                    <a:lnTo>
                      <a:pt x="7442" y="4155"/>
                    </a:lnTo>
                    <a:cubicBezTo>
                      <a:pt x="6848" y="1187"/>
                      <a:pt x="3402" y="274"/>
                      <a:pt x="3402" y="274"/>
                    </a:cubicBezTo>
                    <a:lnTo>
                      <a:pt x="1370" y="0"/>
                    </a:ln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41">
                <a:extLst>
                  <a:ext uri="{FF2B5EF4-FFF2-40B4-BE49-F238E27FC236}">
                    <a16:creationId xmlns:a16="http://schemas.microsoft.com/office/drawing/2014/main" id="{5B0FDCDD-5B0D-15F2-8F9B-4168A692EA26}"/>
                  </a:ext>
                </a:extLst>
              </p:cNvPr>
              <p:cNvSpPr/>
              <p:nvPr/>
            </p:nvSpPr>
            <p:spPr>
              <a:xfrm>
                <a:off x="8003524" y="3707915"/>
                <a:ext cx="226063" cy="133157"/>
              </a:xfrm>
              <a:custGeom>
                <a:avLst/>
                <a:gdLst/>
                <a:ahLst/>
                <a:cxnLst/>
                <a:rect l="l" t="t" r="r" b="b"/>
                <a:pathLst>
                  <a:path w="7054" h="4155" extrusionOk="0">
                    <a:moveTo>
                      <a:pt x="982" y="0"/>
                    </a:moveTo>
                    <a:cubicBezTo>
                      <a:pt x="480" y="388"/>
                      <a:pt x="160" y="890"/>
                      <a:pt x="1" y="1393"/>
                    </a:cubicBezTo>
                    <a:cubicBezTo>
                      <a:pt x="617" y="1461"/>
                      <a:pt x="1325" y="1689"/>
                      <a:pt x="2032" y="2054"/>
                    </a:cubicBezTo>
                    <a:cubicBezTo>
                      <a:pt x="3242" y="2648"/>
                      <a:pt x="4155" y="3447"/>
                      <a:pt x="4520" y="4154"/>
                    </a:cubicBezTo>
                    <a:lnTo>
                      <a:pt x="7054" y="4154"/>
                    </a:lnTo>
                    <a:cubicBezTo>
                      <a:pt x="6460" y="1187"/>
                      <a:pt x="3014" y="274"/>
                      <a:pt x="3014" y="274"/>
                    </a:cubicBez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41">
                <a:extLst>
                  <a:ext uri="{FF2B5EF4-FFF2-40B4-BE49-F238E27FC236}">
                    <a16:creationId xmlns:a16="http://schemas.microsoft.com/office/drawing/2014/main" id="{1E269516-AE9F-C0D0-899B-D985A6B43B61}"/>
                  </a:ext>
                </a:extLst>
              </p:cNvPr>
              <p:cNvSpPr/>
              <p:nvPr/>
            </p:nvSpPr>
            <p:spPr>
              <a:xfrm>
                <a:off x="8191745" y="3245967"/>
                <a:ext cx="410176" cy="591437"/>
              </a:xfrm>
              <a:custGeom>
                <a:avLst/>
                <a:gdLst/>
                <a:ahLst/>
                <a:cxnLst/>
                <a:rect l="l" t="t" r="r" b="b"/>
                <a:pathLst>
                  <a:path w="12799" h="18455" extrusionOk="0">
                    <a:moveTo>
                      <a:pt x="3195" y="1"/>
                    </a:moveTo>
                    <a:cubicBezTo>
                      <a:pt x="2267" y="1"/>
                      <a:pt x="0" y="2073"/>
                      <a:pt x="154" y="3915"/>
                    </a:cubicBezTo>
                    <a:cubicBezTo>
                      <a:pt x="336" y="6243"/>
                      <a:pt x="4353" y="10899"/>
                      <a:pt x="4582" y="11698"/>
                    </a:cubicBezTo>
                    <a:cubicBezTo>
                      <a:pt x="5335" y="14574"/>
                      <a:pt x="6567" y="16263"/>
                      <a:pt x="7937" y="16286"/>
                    </a:cubicBezTo>
                    <a:lnTo>
                      <a:pt x="9010" y="18454"/>
                    </a:lnTo>
                    <a:cubicBezTo>
                      <a:pt x="9018" y="18454"/>
                      <a:pt x="9026" y="18454"/>
                      <a:pt x="9034" y="18454"/>
                    </a:cubicBezTo>
                    <a:cubicBezTo>
                      <a:pt x="10652" y="18454"/>
                      <a:pt x="12798" y="16232"/>
                      <a:pt x="12707" y="14574"/>
                    </a:cubicBezTo>
                    <a:cubicBezTo>
                      <a:pt x="12593" y="12908"/>
                      <a:pt x="11201" y="10374"/>
                      <a:pt x="10562" y="8617"/>
                    </a:cubicBezTo>
                    <a:cubicBezTo>
                      <a:pt x="9078" y="2591"/>
                      <a:pt x="5061" y="400"/>
                      <a:pt x="3303" y="11"/>
                    </a:cubicBezTo>
                    <a:cubicBezTo>
                      <a:pt x="3270" y="4"/>
                      <a:pt x="3234" y="1"/>
                      <a:pt x="31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41">
                <a:extLst>
                  <a:ext uri="{FF2B5EF4-FFF2-40B4-BE49-F238E27FC236}">
                    <a16:creationId xmlns:a16="http://schemas.microsoft.com/office/drawing/2014/main" id="{95C47610-304C-4B6D-3972-E3A06060C890}"/>
                  </a:ext>
                </a:extLst>
              </p:cNvPr>
              <p:cNvSpPr/>
              <p:nvPr/>
            </p:nvSpPr>
            <p:spPr>
              <a:xfrm>
                <a:off x="8369294" y="3279971"/>
                <a:ext cx="230422" cy="558908"/>
              </a:xfrm>
              <a:custGeom>
                <a:avLst/>
                <a:gdLst/>
                <a:ahLst/>
                <a:cxnLst/>
                <a:rect l="l" t="t" r="r" b="b"/>
                <a:pathLst>
                  <a:path w="7190" h="1744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73" y="1370"/>
                      <a:pt x="1986" y="3219"/>
                      <a:pt x="2443" y="5661"/>
                    </a:cubicBezTo>
                    <a:cubicBezTo>
                      <a:pt x="2968" y="7487"/>
                      <a:pt x="4269" y="10044"/>
                      <a:pt x="4269" y="11755"/>
                    </a:cubicBezTo>
                    <a:cubicBezTo>
                      <a:pt x="4269" y="12988"/>
                      <a:pt x="3036" y="14449"/>
                      <a:pt x="1712" y="15111"/>
                    </a:cubicBezTo>
                    <a:cubicBezTo>
                      <a:pt x="1918" y="15202"/>
                      <a:pt x="2146" y="15270"/>
                      <a:pt x="2351" y="15270"/>
                    </a:cubicBezTo>
                    <a:lnTo>
                      <a:pt x="3401" y="17439"/>
                    </a:lnTo>
                    <a:cubicBezTo>
                      <a:pt x="3409" y="17439"/>
                      <a:pt x="3418" y="17439"/>
                      <a:pt x="3426" y="17439"/>
                    </a:cubicBezTo>
                    <a:cubicBezTo>
                      <a:pt x="5044" y="17439"/>
                      <a:pt x="7190" y="15194"/>
                      <a:pt x="7122" y="13559"/>
                    </a:cubicBezTo>
                    <a:cubicBezTo>
                      <a:pt x="7053" y="11847"/>
                      <a:pt x="5661" y="9359"/>
                      <a:pt x="4999" y="7578"/>
                    </a:cubicBezTo>
                    <a:cubicBezTo>
                      <a:pt x="3995" y="3538"/>
                      <a:pt x="1872" y="1233"/>
                      <a:pt x="0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41">
                <a:extLst>
                  <a:ext uri="{FF2B5EF4-FFF2-40B4-BE49-F238E27FC236}">
                    <a16:creationId xmlns:a16="http://schemas.microsoft.com/office/drawing/2014/main" id="{FD3C285E-CC9E-E326-2EEE-B755301425E4}"/>
                  </a:ext>
                </a:extLst>
              </p:cNvPr>
              <p:cNvSpPr/>
              <p:nvPr/>
            </p:nvSpPr>
            <p:spPr>
              <a:xfrm>
                <a:off x="7908436" y="3302661"/>
                <a:ext cx="103898" cy="131683"/>
              </a:xfrm>
              <a:custGeom>
                <a:avLst/>
                <a:gdLst/>
                <a:ahLst/>
                <a:cxnLst/>
                <a:rect l="l" t="t" r="r" b="b"/>
                <a:pathLst>
                  <a:path w="3242" h="4109" extrusionOk="0">
                    <a:moveTo>
                      <a:pt x="1804" y="0"/>
                    </a:moveTo>
                    <a:cubicBezTo>
                      <a:pt x="982" y="23"/>
                      <a:pt x="206" y="936"/>
                      <a:pt x="115" y="2077"/>
                    </a:cubicBezTo>
                    <a:cubicBezTo>
                      <a:pt x="0" y="3218"/>
                      <a:pt x="617" y="4109"/>
                      <a:pt x="1438" y="4109"/>
                    </a:cubicBezTo>
                    <a:cubicBezTo>
                      <a:pt x="2260" y="4086"/>
                      <a:pt x="3013" y="3173"/>
                      <a:pt x="3127" y="2031"/>
                    </a:cubicBezTo>
                    <a:cubicBezTo>
                      <a:pt x="3242" y="890"/>
                      <a:pt x="2625" y="0"/>
                      <a:pt x="1804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41">
                <a:extLst>
                  <a:ext uri="{FF2B5EF4-FFF2-40B4-BE49-F238E27FC236}">
                    <a16:creationId xmlns:a16="http://schemas.microsoft.com/office/drawing/2014/main" id="{948908CB-FEE1-B452-102E-DE51122F980B}"/>
                  </a:ext>
                </a:extLst>
              </p:cNvPr>
              <p:cNvSpPr/>
              <p:nvPr/>
            </p:nvSpPr>
            <p:spPr>
              <a:xfrm>
                <a:off x="7903308" y="3309231"/>
                <a:ext cx="174851" cy="185843"/>
              </a:xfrm>
              <a:custGeom>
                <a:avLst/>
                <a:gdLst/>
                <a:ahLst/>
                <a:cxnLst/>
                <a:rect l="l" t="t" r="r" b="b"/>
                <a:pathLst>
                  <a:path w="5456" h="5799" extrusionOk="0">
                    <a:moveTo>
                      <a:pt x="3059" y="0"/>
                    </a:moveTo>
                    <a:cubicBezTo>
                      <a:pt x="2968" y="0"/>
                      <a:pt x="2876" y="8"/>
                      <a:pt x="2785" y="23"/>
                    </a:cubicBezTo>
                    <a:cubicBezTo>
                      <a:pt x="1576" y="229"/>
                      <a:pt x="685" y="1279"/>
                      <a:pt x="1" y="2945"/>
                    </a:cubicBezTo>
                    <a:lnTo>
                      <a:pt x="4634" y="5798"/>
                    </a:lnTo>
                    <a:cubicBezTo>
                      <a:pt x="4817" y="3630"/>
                      <a:pt x="5456" y="3698"/>
                      <a:pt x="5410" y="2488"/>
                    </a:cubicBezTo>
                    <a:cubicBezTo>
                      <a:pt x="5389" y="1137"/>
                      <a:pt x="4196" y="0"/>
                      <a:pt x="3059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41">
                <a:extLst>
                  <a:ext uri="{FF2B5EF4-FFF2-40B4-BE49-F238E27FC236}">
                    <a16:creationId xmlns:a16="http://schemas.microsoft.com/office/drawing/2014/main" id="{07867D13-7C5A-D0D1-CD2C-961B31003051}"/>
                  </a:ext>
                </a:extLst>
              </p:cNvPr>
              <p:cNvSpPr/>
              <p:nvPr/>
            </p:nvSpPr>
            <p:spPr>
              <a:xfrm>
                <a:off x="7941350" y="3309231"/>
                <a:ext cx="136811" cy="185843"/>
              </a:xfrm>
              <a:custGeom>
                <a:avLst/>
                <a:gdLst/>
                <a:ahLst/>
                <a:cxnLst/>
                <a:rect l="l" t="t" r="r" b="b"/>
                <a:pathLst>
                  <a:path w="4269" h="5799" extrusionOk="0">
                    <a:moveTo>
                      <a:pt x="1909" y="0"/>
                    </a:moveTo>
                    <a:cubicBezTo>
                      <a:pt x="1820" y="0"/>
                      <a:pt x="1731" y="8"/>
                      <a:pt x="1644" y="23"/>
                    </a:cubicBezTo>
                    <a:cubicBezTo>
                      <a:pt x="1005" y="137"/>
                      <a:pt x="457" y="457"/>
                      <a:pt x="1" y="959"/>
                    </a:cubicBezTo>
                    <a:cubicBezTo>
                      <a:pt x="1233" y="959"/>
                      <a:pt x="2237" y="1644"/>
                      <a:pt x="2237" y="2443"/>
                    </a:cubicBezTo>
                    <a:cubicBezTo>
                      <a:pt x="2237" y="3173"/>
                      <a:pt x="1461" y="3767"/>
                      <a:pt x="411" y="3904"/>
                    </a:cubicBezTo>
                    <a:lnTo>
                      <a:pt x="3470" y="5798"/>
                    </a:lnTo>
                    <a:cubicBezTo>
                      <a:pt x="3630" y="3630"/>
                      <a:pt x="4269" y="3698"/>
                      <a:pt x="4223" y="2488"/>
                    </a:cubicBezTo>
                    <a:cubicBezTo>
                      <a:pt x="4202" y="1137"/>
                      <a:pt x="3009" y="0"/>
                      <a:pt x="1909" y="0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41">
                <a:extLst>
                  <a:ext uri="{FF2B5EF4-FFF2-40B4-BE49-F238E27FC236}">
                    <a16:creationId xmlns:a16="http://schemas.microsoft.com/office/drawing/2014/main" id="{792154F0-DE8E-687F-F88C-17B7B1A616EA}"/>
                  </a:ext>
                </a:extLst>
              </p:cNvPr>
              <p:cNvSpPr/>
              <p:nvPr/>
            </p:nvSpPr>
            <p:spPr>
              <a:xfrm>
                <a:off x="7940612" y="3296059"/>
                <a:ext cx="178537" cy="332140"/>
              </a:xfrm>
              <a:custGeom>
                <a:avLst/>
                <a:gdLst/>
                <a:ahLst/>
                <a:cxnLst/>
                <a:rect l="l" t="t" r="r" b="b"/>
                <a:pathLst>
                  <a:path w="5571" h="10364" extrusionOk="0">
                    <a:moveTo>
                      <a:pt x="1827" y="1"/>
                    </a:moveTo>
                    <a:cubicBezTo>
                      <a:pt x="343" y="1"/>
                      <a:pt x="1" y="571"/>
                      <a:pt x="1" y="571"/>
                    </a:cubicBezTo>
                    <a:cubicBezTo>
                      <a:pt x="171" y="542"/>
                      <a:pt x="338" y="528"/>
                      <a:pt x="503" y="528"/>
                    </a:cubicBezTo>
                    <a:cubicBezTo>
                      <a:pt x="3087" y="528"/>
                      <a:pt x="5018" y="4034"/>
                      <a:pt x="4589" y="10363"/>
                    </a:cubicBezTo>
                    <a:lnTo>
                      <a:pt x="4748" y="10203"/>
                    </a:lnTo>
                    <a:cubicBezTo>
                      <a:pt x="4680" y="10203"/>
                      <a:pt x="5570" y="5867"/>
                      <a:pt x="4977" y="3538"/>
                    </a:cubicBezTo>
                    <a:cubicBezTo>
                      <a:pt x="4360" y="1233"/>
                      <a:pt x="3173" y="1"/>
                      <a:pt x="1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41">
                <a:extLst>
                  <a:ext uri="{FF2B5EF4-FFF2-40B4-BE49-F238E27FC236}">
                    <a16:creationId xmlns:a16="http://schemas.microsoft.com/office/drawing/2014/main" id="{3D5D8B3C-E96D-0AFA-4353-CE1B3C694936}"/>
                  </a:ext>
                </a:extLst>
              </p:cNvPr>
              <p:cNvSpPr/>
              <p:nvPr/>
            </p:nvSpPr>
            <p:spPr>
              <a:xfrm>
                <a:off x="7939875" y="3296059"/>
                <a:ext cx="149277" cy="91464"/>
              </a:xfrm>
              <a:custGeom>
                <a:avLst/>
                <a:gdLst/>
                <a:ahLst/>
                <a:cxnLst/>
                <a:rect l="l" t="t" r="r" b="b"/>
                <a:pathLst>
                  <a:path w="4658" h="2854" extrusionOk="0">
                    <a:moveTo>
                      <a:pt x="1827" y="1"/>
                    </a:moveTo>
                    <a:cubicBezTo>
                      <a:pt x="343" y="1"/>
                      <a:pt x="1" y="571"/>
                      <a:pt x="1" y="571"/>
                    </a:cubicBezTo>
                    <a:cubicBezTo>
                      <a:pt x="171" y="541"/>
                      <a:pt x="340" y="526"/>
                      <a:pt x="506" y="526"/>
                    </a:cubicBezTo>
                    <a:cubicBezTo>
                      <a:pt x="1723" y="526"/>
                      <a:pt x="2819" y="1328"/>
                      <a:pt x="3562" y="2854"/>
                    </a:cubicBezTo>
                    <a:cubicBezTo>
                      <a:pt x="3972" y="2785"/>
                      <a:pt x="4338" y="2671"/>
                      <a:pt x="4657" y="2511"/>
                    </a:cubicBezTo>
                    <a:cubicBezTo>
                      <a:pt x="4018" y="891"/>
                      <a:pt x="2991" y="1"/>
                      <a:pt x="1827" y="1"/>
                    </a:cubicBezTo>
                    <a:close/>
                  </a:path>
                </a:pathLst>
              </a:custGeom>
              <a:solidFill>
                <a:srgbClr val="FFFFFF">
                  <a:alpha val="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41">
                <a:extLst>
                  <a:ext uri="{FF2B5EF4-FFF2-40B4-BE49-F238E27FC236}">
                    <a16:creationId xmlns:a16="http://schemas.microsoft.com/office/drawing/2014/main" id="{FB4C05E4-CC33-A2F5-41AC-4BB9F418BC10}"/>
                  </a:ext>
                </a:extLst>
              </p:cNvPr>
              <p:cNvSpPr/>
              <p:nvPr/>
            </p:nvSpPr>
            <p:spPr>
              <a:xfrm>
                <a:off x="7919396" y="3427009"/>
                <a:ext cx="158763" cy="245548"/>
              </a:xfrm>
              <a:custGeom>
                <a:avLst/>
                <a:gdLst/>
                <a:ahLst/>
                <a:cxnLst/>
                <a:rect l="l" t="t" r="r" b="b"/>
                <a:pathLst>
                  <a:path w="4954" h="7662" extrusionOk="0">
                    <a:moveTo>
                      <a:pt x="3059" y="0"/>
                    </a:moveTo>
                    <a:cubicBezTo>
                      <a:pt x="868" y="936"/>
                      <a:pt x="1" y="4976"/>
                      <a:pt x="229" y="6117"/>
                    </a:cubicBezTo>
                    <a:cubicBezTo>
                      <a:pt x="377" y="6907"/>
                      <a:pt x="1131" y="7662"/>
                      <a:pt x="1916" y="7662"/>
                    </a:cubicBezTo>
                    <a:cubicBezTo>
                      <a:pt x="2220" y="7662"/>
                      <a:pt x="2528" y="7549"/>
                      <a:pt x="2808" y="7282"/>
                    </a:cubicBezTo>
                    <a:cubicBezTo>
                      <a:pt x="4954" y="3105"/>
                      <a:pt x="4680" y="2488"/>
                      <a:pt x="4703" y="2488"/>
                    </a:cubicBezTo>
                    <a:cubicBezTo>
                      <a:pt x="4794" y="1279"/>
                      <a:pt x="3059" y="0"/>
                      <a:pt x="3059" y="0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41">
                <a:extLst>
                  <a:ext uri="{FF2B5EF4-FFF2-40B4-BE49-F238E27FC236}">
                    <a16:creationId xmlns:a16="http://schemas.microsoft.com/office/drawing/2014/main" id="{0D14159C-F699-1A5A-ED46-9AD2C485745A}"/>
                  </a:ext>
                </a:extLst>
              </p:cNvPr>
              <p:cNvSpPr/>
              <p:nvPr/>
            </p:nvSpPr>
            <p:spPr>
              <a:xfrm>
                <a:off x="7778222" y="3375283"/>
                <a:ext cx="260450" cy="342235"/>
              </a:xfrm>
              <a:custGeom>
                <a:avLst/>
                <a:gdLst/>
                <a:ahLst/>
                <a:cxnLst/>
                <a:rect l="l" t="t" r="r" b="b"/>
                <a:pathLst>
                  <a:path w="8127" h="10679" extrusionOk="0">
                    <a:moveTo>
                      <a:pt x="4736" y="0"/>
                    </a:moveTo>
                    <a:cubicBezTo>
                      <a:pt x="4490" y="0"/>
                      <a:pt x="4337" y="17"/>
                      <a:pt x="4337" y="17"/>
                    </a:cubicBezTo>
                    <a:cubicBezTo>
                      <a:pt x="936" y="1569"/>
                      <a:pt x="0" y="7389"/>
                      <a:pt x="685" y="8553"/>
                    </a:cubicBezTo>
                    <a:cubicBezTo>
                      <a:pt x="1356" y="9664"/>
                      <a:pt x="3430" y="10678"/>
                      <a:pt x="5338" y="10678"/>
                    </a:cubicBezTo>
                    <a:cubicBezTo>
                      <a:pt x="5508" y="10678"/>
                      <a:pt x="5677" y="10670"/>
                      <a:pt x="5844" y="10653"/>
                    </a:cubicBezTo>
                    <a:cubicBezTo>
                      <a:pt x="6757" y="10585"/>
                      <a:pt x="7305" y="9512"/>
                      <a:pt x="7008" y="9032"/>
                    </a:cubicBezTo>
                    <a:cubicBezTo>
                      <a:pt x="5661" y="7731"/>
                      <a:pt x="7556" y="5335"/>
                      <a:pt x="8126" y="2139"/>
                    </a:cubicBezTo>
                    <a:cubicBezTo>
                      <a:pt x="7698" y="210"/>
                      <a:pt x="5619" y="0"/>
                      <a:pt x="47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41">
                <a:extLst>
                  <a:ext uri="{FF2B5EF4-FFF2-40B4-BE49-F238E27FC236}">
                    <a16:creationId xmlns:a16="http://schemas.microsoft.com/office/drawing/2014/main" id="{1A67C3DA-3E77-2566-FB75-41C3FE02171C}"/>
                  </a:ext>
                </a:extLst>
              </p:cNvPr>
              <p:cNvSpPr/>
              <p:nvPr/>
            </p:nvSpPr>
            <p:spPr>
              <a:xfrm>
                <a:off x="7804566" y="3526488"/>
                <a:ext cx="27817" cy="106109"/>
              </a:xfrm>
              <a:custGeom>
                <a:avLst/>
                <a:gdLst/>
                <a:ahLst/>
                <a:cxnLst/>
                <a:rect l="l" t="t" r="r" b="b"/>
                <a:pathLst>
                  <a:path w="868" h="3311" extrusionOk="0">
                    <a:moveTo>
                      <a:pt x="868" y="1"/>
                    </a:moveTo>
                    <a:cubicBezTo>
                      <a:pt x="867" y="1"/>
                      <a:pt x="0" y="982"/>
                      <a:pt x="365" y="3310"/>
                    </a:cubicBezTo>
                    <a:cubicBezTo>
                      <a:pt x="662" y="2237"/>
                      <a:pt x="822" y="1142"/>
                      <a:pt x="868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41">
                <a:extLst>
                  <a:ext uri="{FF2B5EF4-FFF2-40B4-BE49-F238E27FC236}">
                    <a16:creationId xmlns:a16="http://schemas.microsoft.com/office/drawing/2014/main" id="{BD6A9938-CDCD-F9AE-2F14-D6C34DA2CB80}"/>
                  </a:ext>
                </a:extLst>
              </p:cNvPr>
              <p:cNvSpPr/>
              <p:nvPr/>
            </p:nvSpPr>
            <p:spPr>
              <a:xfrm>
                <a:off x="7855748" y="3511874"/>
                <a:ext cx="30766" cy="103898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242" extrusionOk="0">
                    <a:moveTo>
                      <a:pt x="960" y="0"/>
                    </a:moveTo>
                    <a:cubicBezTo>
                      <a:pt x="959" y="0"/>
                      <a:pt x="1" y="868"/>
                      <a:pt x="47" y="3241"/>
                    </a:cubicBezTo>
                    <a:cubicBezTo>
                      <a:pt x="480" y="2214"/>
                      <a:pt x="800" y="1118"/>
                      <a:pt x="960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41">
                <a:extLst>
                  <a:ext uri="{FF2B5EF4-FFF2-40B4-BE49-F238E27FC236}">
                    <a16:creationId xmlns:a16="http://schemas.microsoft.com/office/drawing/2014/main" id="{40629F3C-4B31-5589-9DB6-0676BD1D72CC}"/>
                  </a:ext>
                </a:extLst>
              </p:cNvPr>
              <p:cNvSpPr/>
              <p:nvPr/>
            </p:nvSpPr>
            <p:spPr>
              <a:xfrm>
                <a:off x="7893084" y="3560876"/>
                <a:ext cx="40252" cy="9950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105" extrusionOk="0">
                    <a:moveTo>
                      <a:pt x="1255" y="0"/>
                    </a:moveTo>
                    <a:cubicBezTo>
                      <a:pt x="1255" y="0"/>
                      <a:pt x="183" y="731"/>
                      <a:pt x="0" y="3105"/>
                    </a:cubicBezTo>
                    <a:cubicBezTo>
                      <a:pt x="548" y="2123"/>
                      <a:pt x="936" y="1096"/>
                      <a:pt x="1255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41">
                <a:extLst>
                  <a:ext uri="{FF2B5EF4-FFF2-40B4-BE49-F238E27FC236}">
                    <a16:creationId xmlns:a16="http://schemas.microsoft.com/office/drawing/2014/main" id="{F7ED1056-1172-6454-67A5-704BE89E0EF0}"/>
                  </a:ext>
                </a:extLst>
              </p:cNvPr>
              <p:cNvSpPr/>
              <p:nvPr/>
            </p:nvSpPr>
            <p:spPr>
              <a:xfrm>
                <a:off x="7801618" y="3375283"/>
                <a:ext cx="237055" cy="342748"/>
              </a:xfrm>
              <a:custGeom>
                <a:avLst/>
                <a:gdLst/>
                <a:ahLst/>
                <a:cxnLst/>
                <a:rect l="l" t="t" r="r" b="b"/>
                <a:pathLst>
                  <a:path w="7397" h="10695" extrusionOk="0">
                    <a:moveTo>
                      <a:pt x="4006" y="0"/>
                    </a:moveTo>
                    <a:cubicBezTo>
                      <a:pt x="3760" y="0"/>
                      <a:pt x="3607" y="17"/>
                      <a:pt x="3607" y="17"/>
                    </a:cubicBezTo>
                    <a:cubicBezTo>
                      <a:pt x="1621" y="930"/>
                      <a:pt x="480" y="3281"/>
                      <a:pt x="1" y="5289"/>
                    </a:cubicBezTo>
                    <a:cubicBezTo>
                      <a:pt x="686" y="5449"/>
                      <a:pt x="1462" y="5723"/>
                      <a:pt x="2169" y="6202"/>
                    </a:cubicBezTo>
                    <a:cubicBezTo>
                      <a:pt x="3972" y="7412"/>
                      <a:pt x="4886" y="9215"/>
                      <a:pt x="4201" y="10265"/>
                    </a:cubicBezTo>
                    <a:cubicBezTo>
                      <a:pt x="4087" y="10402"/>
                      <a:pt x="3972" y="10539"/>
                      <a:pt x="3790" y="10630"/>
                    </a:cubicBezTo>
                    <a:cubicBezTo>
                      <a:pt x="4042" y="10670"/>
                      <a:pt x="4294" y="10694"/>
                      <a:pt x="4546" y="10694"/>
                    </a:cubicBezTo>
                    <a:cubicBezTo>
                      <a:pt x="4728" y="10694"/>
                      <a:pt x="4909" y="10682"/>
                      <a:pt x="5091" y="10653"/>
                    </a:cubicBezTo>
                    <a:cubicBezTo>
                      <a:pt x="6004" y="10585"/>
                      <a:pt x="6529" y="9489"/>
                      <a:pt x="6255" y="9032"/>
                    </a:cubicBezTo>
                    <a:cubicBezTo>
                      <a:pt x="4908" y="7731"/>
                      <a:pt x="6826" y="5335"/>
                      <a:pt x="7396" y="2139"/>
                    </a:cubicBezTo>
                    <a:cubicBezTo>
                      <a:pt x="6968" y="210"/>
                      <a:pt x="4889" y="0"/>
                      <a:pt x="400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41">
                <a:extLst>
                  <a:ext uri="{FF2B5EF4-FFF2-40B4-BE49-F238E27FC236}">
                    <a16:creationId xmlns:a16="http://schemas.microsoft.com/office/drawing/2014/main" id="{1606622B-0D10-7C40-9911-B2A39243204C}"/>
                  </a:ext>
                </a:extLst>
              </p:cNvPr>
              <p:cNvSpPr/>
              <p:nvPr/>
            </p:nvSpPr>
            <p:spPr>
              <a:xfrm>
                <a:off x="7957598" y="3388487"/>
                <a:ext cx="88387" cy="108929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3399" extrusionOk="0">
                    <a:moveTo>
                      <a:pt x="563" y="0"/>
                    </a:moveTo>
                    <a:cubicBezTo>
                      <a:pt x="311" y="0"/>
                      <a:pt x="0" y="217"/>
                      <a:pt x="19" y="495"/>
                    </a:cubicBezTo>
                    <a:cubicBezTo>
                      <a:pt x="41" y="837"/>
                      <a:pt x="1046" y="2115"/>
                      <a:pt x="1320" y="2983"/>
                    </a:cubicBezTo>
                    <a:cubicBezTo>
                      <a:pt x="1420" y="3322"/>
                      <a:pt x="1847" y="3398"/>
                      <a:pt x="2209" y="3398"/>
                    </a:cubicBezTo>
                    <a:cubicBezTo>
                      <a:pt x="2504" y="3398"/>
                      <a:pt x="2758" y="3348"/>
                      <a:pt x="2758" y="3348"/>
                    </a:cubicBezTo>
                    <a:cubicBezTo>
                      <a:pt x="2506" y="1659"/>
                      <a:pt x="1023" y="175"/>
                      <a:pt x="726" y="38"/>
                    </a:cubicBezTo>
                    <a:cubicBezTo>
                      <a:pt x="678" y="12"/>
                      <a:pt x="622" y="0"/>
                      <a:pt x="563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41">
                <a:extLst>
                  <a:ext uri="{FF2B5EF4-FFF2-40B4-BE49-F238E27FC236}">
                    <a16:creationId xmlns:a16="http://schemas.microsoft.com/office/drawing/2014/main" id="{D9367AE7-EEF9-ACA2-E750-F2EF0EF77FE9}"/>
                  </a:ext>
                </a:extLst>
              </p:cNvPr>
              <p:cNvSpPr/>
              <p:nvPr/>
            </p:nvSpPr>
            <p:spPr>
              <a:xfrm>
                <a:off x="7852671" y="3426945"/>
                <a:ext cx="229140" cy="221737"/>
              </a:xfrm>
              <a:custGeom>
                <a:avLst/>
                <a:gdLst/>
                <a:ahLst/>
                <a:cxnLst/>
                <a:rect l="l" t="t" r="r" b="b"/>
                <a:pathLst>
                  <a:path w="7150" h="6919" extrusionOk="0">
                    <a:moveTo>
                      <a:pt x="3314" y="1"/>
                    </a:moveTo>
                    <a:cubicBezTo>
                      <a:pt x="2675" y="1"/>
                      <a:pt x="0" y="3453"/>
                      <a:pt x="1352" y="3746"/>
                    </a:cubicBezTo>
                    <a:cubicBezTo>
                      <a:pt x="2722" y="4020"/>
                      <a:pt x="3293" y="5800"/>
                      <a:pt x="3566" y="6142"/>
                    </a:cubicBezTo>
                    <a:cubicBezTo>
                      <a:pt x="3863" y="6507"/>
                      <a:pt x="5940" y="6873"/>
                      <a:pt x="6123" y="6918"/>
                    </a:cubicBezTo>
                    <a:lnTo>
                      <a:pt x="7150" y="3289"/>
                    </a:lnTo>
                    <a:cubicBezTo>
                      <a:pt x="6374" y="2947"/>
                      <a:pt x="5735" y="1554"/>
                      <a:pt x="5507" y="1235"/>
                    </a:cubicBezTo>
                    <a:cubicBezTo>
                      <a:pt x="5278" y="938"/>
                      <a:pt x="3909" y="94"/>
                      <a:pt x="3338" y="2"/>
                    </a:cubicBezTo>
                    <a:cubicBezTo>
                      <a:pt x="3331" y="1"/>
                      <a:pt x="3323" y="1"/>
                      <a:pt x="3314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41">
                <a:extLst>
                  <a:ext uri="{FF2B5EF4-FFF2-40B4-BE49-F238E27FC236}">
                    <a16:creationId xmlns:a16="http://schemas.microsoft.com/office/drawing/2014/main" id="{3A630205-CB7E-AEAC-3CF1-8B6A69F4D809}"/>
                  </a:ext>
                </a:extLst>
              </p:cNvPr>
              <p:cNvSpPr/>
              <p:nvPr/>
            </p:nvSpPr>
            <p:spPr>
              <a:xfrm>
                <a:off x="7808220" y="3503349"/>
                <a:ext cx="122197" cy="63390"/>
              </a:xfrm>
              <a:custGeom>
                <a:avLst/>
                <a:gdLst/>
                <a:ahLst/>
                <a:cxnLst/>
                <a:rect l="l" t="t" r="r" b="b"/>
                <a:pathLst>
                  <a:path w="3813" h="1978" extrusionOk="0">
                    <a:moveTo>
                      <a:pt x="1168" y="1"/>
                    </a:moveTo>
                    <a:cubicBezTo>
                      <a:pt x="759" y="1"/>
                      <a:pt x="424" y="37"/>
                      <a:pt x="320" y="106"/>
                    </a:cubicBezTo>
                    <a:cubicBezTo>
                      <a:pt x="0" y="266"/>
                      <a:pt x="0" y="814"/>
                      <a:pt x="251" y="996"/>
                    </a:cubicBezTo>
                    <a:cubicBezTo>
                      <a:pt x="502" y="1156"/>
                      <a:pt x="2557" y="1156"/>
                      <a:pt x="3812" y="1978"/>
                    </a:cubicBezTo>
                    <a:cubicBezTo>
                      <a:pt x="3812" y="1978"/>
                      <a:pt x="3630" y="654"/>
                      <a:pt x="3059" y="312"/>
                    </a:cubicBezTo>
                    <a:cubicBezTo>
                      <a:pt x="2704" y="99"/>
                      <a:pt x="1838" y="1"/>
                      <a:pt x="1168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41">
                <a:extLst>
                  <a:ext uri="{FF2B5EF4-FFF2-40B4-BE49-F238E27FC236}">
                    <a16:creationId xmlns:a16="http://schemas.microsoft.com/office/drawing/2014/main" id="{9FFD6FE3-F3EA-79F5-B836-E5F33F1F6873}"/>
                  </a:ext>
                </a:extLst>
              </p:cNvPr>
              <p:cNvSpPr/>
              <p:nvPr/>
            </p:nvSpPr>
            <p:spPr>
              <a:xfrm>
                <a:off x="7822834" y="3458257"/>
                <a:ext cx="124408" cy="59480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1856" extrusionOk="0">
                    <a:moveTo>
                      <a:pt x="1467" y="1"/>
                    </a:moveTo>
                    <a:cubicBezTo>
                      <a:pt x="916" y="1"/>
                      <a:pt x="416" y="57"/>
                      <a:pt x="275" y="144"/>
                    </a:cubicBezTo>
                    <a:cubicBezTo>
                      <a:pt x="1" y="304"/>
                      <a:pt x="24" y="851"/>
                      <a:pt x="275" y="1034"/>
                    </a:cubicBezTo>
                    <a:cubicBezTo>
                      <a:pt x="549" y="1194"/>
                      <a:pt x="2603" y="1080"/>
                      <a:pt x="3881" y="1856"/>
                    </a:cubicBezTo>
                    <a:cubicBezTo>
                      <a:pt x="3881" y="1856"/>
                      <a:pt x="3630" y="532"/>
                      <a:pt x="3059" y="235"/>
                    </a:cubicBezTo>
                    <a:cubicBezTo>
                      <a:pt x="2737" y="68"/>
                      <a:pt x="2071" y="1"/>
                      <a:pt x="1467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41">
                <a:extLst>
                  <a:ext uri="{FF2B5EF4-FFF2-40B4-BE49-F238E27FC236}">
                    <a16:creationId xmlns:a16="http://schemas.microsoft.com/office/drawing/2014/main" id="{2B67009C-2515-72DB-A03E-FC23E631FB60}"/>
                  </a:ext>
                </a:extLst>
              </p:cNvPr>
              <p:cNvSpPr/>
              <p:nvPr/>
            </p:nvSpPr>
            <p:spPr>
              <a:xfrm>
                <a:off x="7866741" y="3417747"/>
                <a:ext cx="121460" cy="63422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1979" extrusionOk="0">
                    <a:moveTo>
                      <a:pt x="959" y="0"/>
                    </a:moveTo>
                    <a:cubicBezTo>
                      <a:pt x="667" y="0"/>
                      <a:pt x="437" y="21"/>
                      <a:pt x="343" y="61"/>
                    </a:cubicBezTo>
                    <a:cubicBezTo>
                      <a:pt x="23" y="198"/>
                      <a:pt x="0" y="723"/>
                      <a:pt x="251" y="883"/>
                    </a:cubicBezTo>
                    <a:cubicBezTo>
                      <a:pt x="503" y="1088"/>
                      <a:pt x="2557" y="1157"/>
                      <a:pt x="3789" y="1978"/>
                    </a:cubicBezTo>
                    <a:cubicBezTo>
                      <a:pt x="3789" y="1978"/>
                      <a:pt x="3630" y="723"/>
                      <a:pt x="3082" y="358"/>
                    </a:cubicBezTo>
                    <a:cubicBezTo>
                      <a:pt x="2696" y="117"/>
                      <a:pt x="1653" y="0"/>
                      <a:pt x="959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41">
                <a:extLst>
                  <a:ext uri="{FF2B5EF4-FFF2-40B4-BE49-F238E27FC236}">
                    <a16:creationId xmlns:a16="http://schemas.microsoft.com/office/drawing/2014/main" id="{D1C0224E-C4B8-6226-DBE1-90E33D779E5F}"/>
                  </a:ext>
                </a:extLst>
              </p:cNvPr>
              <p:cNvSpPr/>
              <p:nvPr/>
            </p:nvSpPr>
            <p:spPr>
              <a:xfrm>
                <a:off x="7953784" y="3448963"/>
                <a:ext cx="126588" cy="200457"/>
              </a:xfrm>
              <a:custGeom>
                <a:avLst/>
                <a:gdLst/>
                <a:ahLst/>
                <a:cxnLst/>
                <a:rect l="l" t="t" r="r" b="b"/>
                <a:pathLst>
                  <a:path w="3950" h="6255" extrusionOk="0">
                    <a:moveTo>
                      <a:pt x="1621" y="0"/>
                    </a:moveTo>
                    <a:lnTo>
                      <a:pt x="1621" y="0"/>
                    </a:lnTo>
                    <a:cubicBezTo>
                      <a:pt x="1644" y="251"/>
                      <a:pt x="1667" y="548"/>
                      <a:pt x="1667" y="822"/>
                    </a:cubicBezTo>
                    <a:cubicBezTo>
                      <a:pt x="1667" y="2693"/>
                      <a:pt x="959" y="4246"/>
                      <a:pt x="1" y="4771"/>
                    </a:cubicBezTo>
                    <a:cubicBezTo>
                      <a:pt x="160" y="5090"/>
                      <a:pt x="297" y="5364"/>
                      <a:pt x="389" y="5478"/>
                    </a:cubicBezTo>
                    <a:cubicBezTo>
                      <a:pt x="685" y="5843"/>
                      <a:pt x="2762" y="6231"/>
                      <a:pt x="2922" y="6254"/>
                    </a:cubicBezTo>
                    <a:lnTo>
                      <a:pt x="3949" y="2625"/>
                    </a:lnTo>
                    <a:cubicBezTo>
                      <a:pt x="3219" y="2260"/>
                      <a:pt x="2580" y="867"/>
                      <a:pt x="2352" y="548"/>
                    </a:cubicBezTo>
                    <a:cubicBezTo>
                      <a:pt x="2283" y="434"/>
                      <a:pt x="1986" y="205"/>
                      <a:pt x="1621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41">
                <a:extLst>
                  <a:ext uri="{FF2B5EF4-FFF2-40B4-BE49-F238E27FC236}">
                    <a16:creationId xmlns:a16="http://schemas.microsoft.com/office/drawing/2014/main" id="{CA8FE4B9-30C7-B72A-3043-7C63800002CE}"/>
                  </a:ext>
                </a:extLst>
              </p:cNvPr>
              <p:cNvSpPr/>
              <p:nvPr/>
            </p:nvSpPr>
            <p:spPr>
              <a:xfrm>
                <a:off x="8313690" y="3583919"/>
                <a:ext cx="150719" cy="61852"/>
              </a:xfrm>
              <a:custGeom>
                <a:avLst/>
                <a:gdLst/>
                <a:ahLst/>
                <a:cxnLst/>
                <a:rect l="l" t="t" r="r" b="b"/>
                <a:pathLst>
                  <a:path w="4703" h="1930" extrusionOk="0">
                    <a:moveTo>
                      <a:pt x="1887" y="0"/>
                    </a:moveTo>
                    <a:cubicBezTo>
                      <a:pt x="1320" y="0"/>
                      <a:pt x="685" y="35"/>
                      <a:pt x="1" y="126"/>
                    </a:cubicBezTo>
                    <a:lnTo>
                      <a:pt x="206" y="263"/>
                    </a:lnTo>
                    <a:lnTo>
                      <a:pt x="4703" y="1929"/>
                    </a:lnTo>
                    <a:lnTo>
                      <a:pt x="4680" y="308"/>
                    </a:lnTo>
                    <a:cubicBezTo>
                      <a:pt x="4680" y="308"/>
                      <a:pt x="3588" y="0"/>
                      <a:pt x="18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41">
                <a:extLst>
                  <a:ext uri="{FF2B5EF4-FFF2-40B4-BE49-F238E27FC236}">
                    <a16:creationId xmlns:a16="http://schemas.microsoft.com/office/drawing/2014/main" id="{D2674541-557B-008F-8CA7-C30053AA2BBA}"/>
                  </a:ext>
                </a:extLst>
              </p:cNvPr>
              <p:cNvSpPr/>
              <p:nvPr/>
            </p:nvSpPr>
            <p:spPr>
              <a:xfrm>
                <a:off x="8313690" y="3583919"/>
                <a:ext cx="150719" cy="61852"/>
              </a:xfrm>
              <a:custGeom>
                <a:avLst/>
                <a:gdLst/>
                <a:ahLst/>
                <a:cxnLst/>
                <a:rect l="l" t="t" r="r" b="b"/>
                <a:pathLst>
                  <a:path w="4703" h="1930" extrusionOk="0">
                    <a:moveTo>
                      <a:pt x="1887" y="0"/>
                    </a:moveTo>
                    <a:cubicBezTo>
                      <a:pt x="1320" y="0"/>
                      <a:pt x="685" y="35"/>
                      <a:pt x="1" y="126"/>
                    </a:cubicBezTo>
                    <a:lnTo>
                      <a:pt x="206" y="263"/>
                    </a:lnTo>
                    <a:lnTo>
                      <a:pt x="4703" y="1929"/>
                    </a:lnTo>
                    <a:lnTo>
                      <a:pt x="4680" y="308"/>
                    </a:lnTo>
                    <a:cubicBezTo>
                      <a:pt x="4680" y="308"/>
                      <a:pt x="3588" y="0"/>
                      <a:pt x="1887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41">
                <a:extLst>
                  <a:ext uri="{FF2B5EF4-FFF2-40B4-BE49-F238E27FC236}">
                    <a16:creationId xmlns:a16="http://schemas.microsoft.com/office/drawing/2014/main" id="{9BA28F2B-EDEE-2BCC-F1CD-DCDCAE1DEB62}"/>
                  </a:ext>
                </a:extLst>
              </p:cNvPr>
              <p:cNvSpPr/>
              <p:nvPr/>
            </p:nvSpPr>
            <p:spPr>
              <a:xfrm>
                <a:off x="8023266" y="3515528"/>
                <a:ext cx="118544" cy="188760"/>
              </a:xfrm>
              <a:custGeom>
                <a:avLst/>
                <a:gdLst/>
                <a:ahLst/>
                <a:cxnLst/>
                <a:rect l="l" t="t" r="r" b="b"/>
                <a:pathLst>
                  <a:path w="3699" h="5890" extrusionOk="0">
                    <a:moveTo>
                      <a:pt x="1850" y="0"/>
                    </a:moveTo>
                    <a:cubicBezTo>
                      <a:pt x="115" y="1233"/>
                      <a:pt x="1" y="5181"/>
                      <a:pt x="1" y="5181"/>
                    </a:cubicBezTo>
                    <a:lnTo>
                      <a:pt x="1667" y="5889"/>
                    </a:lnTo>
                    <a:lnTo>
                      <a:pt x="3699" y="525"/>
                    </a:lnTo>
                    <a:lnTo>
                      <a:pt x="185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1">
                <a:extLst>
                  <a:ext uri="{FF2B5EF4-FFF2-40B4-BE49-F238E27FC236}">
                    <a16:creationId xmlns:a16="http://schemas.microsoft.com/office/drawing/2014/main" id="{AAED00D5-053F-FDB8-D05C-73287E6073BC}"/>
                  </a:ext>
                </a:extLst>
              </p:cNvPr>
              <p:cNvSpPr/>
              <p:nvPr/>
            </p:nvSpPr>
            <p:spPr>
              <a:xfrm>
                <a:off x="8052526" y="3518893"/>
                <a:ext cx="525259" cy="333294"/>
              </a:xfrm>
              <a:custGeom>
                <a:avLst/>
                <a:gdLst/>
                <a:ahLst/>
                <a:cxnLst/>
                <a:rect l="l" t="t" r="r" b="b"/>
                <a:pathLst>
                  <a:path w="16390" h="10400" extrusionOk="0">
                    <a:moveTo>
                      <a:pt x="2264" y="1"/>
                    </a:moveTo>
                    <a:cubicBezTo>
                      <a:pt x="2242" y="1"/>
                      <a:pt x="2225" y="4"/>
                      <a:pt x="2215" y="9"/>
                    </a:cubicBezTo>
                    <a:cubicBezTo>
                      <a:pt x="1895" y="215"/>
                      <a:pt x="24" y="3136"/>
                      <a:pt x="1" y="6400"/>
                    </a:cubicBezTo>
                    <a:cubicBezTo>
                      <a:pt x="1" y="6400"/>
                      <a:pt x="9119" y="10399"/>
                      <a:pt x="12395" y="10399"/>
                    </a:cubicBezTo>
                    <a:cubicBezTo>
                      <a:pt x="12458" y="10399"/>
                      <a:pt x="12519" y="10398"/>
                      <a:pt x="12578" y="10395"/>
                    </a:cubicBezTo>
                    <a:cubicBezTo>
                      <a:pt x="14404" y="10281"/>
                      <a:pt x="16390" y="8660"/>
                      <a:pt x="15796" y="7838"/>
                    </a:cubicBezTo>
                    <a:cubicBezTo>
                      <a:pt x="15317" y="7154"/>
                      <a:pt x="10980" y="3250"/>
                      <a:pt x="10432" y="2954"/>
                    </a:cubicBezTo>
                    <a:cubicBezTo>
                      <a:pt x="9879" y="2688"/>
                      <a:pt x="2982" y="1"/>
                      <a:pt x="22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1">
                <a:extLst>
                  <a:ext uri="{FF2B5EF4-FFF2-40B4-BE49-F238E27FC236}">
                    <a16:creationId xmlns:a16="http://schemas.microsoft.com/office/drawing/2014/main" id="{42704F8C-2523-9956-FC3C-3BC5CDD1239C}"/>
                  </a:ext>
                </a:extLst>
              </p:cNvPr>
              <p:cNvSpPr/>
              <p:nvPr/>
            </p:nvSpPr>
            <p:spPr>
              <a:xfrm>
                <a:off x="8052526" y="3583535"/>
                <a:ext cx="525259" cy="267276"/>
              </a:xfrm>
              <a:custGeom>
                <a:avLst/>
                <a:gdLst/>
                <a:ahLst/>
                <a:cxnLst/>
                <a:rect l="l" t="t" r="r" b="b"/>
                <a:pathLst>
                  <a:path w="16390" h="8340" extrusionOk="0">
                    <a:moveTo>
                      <a:pt x="8150" y="1"/>
                    </a:moveTo>
                    <a:cubicBezTo>
                      <a:pt x="10067" y="1165"/>
                      <a:pt x="11185" y="2443"/>
                      <a:pt x="10866" y="3356"/>
                    </a:cubicBezTo>
                    <a:cubicBezTo>
                      <a:pt x="10627" y="4072"/>
                      <a:pt x="9550" y="4432"/>
                      <a:pt x="8008" y="4432"/>
                    </a:cubicBezTo>
                    <a:cubicBezTo>
                      <a:pt x="6454" y="4432"/>
                      <a:pt x="4426" y="4067"/>
                      <a:pt x="2306" y="3333"/>
                    </a:cubicBezTo>
                    <a:cubicBezTo>
                      <a:pt x="1553" y="3082"/>
                      <a:pt x="846" y="2786"/>
                      <a:pt x="184" y="2512"/>
                    </a:cubicBezTo>
                    <a:cubicBezTo>
                      <a:pt x="69" y="3105"/>
                      <a:pt x="1" y="3744"/>
                      <a:pt x="1" y="4360"/>
                    </a:cubicBezTo>
                    <a:cubicBezTo>
                      <a:pt x="1" y="4360"/>
                      <a:pt x="9024" y="8339"/>
                      <a:pt x="12322" y="8339"/>
                    </a:cubicBezTo>
                    <a:cubicBezTo>
                      <a:pt x="12403" y="8339"/>
                      <a:pt x="12481" y="8337"/>
                      <a:pt x="12555" y="8332"/>
                    </a:cubicBezTo>
                    <a:cubicBezTo>
                      <a:pt x="14404" y="8241"/>
                      <a:pt x="16390" y="6620"/>
                      <a:pt x="15796" y="5798"/>
                    </a:cubicBezTo>
                    <a:cubicBezTo>
                      <a:pt x="15317" y="5137"/>
                      <a:pt x="11003" y="1188"/>
                      <a:pt x="10432" y="914"/>
                    </a:cubicBezTo>
                    <a:cubicBezTo>
                      <a:pt x="10272" y="823"/>
                      <a:pt x="9314" y="457"/>
                      <a:pt x="815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1">
                <a:extLst>
                  <a:ext uri="{FF2B5EF4-FFF2-40B4-BE49-F238E27FC236}">
                    <a16:creationId xmlns:a16="http://schemas.microsoft.com/office/drawing/2014/main" id="{74E555C5-3889-01CD-ED21-1D6470E58155}"/>
                  </a:ext>
                </a:extLst>
              </p:cNvPr>
              <p:cNvSpPr/>
              <p:nvPr/>
            </p:nvSpPr>
            <p:spPr>
              <a:xfrm>
                <a:off x="7892347" y="3778069"/>
                <a:ext cx="22690" cy="30317"/>
              </a:xfrm>
              <a:custGeom>
                <a:avLst/>
                <a:gdLst/>
                <a:ahLst/>
                <a:cxnLst/>
                <a:rect l="l" t="t" r="r" b="b"/>
                <a:pathLst>
                  <a:path w="708" h="946" extrusionOk="0">
                    <a:moveTo>
                      <a:pt x="259" y="0"/>
                    </a:moveTo>
                    <a:cubicBezTo>
                      <a:pt x="249" y="0"/>
                      <a:pt x="239" y="1"/>
                      <a:pt x="228" y="2"/>
                    </a:cubicBezTo>
                    <a:cubicBezTo>
                      <a:pt x="46" y="25"/>
                      <a:pt x="0" y="299"/>
                      <a:pt x="46" y="550"/>
                    </a:cubicBezTo>
                    <a:cubicBezTo>
                      <a:pt x="107" y="775"/>
                      <a:pt x="279" y="945"/>
                      <a:pt x="429" y="945"/>
                    </a:cubicBezTo>
                    <a:cubicBezTo>
                      <a:pt x="446" y="945"/>
                      <a:pt x="463" y="943"/>
                      <a:pt x="480" y="938"/>
                    </a:cubicBezTo>
                    <a:cubicBezTo>
                      <a:pt x="617" y="915"/>
                      <a:pt x="708" y="664"/>
                      <a:pt x="662" y="413"/>
                    </a:cubicBezTo>
                    <a:cubicBezTo>
                      <a:pt x="598" y="157"/>
                      <a:pt x="414" y="0"/>
                      <a:pt x="259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41">
                <a:extLst>
                  <a:ext uri="{FF2B5EF4-FFF2-40B4-BE49-F238E27FC236}">
                    <a16:creationId xmlns:a16="http://schemas.microsoft.com/office/drawing/2014/main" id="{6A137340-9BD9-7297-490F-45C6B8B2E7D3}"/>
                  </a:ext>
                </a:extLst>
              </p:cNvPr>
              <p:cNvSpPr/>
              <p:nvPr/>
            </p:nvSpPr>
            <p:spPr>
              <a:xfrm>
                <a:off x="7866003" y="3781691"/>
                <a:ext cx="16120" cy="22177"/>
              </a:xfrm>
              <a:custGeom>
                <a:avLst/>
                <a:gdLst/>
                <a:ahLst/>
                <a:cxnLst/>
                <a:rect l="l" t="t" r="r" b="b"/>
                <a:pathLst>
                  <a:path w="503" h="692" extrusionOk="0">
                    <a:moveTo>
                      <a:pt x="190" y="1"/>
                    </a:moveTo>
                    <a:cubicBezTo>
                      <a:pt x="180" y="1"/>
                      <a:pt x="170" y="2"/>
                      <a:pt x="160" y="4"/>
                    </a:cubicBezTo>
                    <a:cubicBezTo>
                      <a:pt x="46" y="26"/>
                      <a:pt x="1" y="209"/>
                      <a:pt x="46" y="414"/>
                    </a:cubicBezTo>
                    <a:cubicBezTo>
                      <a:pt x="109" y="581"/>
                      <a:pt x="229" y="691"/>
                      <a:pt x="336" y="691"/>
                    </a:cubicBezTo>
                    <a:cubicBezTo>
                      <a:pt x="346" y="691"/>
                      <a:pt x="356" y="690"/>
                      <a:pt x="366" y="688"/>
                    </a:cubicBezTo>
                    <a:cubicBezTo>
                      <a:pt x="457" y="665"/>
                      <a:pt x="503" y="460"/>
                      <a:pt x="480" y="300"/>
                    </a:cubicBezTo>
                    <a:cubicBezTo>
                      <a:pt x="417" y="112"/>
                      <a:pt x="297" y="1"/>
                      <a:pt x="190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41">
                <a:extLst>
                  <a:ext uri="{FF2B5EF4-FFF2-40B4-BE49-F238E27FC236}">
                    <a16:creationId xmlns:a16="http://schemas.microsoft.com/office/drawing/2014/main" id="{8966DB86-64A9-4A64-1A19-878F3FA0DBF9}"/>
                  </a:ext>
                </a:extLst>
              </p:cNvPr>
              <p:cNvSpPr/>
              <p:nvPr/>
            </p:nvSpPr>
            <p:spPr>
              <a:xfrm>
                <a:off x="8100086" y="3588406"/>
                <a:ext cx="34419" cy="35637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1112" extrusionOk="0">
                    <a:moveTo>
                      <a:pt x="594" y="1"/>
                    </a:moveTo>
                    <a:cubicBezTo>
                      <a:pt x="357" y="1"/>
                      <a:pt x="150" y="159"/>
                      <a:pt x="69" y="442"/>
                    </a:cubicBezTo>
                    <a:cubicBezTo>
                      <a:pt x="1" y="739"/>
                      <a:pt x="138" y="1036"/>
                      <a:pt x="389" y="1104"/>
                    </a:cubicBezTo>
                    <a:cubicBezTo>
                      <a:pt x="417" y="1109"/>
                      <a:pt x="445" y="1112"/>
                      <a:pt x="474" y="1112"/>
                    </a:cubicBezTo>
                    <a:cubicBezTo>
                      <a:pt x="699" y="1112"/>
                      <a:pt x="921" y="954"/>
                      <a:pt x="982" y="671"/>
                    </a:cubicBezTo>
                    <a:cubicBezTo>
                      <a:pt x="1073" y="397"/>
                      <a:pt x="936" y="77"/>
                      <a:pt x="685" y="9"/>
                    </a:cubicBezTo>
                    <a:cubicBezTo>
                      <a:pt x="655" y="4"/>
                      <a:pt x="624" y="1"/>
                      <a:pt x="594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41">
                <a:extLst>
                  <a:ext uri="{FF2B5EF4-FFF2-40B4-BE49-F238E27FC236}">
                    <a16:creationId xmlns:a16="http://schemas.microsoft.com/office/drawing/2014/main" id="{FEADAA80-B29E-889A-E1DF-8A63B472264E}"/>
                  </a:ext>
                </a:extLst>
              </p:cNvPr>
              <p:cNvSpPr/>
              <p:nvPr/>
            </p:nvSpPr>
            <p:spPr>
              <a:xfrm>
                <a:off x="8144698" y="3613468"/>
                <a:ext cx="25638" cy="26215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18" extrusionOk="0">
                    <a:moveTo>
                      <a:pt x="463" y="0"/>
                    </a:moveTo>
                    <a:cubicBezTo>
                      <a:pt x="294" y="0"/>
                      <a:pt x="131" y="132"/>
                      <a:pt x="47" y="322"/>
                    </a:cubicBezTo>
                    <a:cubicBezTo>
                      <a:pt x="1" y="551"/>
                      <a:pt x="115" y="756"/>
                      <a:pt x="275" y="802"/>
                    </a:cubicBezTo>
                    <a:cubicBezTo>
                      <a:pt x="307" y="812"/>
                      <a:pt x="339" y="818"/>
                      <a:pt x="369" y="818"/>
                    </a:cubicBezTo>
                    <a:cubicBezTo>
                      <a:pt x="529" y="818"/>
                      <a:pt x="655" y="674"/>
                      <a:pt x="731" y="482"/>
                    </a:cubicBezTo>
                    <a:cubicBezTo>
                      <a:pt x="800" y="254"/>
                      <a:pt x="686" y="48"/>
                      <a:pt x="503" y="3"/>
                    </a:cubicBezTo>
                    <a:cubicBezTo>
                      <a:pt x="490" y="1"/>
                      <a:pt x="476" y="0"/>
                      <a:pt x="463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41">
                <a:extLst>
                  <a:ext uri="{FF2B5EF4-FFF2-40B4-BE49-F238E27FC236}">
                    <a16:creationId xmlns:a16="http://schemas.microsoft.com/office/drawing/2014/main" id="{CE5EA32D-745E-9548-9111-F2F2FEB2382C}"/>
                  </a:ext>
                </a:extLst>
              </p:cNvPr>
              <p:cNvSpPr/>
              <p:nvPr/>
            </p:nvSpPr>
            <p:spPr>
              <a:xfrm>
                <a:off x="7714360" y="3583206"/>
                <a:ext cx="70176" cy="6428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009" extrusionOk="0">
                    <a:moveTo>
                      <a:pt x="1" y="0"/>
                    </a:moveTo>
                    <a:cubicBezTo>
                      <a:pt x="1" y="0"/>
                      <a:pt x="343" y="639"/>
                      <a:pt x="2032" y="2009"/>
                    </a:cubicBezTo>
                    <a:lnTo>
                      <a:pt x="2192" y="7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41">
                <a:extLst>
                  <a:ext uri="{FF2B5EF4-FFF2-40B4-BE49-F238E27FC236}">
                    <a16:creationId xmlns:a16="http://schemas.microsoft.com/office/drawing/2014/main" id="{4EF8B2EF-64FA-BB6A-F425-AE352CBB3991}"/>
                  </a:ext>
                </a:extLst>
              </p:cNvPr>
              <p:cNvSpPr/>
              <p:nvPr/>
            </p:nvSpPr>
            <p:spPr>
              <a:xfrm>
                <a:off x="7714360" y="3583206"/>
                <a:ext cx="70176" cy="6428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009" extrusionOk="0">
                    <a:moveTo>
                      <a:pt x="1" y="0"/>
                    </a:moveTo>
                    <a:cubicBezTo>
                      <a:pt x="1" y="0"/>
                      <a:pt x="343" y="639"/>
                      <a:pt x="2032" y="2009"/>
                    </a:cubicBezTo>
                    <a:lnTo>
                      <a:pt x="2192" y="7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3" name="Google Shape;1583;p41">
              <a:extLst>
                <a:ext uri="{FF2B5EF4-FFF2-40B4-BE49-F238E27FC236}">
                  <a16:creationId xmlns:a16="http://schemas.microsoft.com/office/drawing/2014/main" id="{3F8D124A-E855-078A-954F-2344F9864A6E}"/>
                </a:ext>
              </a:extLst>
            </p:cNvPr>
            <p:cNvGrpSpPr/>
            <p:nvPr/>
          </p:nvGrpSpPr>
          <p:grpSpPr>
            <a:xfrm>
              <a:off x="6157911" y="3807235"/>
              <a:ext cx="2390612" cy="1242874"/>
              <a:chOff x="6157911" y="3807235"/>
              <a:chExt cx="2390612" cy="1242874"/>
            </a:xfrm>
          </p:grpSpPr>
          <p:sp>
            <p:nvSpPr>
              <p:cNvPr id="1584" name="Google Shape;1584;p41">
                <a:extLst>
                  <a:ext uri="{FF2B5EF4-FFF2-40B4-BE49-F238E27FC236}">
                    <a16:creationId xmlns:a16="http://schemas.microsoft.com/office/drawing/2014/main" id="{1FC85C35-9571-FDF3-5894-ADF6B776A977}"/>
                  </a:ext>
                </a:extLst>
              </p:cNvPr>
              <p:cNvSpPr/>
              <p:nvPr/>
            </p:nvSpPr>
            <p:spPr>
              <a:xfrm>
                <a:off x="7958912" y="3862839"/>
                <a:ext cx="552307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17234" h="36384" extrusionOk="0">
                    <a:moveTo>
                      <a:pt x="0" y="0"/>
                    </a:moveTo>
                    <a:lnTo>
                      <a:pt x="0" y="36383"/>
                    </a:lnTo>
                    <a:lnTo>
                      <a:pt x="17233" y="36383"/>
                    </a:lnTo>
                    <a:lnTo>
                      <a:pt x="164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41">
                <a:extLst>
                  <a:ext uri="{FF2B5EF4-FFF2-40B4-BE49-F238E27FC236}">
                    <a16:creationId xmlns:a16="http://schemas.microsoft.com/office/drawing/2014/main" id="{428CD35E-FAC1-D3CA-8FF2-F1EB6E11D7D6}"/>
                  </a:ext>
                </a:extLst>
              </p:cNvPr>
              <p:cNvSpPr/>
              <p:nvPr/>
            </p:nvSpPr>
            <p:spPr>
              <a:xfrm>
                <a:off x="6202523" y="3862839"/>
                <a:ext cx="1770240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55238" h="36384" extrusionOk="0">
                    <a:moveTo>
                      <a:pt x="1" y="0"/>
                    </a:moveTo>
                    <a:lnTo>
                      <a:pt x="1758" y="36383"/>
                    </a:lnTo>
                    <a:lnTo>
                      <a:pt x="55238" y="36383"/>
                    </a:lnTo>
                    <a:lnTo>
                      <a:pt x="552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41">
                <a:extLst>
                  <a:ext uri="{FF2B5EF4-FFF2-40B4-BE49-F238E27FC236}">
                    <a16:creationId xmlns:a16="http://schemas.microsoft.com/office/drawing/2014/main" id="{6F2198B5-B5DA-8284-B5A1-17F3B7CA005D}"/>
                  </a:ext>
                </a:extLst>
              </p:cNvPr>
              <p:cNvSpPr/>
              <p:nvPr/>
            </p:nvSpPr>
            <p:spPr>
              <a:xfrm>
                <a:off x="6546340" y="3862839"/>
                <a:ext cx="1082661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33783" h="36384" extrusionOk="0">
                    <a:moveTo>
                      <a:pt x="1" y="0"/>
                    </a:moveTo>
                    <a:lnTo>
                      <a:pt x="4269" y="36383"/>
                    </a:lnTo>
                    <a:lnTo>
                      <a:pt x="33782" y="36383"/>
                    </a:lnTo>
                    <a:lnTo>
                      <a:pt x="30495" y="0"/>
                    </a:ln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41">
                <a:extLst>
                  <a:ext uri="{FF2B5EF4-FFF2-40B4-BE49-F238E27FC236}">
                    <a16:creationId xmlns:a16="http://schemas.microsoft.com/office/drawing/2014/main" id="{9BD11B7A-F7FD-290F-4660-F2B78F95AC14}"/>
                  </a:ext>
                </a:extLst>
              </p:cNvPr>
              <p:cNvSpPr/>
              <p:nvPr/>
            </p:nvSpPr>
            <p:spPr>
              <a:xfrm>
                <a:off x="6202523" y="3862839"/>
                <a:ext cx="1770240" cy="64383"/>
              </a:xfrm>
              <a:custGeom>
                <a:avLst/>
                <a:gdLst/>
                <a:ahLst/>
                <a:cxnLst/>
                <a:rect l="l" t="t" r="r" b="b"/>
                <a:pathLst>
                  <a:path w="55238" h="2009" extrusionOk="0">
                    <a:moveTo>
                      <a:pt x="1" y="0"/>
                    </a:moveTo>
                    <a:lnTo>
                      <a:pt x="115" y="2009"/>
                    </a:lnTo>
                    <a:lnTo>
                      <a:pt x="55238" y="2009"/>
                    </a:lnTo>
                    <a:lnTo>
                      <a:pt x="55238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1">
                <a:extLst>
                  <a:ext uri="{FF2B5EF4-FFF2-40B4-BE49-F238E27FC236}">
                    <a16:creationId xmlns:a16="http://schemas.microsoft.com/office/drawing/2014/main" id="{6A0DBAD6-3B71-92A9-DD9B-A8D37149486D}"/>
                  </a:ext>
                </a:extLst>
              </p:cNvPr>
              <p:cNvSpPr/>
              <p:nvPr/>
            </p:nvSpPr>
            <p:spPr>
              <a:xfrm>
                <a:off x="7964745" y="3862839"/>
                <a:ext cx="27849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36384" extrusionOk="0">
                    <a:moveTo>
                      <a:pt x="1" y="0"/>
                    </a:moveTo>
                    <a:lnTo>
                      <a:pt x="1" y="36383"/>
                    </a:lnTo>
                    <a:lnTo>
                      <a:pt x="868" y="36383"/>
                    </a:lnTo>
                    <a:lnTo>
                      <a:pt x="86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41">
                <a:extLst>
                  <a:ext uri="{FF2B5EF4-FFF2-40B4-BE49-F238E27FC236}">
                    <a16:creationId xmlns:a16="http://schemas.microsoft.com/office/drawing/2014/main" id="{E5EF9B83-3A1F-8007-479B-0CC1B8D50E8D}"/>
                  </a:ext>
                </a:extLst>
              </p:cNvPr>
              <p:cNvSpPr/>
              <p:nvPr/>
            </p:nvSpPr>
            <p:spPr>
              <a:xfrm>
                <a:off x="7983045" y="3807235"/>
                <a:ext cx="521573" cy="67332"/>
              </a:xfrm>
              <a:custGeom>
                <a:avLst/>
                <a:gdLst/>
                <a:ahLst/>
                <a:cxnLst/>
                <a:rect l="l" t="t" r="r" b="b"/>
                <a:pathLst>
                  <a:path w="16275" h="2101" extrusionOk="0">
                    <a:moveTo>
                      <a:pt x="1" y="0"/>
                    </a:moveTo>
                    <a:lnTo>
                      <a:pt x="1" y="2100"/>
                    </a:lnTo>
                    <a:lnTo>
                      <a:pt x="16275" y="2100"/>
                    </a:lnTo>
                    <a:lnTo>
                      <a:pt x="1627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41">
                <a:extLst>
                  <a:ext uri="{FF2B5EF4-FFF2-40B4-BE49-F238E27FC236}">
                    <a16:creationId xmlns:a16="http://schemas.microsoft.com/office/drawing/2014/main" id="{3F2D7848-88A0-C17B-E15E-CA5A9CE3781E}"/>
                  </a:ext>
                </a:extLst>
              </p:cNvPr>
              <p:cNvSpPr/>
              <p:nvPr/>
            </p:nvSpPr>
            <p:spPr>
              <a:xfrm>
                <a:off x="6157911" y="3807235"/>
                <a:ext cx="1825105" cy="67332"/>
              </a:xfrm>
              <a:custGeom>
                <a:avLst/>
                <a:gdLst/>
                <a:ahLst/>
                <a:cxnLst/>
                <a:rect l="l" t="t" r="r" b="b"/>
                <a:pathLst>
                  <a:path w="56950" h="2101" extrusionOk="0">
                    <a:moveTo>
                      <a:pt x="0" y="0"/>
                    </a:moveTo>
                    <a:lnTo>
                      <a:pt x="0" y="2100"/>
                    </a:lnTo>
                    <a:lnTo>
                      <a:pt x="56950" y="2100"/>
                    </a:lnTo>
                    <a:lnTo>
                      <a:pt x="5695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41">
                <a:extLst>
                  <a:ext uri="{FF2B5EF4-FFF2-40B4-BE49-F238E27FC236}">
                    <a16:creationId xmlns:a16="http://schemas.microsoft.com/office/drawing/2014/main" id="{917D4231-3CD5-8D71-9C9A-CAF764AFDDB8}"/>
                  </a:ext>
                </a:extLst>
              </p:cNvPr>
              <p:cNvSpPr/>
              <p:nvPr/>
            </p:nvSpPr>
            <p:spPr>
              <a:xfrm>
                <a:off x="7964745" y="3862839"/>
                <a:ext cx="27849" cy="116601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36384" extrusionOk="0">
                    <a:moveTo>
                      <a:pt x="1" y="0"/>
                    </a:moveTo>
                    <a:lnTo>
                      <a:pt x="1" y="36383"/>
                    </a:lnTo>
                    <a:lnTo>
                      <a:pt x="868" y="36383"/>
                    </a:lnTo>
                    <a:lnTo>
                      <a:pt x="868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41">
                <a:extLst>
                  <a:ext uri="{FF2B5EF4-FFF2-40B4-BE49-F238E27FC236}">
                    <a16:creationId xmlns:a16="http://schemas.microsoft.com/office/drawing/2014/main" id="{E22C90E3-333A-2782-16AC-999060E1EE80}"/>
                  </a:ext>
                </a:extLst>
              </p:cNvPr>
              <p:cNvSpPr/>
              <p:nvPr/>
            </p:nvSpPr>
            <p:spPr>
              <a:xfrm>
                <a:off x="6235437" y="5017164"/>
                <a:ext cx="1913620" cy="32945"/>
              </a:xfrm>
              <a:custGeom>
                <a:avLst/>
                <a:gdLst/>
                <a:ahLst/>
                <a:cxnLst/>
                <a:rect l="l" t="t" r="r" b="b"/>
                <a:pathLst>
                  <a:path w="59712" h="1028" extrusionOk="0">
                    <a:moveTo>
                      <a:pt x="1" y="0"/>
                    </a:moveTo>
                    <a:lnTo>
                      <a:pt x="1" y="1027"/>
                    </a:lnTo>
                    <a:lnTo>
                      <a:pt x="59712" y="1027"/>
                    </a:lnTo>
                    <a:lnTo>
                      <a:pt x="597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41">
                <a:extLst>
                  <a:ext uri="{FF2B5EF4-FFF2-40B4-BE49-F238E27FC236}">
                    <a16:creationId xmlns:a16="http://schemas.microsoft.com/office/drawing/2014/main" id="{707B130C-82D0-0A23-3D06-146EE4A88E00}"/>
                  </a:ext>
                </a:extLst>
              </p:cNvPr>
              <p:cNvSpPr/>
              <p:nvPr/>
            </p:nvSpPr>
            <p:spPr>
              <a:xfrm>
                <a:off x="7980865" y="5017164"/>
                <a:ext cx="567657" cy="32945"/>
              </a:xfrm>
              <a:custGeom>
                <a:avLst/>
                <a:gdLst/>
                <a:ahLst/>
                <a:cxnLst/>
                <a:rect l="l" t="t" r="r" b="b"/>
                <a:pathLst>
                  <a:path w="17713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7713" y="1027"/>
                    </a:lnTo>
                    <a:lnTo>
                      <a:pt x="17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41">
                <a:extLst>
                  <a:ext uri="{FF2B5EF4-FFF2-40B4-BE49-F238E27FC236}">
                    <a16:creationId xmlns:a16="http://schemas.microsoft.com/office/drawing/2014/main" id="{408E6F41-F5B2-D689-454B-403124564D03}"/>
                  </a:ext>
                </a:extLst>
              </p:cNvPr>
              <p:cNvSpPr/>
              <p:nvPr/>
            </p:nvSpPr>
            <p:spPr>
              <a:xfrm>
                <a:off x="7951605" y="3807235"/>
                <a:ext cx="67300" cy="67332"/>
              </a:xfrm>
              <a:custGeom>
                <a:avLst/>
                <a:gdLst/>
                <a:ahLst/>
                <a:cxnLst/>
                <a:rect l="l" t="t" r="r" b="b"/>
                <a:pathLst>
                  <a:path w="2100" h="2101" extrusionOk="0">
                    <a:moveTo>
                      <a:pt x="0" y="0"/>
                    </a:moveTo>
                    <a:lnTo>
                      <a:pt x="0" y="2100"/>
                    </a:lnTo>
                    <a:lnTo>
                      <a:pt x="2100" y="2100"/>
                    </a:lnTo>
                    <a:lnTo>
                      <a:pt x="21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41">
                <a:extLst>
                  <a:ext uri="{FF2B5EF4-FFF2-40B4-BE49-F238E27FC236}">
                    <a16:creationId xmlns:a16="http://schemas.microsoft.com/office/drawing/2014/main" id="{88CD2EEC-A405-4D45-423D-B58361D991BB}"/>
                  </a:ext>
                </a:extLst>
              </p:cNvPr>
              <p:cNvSpPr/>
              <p:nvPr/>
            </p:nvSpPr>
            <p:spPr>
              <a:xfrm>
                <a:off x="7951605" y="3807235"/>
                <a:ext cx="67300" cy="67332"/>
              </a:xfrm>
              <a:custGeom>
                <a:avLst/>
                <a:gdLst/>
                <a:ahLst/>
                <a:cxnLst/>
                <a:rect l="l" t="t" r="r" b="b"/>
                <a:pathLst>
                  <a:path w="2100" h="2101" extrusionOk="0">
                    <a:moveTo>
                      <a:pt x="0" y="0"/>
                    </a:moveTo>
                    <a:lnTo>
                      <a:pt x="0" y="2100"/>
                    </a:lnTo>
                    <a:lnTo>
                      <a:pt x="2100" y="2100"/>
                    </a:lnTo>
                    <a:lnTo>
                      <a:pt x="2100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96" name="Google Shape;1596;p41">
            <a:extLst>
              <a:ext uri="{FF2B5EF4-FFF2-40B4-BE49-F238E27FC236}">
                <a16:creationId xmlns:a16="http://schemas.microsoft.com/office/drawing/2014/main" id="{2295C1E0-E61F-0D47-37A5-C0F01F436A0B}"/>
              </a:ext>
            </a:extLst>
          </p:cNvPr>
          <p:cNvGrpSpPr/>
          <p:nvPr/>
        </p:nvGrpSpPr>
        <p:grpSpPr>
          <a:xfrm>
            <a:off x="295951" y="2725083"/>
            <a:ext cx="2880020" cy="2345446"/>
            <a:chOff x="295951" y="2725083"/>
            <a:chExt cx="2880020" cy="2345446"/>
          </a:xfrm>
        </p:grpSpPr>
        <p:grpSp>
          <p:nvGrpSpPr>
            <p:cNvPr id="1597" name="Google Shape;1597;p41">
              <a:extLst>
                <a:ext uri="{FF2B5EF4-FFF2-40B4-BE49-F238E27FC236}">
                  <a16:creationId xmlns:a16="http://schemas.microsoft.com/office/drawing/2014/main" id="{7AA3641D-5CE9-D710-6C56-93413C49C8F6}"/>
                </a:ext>
              </a:extLst>
            </p:cNvPr>
            <p:cNvGrpSpPr/>
            <p:nvPr/>
          </p:nvGrpSpPr>
          <p:grpSpPr>
            <a:xfrm>
              <a:off x="452786" y="3372144"/>
              <a:ext cx="1169736" cy="1678681"/>
              <a:chOff x="452782" y="3488743"/>
              <a:chExt cx="1169736" cy="1678681"/>
            </a:xfrm>
          </p:grpSpPr>
          <p:sp>
            <p:nvSpPr>
              <p:cNvPr id="1598" name="Google Shape;1598;p41">
                <a:extLst>
                  <a:ext uri="{FF2B5EF4-FFF2-40B4-BE49-F238E27FC236}">
                    <a16:creationId xmlns:a16="http://schemas.microsoft.com/office/drawing/2014/main" id="{3D1C03EE-F66C-A058-80FB-89F108435026}"/>
                  </a:ext>
                </a:extLst>
              </p:cNvPr>
              <p:cNvSpPr/>
              <p:nvPr/>
            </p:nvSpPr>
            <p:spPr>
              <a:xfrm>
                <a:off x="1034335" y="4461481"/>
                <a:ext cx="48328" cy="681779"/>
              </a:xfrm>
              <a:custGeom>
                <a:avLst/>
                <a:gdLst/>
                <a:ahLst/>
                <a:cxnLst/>
                <a:rect l="l" t="t" r="r" b="b"/>
                <a:pathLst>
                  <a:path w="1508" h="21274" extrusionOk="0">
                    <a:moveTo>
                      <a:pt x="1462" y="1"/>
                    </a:moveTo>
                    <a:lnTo>
                      <a:pt x="1" y="115"/>
                    </a:lnTo>
                    <a:lnTo>
                      <a:pt x="686" y="21274"/>
                    </a:lnTo>
                    <a:lnTo>
                      <a:pt x="1507" y="21228"/>
                    </a:lnTo>
                    <a:lnTo>
                      <a:pt x="146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41">
                <a:extLst>
                  <a:ext uri="{FF2B5EF4-FFF2-40B4-BE49-F238E27FC236}">
                    <a16:creationId xmlns:a16="http://schemas.microsoft.com/office/drawing/2014/main" id="{1B3914F6-3272-AD10-3213-F81A13E7B01A}"/>
                  </a:ext>
                </a:extLst>
              </p:cNvPr>
              <p:cNvSpPr/>
              <p:nvPr/>
            </p:nvSpPr>
            <p:spPr>
              <a:xfrm>
                <a:off x="795157" y="4552915"/>
                <a:ext cx="738086" cy="80503"/>
              </a:xfrm>
              <a:custGeom>
                <a:avLst/>
                <a:gdLst/>
                <a:ahLst/>
                <a:cxnLst/>
                <a:rect l="l" t="t" r="r" b="b"/>
                <a:pathLst>
                  <a:path w="23031" h="2512" extrusionOk="0">
                    <a:moveTo>
                      <a:pt x="22985" y="1"/>
                    </a:moveTo>
                    <a:lnTo>
                      <a:pt x="0" y="2032"/>
                    </a:lnTo>
                    <a:lnTo>
                      <a:pt x="46" y="2512"/>
                    </a:lnTo>
                    <a:lnTo>
                      <a:pt x="23031" y="480"/>
                    </a:lnTo>
                    <a:lnTo>
                      <a:pt x="2298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41">
                <a:extLst>
                  <a:ext uri="{FF2B5EF4-FFF2-40B4-BE49-F238E27FC236}">
                    <a16:creationId xmlns:a16="http://schemas.microsoft.com/office/drawing/2014/main" id="{C37D4B80-0AE8-8F58-E9E4-872390EF32A6}"/>
                  </a:ext>
                </a:extLst>
              </p:cNvPr>
              <p:cNvSpPr/>
              <p:nvPr/>
            </p:nvSpPr>
            <p:spPr>
              <a:xfrm>
                <a:off x="1206244" y="4446129"/>
                <a:ext cx="132452" cy="675209"/>
              </a:xfrm>
              <a:custGeom>
                <a:avLst/>
                <a:gdLst/>
                <a:ahLst/>
                <a:cxnLst/>
                <a:rect l="l" t="t" r="r" b="b"/>
                <a:pathLst>
                  <a:path w="4133" h="21069" extrusionOk="0">
                    <a:moveTo>
                      <a:pt x="1462" y="1"/>
                    </a:moveTo>
                    <a:lnTo>
                      <a:pt x="1" y="137"/>
                    </a:lnTo>
                    <a:lnTo>
                      <a:pt x="3311" y="21068"/>
                    </a:lnTo>
                    <a:lnTo>
                      <a:pt x="4132" y="20977"/>
                    </a:lnTo>
                    <a:lnTo>
                      <a:pt x="146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1">
                <a:extLst>
                  <a:ext uri="{FF2B5EF4-FFF2-40B4-BE49-F238E27FC236}">
                    <a16:creationId xmlns:a16="http://schemas.microsoft.com/office/drawing/2014/main" id="{D7D213F8-D83F-5F2B-27CD-3E66BEFC77FC}"/>
                  </a:ext>
                </a:extLst>
              </p:cNvPr>
              <p:cNvSpPr/>
              <p:nvPr/>
            </p:nvSpPr>
            <p:spPr>
              <a:xfrm>
                <a:off x="452782" y="3488743"/>
                <a:ext cx="879287" cy="987383"/>
              </a:xfrm>
              <a:custGeom>
                <a:avLst/>
                <a:gdLst/>
                <a:ahLst/>
                <a:cxnLst/>
                <a:rect l="l" t="t" r="r" b="b"/>
                <a:pathLst>
                  <a:path w="27437" h="30810" extrusionOk="0">
                    <a:moveTo>
                      <a:pt x="27437" y="29371"/>
                    </a:moveTo>
                    <a:lnTo>
                      <a:pt x="27437" y="29371"/>
                    </a:lnTo>
                    <a:lnTo>
                      <a:pt x="27437" y="29371"/>
                    </a:lnTo>
                    <a:cubicBezTo>
                      <a:pt x="27437" y="29371"/>
                      <a:pt x="27437" y="29371"/>
                      <a:pt x="27437" y="29371"/>
                    </a:cubicBezTo>
                    <a:cubicBezTo>
                      <a:pt x="27437" y="29371"/>
                      <a:pt x="27437" y="29371"/>
                      <a:pt x="27437" y="29371"/>
                    </a:cubicBezTo>
                    <a:close/>
                    <a:moveTo>
                      <a:pt x="12411" y="0"/>
                    </a:moveTo>
                    <a:cubicBezTo>
                      <a:pt x="7806" y="0"/>
                      <a:pt x="642" y="655"/>
                      <a:pt x="275" y="1981"/>
                    </a:cubicBezTo>
                    <a:cubicBezTo>
                      <a:pt x="1" y="3054"/>
                      <a:pt x="7807" y="24692"/>
                      <a:pt x="10044" y="30809"/>
                    </a:cubicBezTo>
                    <a:lnTo>
                      <a:pt x="27437" y="29371"/>
                    </a:lnTo>
                    <a:lnTo>
                      <a:pt x="27437" y="29371"/>
                    </a:lnTo>
                    <a:cubicBezTo>
                      <a:pt x="27410" y="29329"/>
                      <a:pt x="19169" y="2822"/>
                      <a:pt x="16184" y="361"/>
                    </a:cubicBezTo>
                    <a:cubicBezTo>
                      <a:pt x="15889" y="121"/>
                      <a:pt x="14385" y="0"/>
                      <a:pt x="124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41">
                <a:extLst>
                  <a:ext uri="{FF2B5EF4-FFF2-40B4-BE49-F238E27FC236}">
                    <a16:creationId xmlns:a16="http://schemas.microsoft.com/office/drawing/2014/main" id="{C9076F96-298D-6068-1C0C-D03124996E2B}"/>
                  </a:ext>
                </a:extLst>
              </p:cNvPr>
              <p:cNvSpPr/>
              <p:nvPr/>
            </p:nvSpPr>
            <p:spPr>
              <a:xfrm>
                <a:off x="456436" y="3492236"/>
                <a:ext cx="305092" cy="56621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17668" extrusionOk="0">
                    <a:moveTo>
                      <a:pt x="8903" y="0"/>
                    </a:moveTo>
                    <a:cubicBezTo>
                      <a:pt x="4817" y="229"/>
                      <a:pt x="457" y="845"/>
                      <a:pt x="161" y="1872"/>
                    </a:cubicBezTo>
                    <a:cubicBezTo>
                      <a:pt x="1" y="2488"/>
                      <a:pt x="2626" y="10158"/>
                      <a:pt x="5251" y="17667"/>
                    </a:cubicBezTo>
                    <a:cubicBezTo>
                      <a:pt x="7739" y="15910"/>
                      <a:pt x="9519" y="11162"/>
                      <a:pt x="9519" y="5524"/>
                    </a:cubicBezTo>
                    <a:cubicBezTo>
                      <a:pt x="9519" y="3538"/>
                      <a:pt x="9291" y="1644"/>
                      <a:pt x="8903" y="0"/>
                    </a:cubicBez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41">
                <a:extLst>
                  <a:ext uri="{FF2B5EF4-FFF2-40B4-BE49-F238E27FC236}">
                    <a16:creationId xmlns:a16="http://schemas.microsoft.com/office/drawing/2014/main" id="{BEB77113-2D68-AC53-4DEC-42CE8B4D9326}"/>
                  </a:ext>
                </a:extLst>
              </p:cNvPr>
              <p:cNvSpPr/>
              <p:nvPr/>
            </p:nvSpPr>
            <p:spPr>
              <a:xfrm>
                <a:off x="770287" y="4394916"/>
                <a:ext cx="770999" cy="114890"/>
              </a:xfrm>
              <a:custGeom>
                <a:avLst/>
                <a:gdLst/>
                <a:ahLst/>
                <a:cxnLst/>
                <a:rect l="l" t="t" r="r" b="b"/>
                <a:pathLst>
                  <a:path w="24058" h="3585" extrusionOk="0">
                    <a:moveTo>
                      <a:pt x="23921" y="1"/>
                    </a:moveTo>
                    <a:lnTo>
                      <a:pt x="0" y="2123"/>
                    </a:lnTo>
                    <a:lnTo>
                      <a:pt x="137" y="3584"/>
                    </a:lnTo>
                    <a:lnTo>
                      <a:pt x="24058" y="1484"/>
                    </a:lnTo>
                    <a:lnTo>
                      <a:pt x="239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41">
                <a:extLst>
                  <a:ext uri="{FF2B5EF4-FFF2-40B4-BE49-F238E27FC236}">
                    <a16:creationId xmlns:a16="http://schemas.microsoft.com/office/drawing/2014/main" id="{7589D710-CF7B-E66D-6AC5-B082981FD6AC}"/>
                  </a:ext>
                </a:extLst>
              </p:cNvPr>
              <p:cNvSpPr/>
              <p:nvPr/>
            </p:nvSpPr>
            <p:spPr>
              <a:xfrm>
                <a:off x="770992" y="4423439"/>
                <a:ext cx="441871" cy="86368"/>
              </a:xfrm>
              <a:custGeom>
                <a:avLst/>
                <a:gdLst/>
                <a:ahLst/>
                <a:cxnLst/>
                <a:rect l="l" t="t" r="r" b="b"/>
                <a:pathLst>
                  <a:path w="13788" h="2695" extrusionOk="0">
                    <a:moveTo>
                      <a:pt x="13673" y="1"/>
                    </a:moveTo>
                    <a:lnTo>
                      <a:pt x="1" y="1211"/>
                    </a:lnTo>
                    <a:lnTo>
                      <a:pt x="138" y="2694"/>
                    </a:lnTo>
                    <a:lnTo>
                      <a:pt x="13787" y="1485"/>
                    </a:lnTo>
                    <a:lnTo>
                      <a:pt x="1367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41">
                <a:extLst>
                  <a:ext uri="{FF2B5EF4-FFF2-40B4-BE49-F238E27FC236}">
                    <a16:creationId xmlns:a16="http://schemas.microsoft.com/office/drawing/2014/main" id="{20FA36A9-5D87-91E0-ECA3-E0E953A9283E}"/>
                  </a:ext>
                </a:extLst>
              </p:cNvPr>
              <p:cNvSpPr/>
              <p:nvPr/>
            </p:nvSpPr>
            <p:spPr>
              <a:xfrm>
                <a:off x="772467" y="4484171"/>
                <a:ext cx="49033" cy="683253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21320" extrusionOk="0">
                    <a:moveTo>
                      <a:pt x="1461" y="0"/>
                    </a:moveTo>
                    <a:lnTo>
                      <a:pt x="1" y="137"/>
                    </a:lnTo>
                    <a:lnTo>
                      <a:pt x="662" y="21319"/>
                    </a:lnTo>
                    <a:lnTo>
                      <a:pt x="1530" y="21228"/>
                    </a:lnTo>
                    <a:lnTo>
                      <a:pt x="14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1">
                <a:extLst>
                  <a:ext uri="{FF2B5EF4-FFF2-40B4-BE49-F238E27FC236}">
                    <a16:creationId xmlns:a16="http://schemas.microsoft.com/office/drawing/2014/main" id="{CD41FEBE-26E5-81F6-9B69-CD536AF18646}"/>
                  </a:ext>
                </a:extLst>
              </p:cNvPr>
              <p:cNvSpPr/>
              <p:nvPr/>
            </p:nvSpPr>
            <p:spPr>
              <a:xfrm>
                <a:off x="1489361" y="4421260"/>
                <a:ext cx="133157" cy="674472"/>
              </a:xfrm>
              <a:custGeom>
                <a:avLst/>
                <a:gdLst/>
                <a:ahLst/>
                <a:cxnLst/>
                <a:rect l="l" t="t" r="r" b="b"/>
                <a:pathLst>
                  <a:path w="4155" h="21046" extrusionOk="0">
                    <a:moveTo>
                      <a:pt x="1461" y="0"/>
                    </a:moveTo>
                    <a:lnTo>
                      <a:pt x="0" y="115"/>
                    </a:lnTo>
                    <a:lnTo>
                      <a:pt x="3310" y="21045"/>
                    </a:lnTo>
                    <a:lnTo>
                      <a:pt x="4155" y="21000"/>
                    </a:lnTo>
                    <a:lnTo>
                      <a:pt x="14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1">
                <a:extLst>
                  <a:ext uri="{FF2B5EF4-FFF2-40B4-BE49-F238E27FC236}">
                    <a16:creationId xmlns:a16="http://schemas.microsoft.com/office/drawing/2014/main" id="{42B3316F-2608-7423-7681-D29D1E6A1578}"/>
                  </a:ext>
                </a:extLst>
              </p:cNvPr>
              <p:cNvSpPr/>
              <p:nvPr/>
            </p:nvSpPr>
            <p:spPr>
              <a:xfrm>
                <a:off x="452782" y="3488743"/>
                <a:ext cx="537693" cy="988121"/>
              </a:xfrm>
              <a:custGeom>
                <a:avLst/>
                <a:gdLst/>
                <a:ahLst/>
                <a:cxnLst/>
                <a:rect l="l" t="t" r="r" b="b"/>
                <a:pathLst>
                  <a:path w="16778" h="30833" extrusionOk="0">
                    <a:moveTo>
                      <a:pt x="12411" y="0"/>
                    </a:moveTo>
                    <a:cubicBezTo>
                      <a:pt x="7806" y="0"/>
                      <a:pt x="642" y="655"/>
                      <a:pt x="275" y="1981"/>
                    </a:cubicBezTo>
                    <a:cubicBezTo>
                      <a:pt x="1" y="3054"/>
                      <a:pt x="7807" y="24692"/>
                      <a:pt x="10044" y="30832"/>
                    </a:cubicBezTo>
                    <a:lnTo>
                      <a:pt x="11414" y="30718"/>
                    </a:lnTo>
                    <a:cubicBezTo>
                      <a:pt x="8811" y="23460"/>
                      <a:pt x="1804" y="3967"/>
                      <a:pt x="2055" y="2963"/>
                    </a:cubicBezTo>
                    <a:cubicBezTo>
                      <a:pt x="2409" y="1604"/>
                      <a:pt x="9542" y="944"/>
                      <a:pt x="14145" y="944"/>
                    </a:cubicBezTo>
                    <a:cubicBezTo>
                      <a:pt x="15189" y="944"/>
                      <a:pt x="16102" y="978"/>
                      <a:pt x="16777" y="1045"/>
                    </a:cubicBezTo>
                    <a:cubicBezTo>
                      <a:pt x="16549" y="726"/>
                      <a:pt x="16344" y="497"/>
                      <a:pt x="16184" y="361"/>
                    </a:cubicBezTo>
                    <a:cubicBezTo>
                      <a:pt x="15889" y="121"/>
                      <a:pt x="14385" y="0"/>
                      <a:pt x="124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8" name="Google Shape;1608;p41">
              <a:extLst>
                <a:ext uri="{FF2B5EF4-FFF2-40B4-BE49-F238E27FC236}">
                  <a16:creationId xmlns:a16="http://schemas.microsoft.com/office/drawing/2014/main" id="{134B0F23-C6DC-834F-FA68-E8CB90952BAD}"/>
                </a:ext>
              </a:extLst>
            </p:cNvPr>
            <p:cNvSpPr/>
            <p:nvPr/>
          </p:nvSpPr>
          <p:spPr>
            <a:xfrm>
              <a:off x="295951" y="5028104"/>
              <a:ext cx="2880020" cy="42425"/>
            </a:xfrm>
            <a:custGeom>
              <a:avLst/>
              <a:gdLst/>
              <a:ahLst/>
              <a:cxnLst/>
              <a:rect l="l" t="t" r="r" b="b"/>
              <a:pathLst>
                <a:path w="90389" h="1326" extrusionOk="0">
                  <a:moveTo>
                    <a:pt x="45195" y="1"/>
                  </a:moveTo>
                  <a:cubicBezTo>
                    <a:pt x="20247" y="1"/>
                    <a:pt x="1" y="298"/>
                    <a:pt x="1" y="663"/>
                  </a:cubicBezTo>
                  <a:cubicBezTo>
                    <a:pt x="1" y="1028"/>
                    <a:pt x="20247" y="1325"/>
                    <a:pt x="45195" y="1325"/>
                  </a:cubicBezTo>
                  <a:cubicBezTo>
                    <a:pt x="46040" y="1326"/>
                    <a:pt x="46879" y="1326"/>
                    <a:pt x="47712" y="1326"/>
                  </a:cubicBezTo>
                  <a:cubicBezTo>
                    <a:pt x="71511" y="1326"/>
                    <a:pt x="90389" y="1016"/>
                    <a:pt x="90389" y="663"/>
                  </a:cubicBezTo>
                  <a:cubicBezTo>
                    <a:pt x="90389" y="298"/>
                    <a:pt x="70166" y="1"/>
                    <a:pt x="4519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9" name="Google Shape;1609;p41">
              <a:extLst>
                <a:ext uri="{FF2B5EF4-FFF2-40B4-BE49-F238E27FC236}">
                  <a16:creationId xmlns:a16="http://schemas.microsoft.com/office/drawing/2014/main" id="{2BADCA3A-DF84-F202-6355-39AAE3EC0AC8}"/>
                </a:ext>
              </a:extLst>
            </p:cNvPr>
            <p:cNvGrpSpPr/>
            <p:nvPr/>
          </p:nvGrpSpPr>
          <p:grpSpPr>
            <a:xfrm>
              <a:off x="785642" y="2725083"/>
              <a:ext cx="1914413" cy="1594213"/>
              <a:chOff x="785642" y="2746458"/>
              <a:chExt cx="1914413" cy="1594213"/>
            </a:xfrm>
          </p:grpSpPr>
          <p:sp>
            <p:nvSpPr>
              <p:cNvPr id="1610" name="Google Shape;1610;p41">
                <a:extLst>
                  <a:ext uri="{FF2B5EF4-FFF2-40B4-BE49-F238E27FC236}">
                    <a16:creationId xmlns:a16="http://schemas.microsoft.com/office/drawing/2014/main" id="{74A2B153-5B43-960A-F2D1-08DB170846EA}"/>
                  </a:ext>
                </a:extLst>
              </p:cNvPr>
              <p:cNvSpPr/>
              <p:nvPr/>
            </p:nvSpPr>
            <p:spPr>
              <a:xfrm>
                <a:off x="2345959" y="3167448"/>
                <a:ext cx="245099" cy="140336"/>
              </a:xfrm>
              <a:custGeom>
                <a:avLst/>
                <a:gdLst/>
                <a:ahLst/>
                <a:cxnLst/>
                <a:rect l="l" t="t" r="r" b="b"/>
                <a:pathLst>
                  <a:path w="7648" h="4379" extrusionOk="0">
                    <a:moveTo>
                      <a:pt x="2759" y="0"/>
                    </a:moveTo>
                    <a:cubicBezTo>
                      <a:pt x="1722" y="0"/>
                      <a:pt x="891" y="88"/>
                      <a:pt x="891" y="88"/>
                    </a:cubicBezTo>
                    <a:lnTo>
                      <a:pt x="1" y="3945"/>
                    </a:lnTo>
                    <a:cubicBezTo>
                      <a:pt x="86" y="3927"/>
                      <a:pt x="188" y="3919"/>
                      <a:pt x="306" y="3919"/>
                    </a:cubicBezTo>
                    <a:cubicBezTo>
                      <a:pt x="1206" y="3919"/>
                      <a:pt x="2984" y="4378"/>
                      <a:pt x="4411" y="4378"/>
                    </a:cubicBezTo>
                    <a:cubicBezTo>
                      <a:pt x="4954" y="4378"/>
                      <a:pt x="5447" y="4312"/>
                      <a:pt x="5821" y="4128"/>
                    </a:cubicBezTo>
                    <a:cubicBezTo>
                      <a:pt x="7328" y="3420"/>
                      <a:pt x="7647" y="1571"/>
                      <a:pt x="6232" y="635"/>
                    </a:cubicBezTo>
                    <a:cubicBezTo>
                      <a:pt x="5458" y="119"/>
                      <a:pt x="3969" y="0"/>
                      <a:pt x="2759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41">
                <a:extLst>
                  <a:ext uri="{FF2B5EF4-FFF2-40B4-BE49-F238E27FC236}">
                    <a16:creationId xmlns:a16="http://schemas.microsoft.com/office/drawing/2014/main" id="{733C1BE1-6D70-2E29-94FA-92827C50C51E}"/>
                  </a:ext>
                </a:extLst>
              </p:cNvPr>
              <p:cNvSpPr/>
              <p:nvPr/>
            </p:nvSpPr>
            <p:spPr>
              <a:xfrm>
                <a:off x="2281605" y="3154885"/>
                <a:ext cx="109731" cy="196067"/>
              </a:xfrm>
              <a:custGeom>
                <a:avLst/>
                <a:gdLst/>
                <a:ahLst/>
                <a:cxnLst/>
                <a:rect l="l" t="t" r="r" b="b"/>
                <a:pathLst>
                  <a:path w="3424" h="6118" extrusionOk="0">
                    <a:moveTo>
                      <a:pt x="0" y="0"/>
                    </a:moveTo>
                    <a:lnTo>
                      <a:pt x="0" y="6117"/>
                    </a:lnTo>
                    <a:lnTo>
                      <a:pt x="3310" y="5410"/>
                    </a:lnTo>
                    <a:lnTo>
                      <a:pt x="3424" y="1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41">
                <a:extLst>
                  <a:ext uri="{FF2B5EF4-FFF2-40B4-BE49-F238E27FC236}">
                    <a16:creationId xmlns:a16="http://schemas.microsoft.com/office/drawing/2014/main" id="{78578243-46E6-7F05-C516-4AF72177D607}"/>
                  </a:ext>
                </a:extLst>
              </p:cNvPr>
              <p:cNvSpPr/>
              <p:nvPr/>
            </p:nvSpPr>
            <p:spPr>
              <a:xfrm>
                <a:off x="1506927" y="3108062"/>
                <a:ext cx="830255" cy="350407"/>
              </a:xfrm>
              <a:custGeom>
                <a:avLst/>
                <a:gdLst/>
                <a:ahLst/>
                <a:cxnLst/>
                <a:rect l="l" t="t" r="r" b="b"/>
                <a:pathLst>
                  <a:path w="25907" h="10934" extrusionOk="0">
                    <a:moveTo>
                      <a:pt x="0" y="1"/>
                    </a:moveTo>
                    <a:lnTo>
                      <a:pt x="1392" y="10934"/>
                    </a:lnTo>
                    <a:lnTo>
                      <a:pt x="11892" y="10500"/>
                    </a:lnTo>
                    <a:lnTo>
                      <a:pt x="24971" y="9176"/>
                    </a:lnTo>
                    <a:lnTo>
                      <a:pt x="25907" y="959"/>
                    </a:lnTo>
                    <a:lnTo>
                      <a:pt x="25907" y="959"/>
                    </a:lnTo>
                    <a:lnTo>
                      <a:pt x="12417" y="1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41">
                <a:extLst>
                  <a:ext uri="{FF2B5EF4-FFF2-40B4-BE49-F238E27FC236}">
                    <a16:creationId xmlns:a16="http://schemas.microsoft.com/office/drawing/2014/main" id="{D9BA2151-8B3C-5C2B-F5F4-7D3B7040076C}"/>
                  </a:ext>
                </a:extLst>
              </p:cNvPr>
              <p:cNvSpPr/>
              <p:nvPr/>
            </p:nvSpPr>
            <p:spPr>
              <a:xfrm>
                <a:off x="1506927" y="3108062"/>
                <a:ext cx="830255" cy="350407"/>
              </a:xfrm>
              <a:custGeom>
                <a:avLst/>
                <a:gdLst/>
                <a:ahLst/>
                <a:cxnLst/>
                <a:rect l="l" t="t" r="r" b="b"/>
                <a:pathLst>
                  <a:path w="25907" h="10934" extrusionOk="0">
                    <a:moveTo>
                      <a:pt x="0" y="1"/>
                    </a:moveTo>
                    <a:lnTo>
                      <a:pt x="1392" y="10934"/>
                    </a:lnTo>
                    <a:lnTo>
                      <a:pt x="11892" y="10500"/>
                    </a:lnTo>
                    <a:lnTo>
                      <a:pt x="24971" y="9176"/>
                    </a:lnTo>
                    <a:lnTo>
                      <a:pt x="25907" y="959"/>
                    </a:lnTo>
                    <a:lnTo>
                      <a:pt x="25907" y="959"/>
                    </a:lnTo>
                    <a:lnTo>
                      <a:pt x="12417" y="1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41">
                <a:extLst>
                  <a:ext uri="{FF2B5EF4-FFF2-40B4-BE49-F238E27FC236}">
                    <a16:creationId xmlns:a16="http://schemas.microsoft.com/office/drawing/2014/main" id="{9E7799CA-B9DA-6F75-EC17-0B2F7A743CE6}"/>
                  </a:ext>
                </a:extLst>
              </p:cNvPr>
              <p:cNvSpPr/>
              <p:nvPr/>
            </p:nvSpPr>
            <p:spPr>
              <a:xfrm>
                <a:off x="1506927" y="3108062"/>
                <a:ext cx="830255" cy="198983"/>
              </a:xfrm>
              <a:custGeom>
                <a:avLst/>
                <a:gdLst/>
                <a:ahLst/>
                <a:cxnLst/>
                <a:rect l="l" t="t" r="r" b="b"/>
                <a:pathLst>
                  <a:path w="25907" h="6209" extrusionOk="0">
                    <a:moveTo>
                      <a:pt x="0" y="1"/>
                    </a:moveTo>
                    <a:lnTo>
                      <a:pt x="799" y="6209"/>
                    </a:lnTo>
                    <a:lnTo>
                      <a:pt x="11253" y="4839"/>
                    </a:lnTo>
                    <a:lnTo>
                      <a:pt x="25519" y="4588"/>
                    </a:lnTo>
                    <a:lnTo>
                      <a:pt x="25907" y="959"/>
                    </a:lnTo>
                    <a:lnTo>
                      <a:pt x="12417" y="1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41">
                <a:extLst>
                  <a:ext uri="{FF2B5EF4-FFF2-40B4-BE49-F238E27FC236}">
                    <a16:creationId xmlns:a16="http://schemas.microsoft.com/office/drawing/2014/main" id="{FDF22757-31EB-D68B-B020-458BF0DBD72F}"/>
                  </a:ext>
                </a:extLst>
              </p:cNvPr>
              <p:cNvSpPr/>
              <p:nvPr/>
            </p:nvSpPr>
            <p:spPr>
              <a:xfrm>
                <a:off x="1842668" y="3149757"/>
                <a:ext cx="51981" cy="160975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5023" extrusionOk="0">
                    <a:moveTo>
                      <a:pt x="1622" y="1"/>
                    </a:moveTo>
                    <a:cubicBezTo>
                      <a:pt x="252" y="3310"/>
                      <a:pt x="1" y="5022"/>
                      <a:pt x="1" y="5022"/>
                    </a:cubicBezTo>
                    <a:lnTo>
                      <a:pt x="1622" y="4794"/>
                    </a:lnTo>
                    <a:lnTo>
                      <a:pt x="16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41">
                <a:extLst>
                  <a:ext uri="{FF2B5EF4-FFF2-40B4-BE49-F238E27FC236}">
                    <a16:creationId xmlns:a16="http://schemas.microsoft.com/office/drawing/2014/main" id="{86D46FFD-3DEC-B162-7C1F-59F217F6D709}"/>
                  </a:ext>
                </a:extLst>
              </p:cNvPr>
              <p:cNvSpPr/>
              <p:nvPr/>
            </p:nvSpPr>
            <p:spPr>
              <a:xfrm>
                <a:off x="1909265" y="3162192"/>
                <a:ext cx="53423" cy="143413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4475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91" y="3036"/>
                      <a:pt x="457" y="4474"/>
                      <a:pt x="457" y="4474"/>
                    </a:cubicBezTo>
                    <a:lnTo>
                      <a:pt x="1666" y="372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41">
                <a:extLst>
                  <a:ext uri="{FF2B5EF4-FFF2-40B4-BE49-F238E27FC236}">
                    <a16:creationId xmlns:a16="http://schemas.microsoft.com/office/drawing/2014/main" id="{505020BA-50C4-B876-B8EB-F15BEA623C0D}"/>
                  </a:ext>
                </a:extLst>
              </p:cNvPr>
              <p:cNvSpPr/>
              <p:nvPr/>
            </p:nvSpPr>
            <p:spPr>
              <a:xfrm>
                <a:off x="2266222" y="3310705"/>
                <a:ext cx="27112" cy="31471"/>
              </a:xfrm>
              <a:custGeom>
                <a:avLst/>
                <a:gdLst/>
                <a:ahLst/>
                <a:cxnLst/>
                <a:rect l="l" t="t" r="r" b="b"/>
                <a:pathLst>
                  <a:path w="846" h="982" extrusionOk="0">
                    <a:moveTo>
                      <a:pt x="412" y="0"/>
                    </a:moveTo>
                    <a:cubicBezTo>
                      <a:pt x="183" y="0"/>
                      <a:pt x="1" y="228"/>
                      <a:pt x="1" y="502"/>
                    </a:cubicBezTo>
                    <a:cubicBezTo>
                      <a:pt x="1" y="753"/>
                      <a:pt x="183" y="982"/>
                      <a:pt x="412" y="982"/>
                    </a:cubicBezTo>
                    <a:cubicBezTo>
                      <a:pt x="663" y="982"/>
                      <a:pt x="845" y="753"/>
                      <a:pt x="845" y="502"/>
                    </a:cubicBezTo>
                    <a:cubicBezTo>
                      <a:pt x="845" y="228"/>
                      <a:pt x="663" y="0"/>
                      <a:pt x="412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41">
                <a:extLst>
                  <a:ext uri="{FF2B5EF4-FFF2-40B4-BE49-F238E27FC236}">
                    <a16:creationId xmlns:a16="http://schemas.microsoft.com/office/drawing/2014/main" id="{9E65CCE4-718F-DB5C-2BAD-B7E549C30E92}"/>
                  </a:ext>
                </a:extLst>
              </p:cNvPr>
              <p:cNvSpPr/>
              <p:nvPr/>
            </p:nvSpPr>
            <p:spPr>
              <a:xfrm>
                <a:off x="2223085" y="3321666"/>
                <a:ext cx="18299" cy="20510"/>
              </a:xfrm>
              <a:custGeom>
                <a:avLst/>
                <a:gdLst/>
                <a:ahLst/>
                <a:cxnLst/>
                <a:rect l="l" t="t" r="r" b="b"/>
                <a:pathLst>
                  <a:path w="571" h="640" extrusionOk="0">
                    <a:moveTo>
                      <a:pt x="274" y="0"/>
                    </a:moveTo>
                    <a:cubicBezTo>
                      <a:pt x="114" y="0"/>
                      <a:pt x="0" y="160"/>
                      <a:pt x="0" y="320"/>
                    </a:cubicBezTo>
                    <a:cubicBezTo>
                      <a:pt x="0" y="503"/>
                      <a:pt x="137" y="640"/>
                      <a:pt x="274" y="640"/>
                    </a:cubicBezTo>
                    <a:cubicBezTo>
                      <a:pt x="457" y="640"/>
                      <a:pt x="571" y="503"/>
                      <a:pt x="571" y="320"/>
                    </a:cubicBezTo>
                    <a:cubicBezTo>
                      <a:pt x="571" y="160"/>
                      <a:pt x="434" y="0"/>
                      <a:pt x="274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41">
                <a:extLst>
                  <a:ext uri="{FF2B5EF4-FFF2-40B4-BE49-F238E27FC236}">
                    <a16:creationId xmlns:a16="http://schemas.microsoft.com/office/drawing/2014/main" id="{0BE4B3AC-082A-8D27-30D7-588EC4713414}"/>
                  </a:ext>
                </a:extLst>
              </p:cNvPr>
              <p:cNvSpPr/>
              <p:nvPr/>
            </p:nvSpPr>
            <p:spPr>
              <a:xfrm>
                <a:off x="2542000" y="3199497"/>
                <a:ext cx="76113" cy="80503"/>
              </a:xfrm>
              <a:custGeom>
                <a:avLst/>
                <a:gdLst/>
                <a:ahLst/>
                <a:cxnLst/>
                <a:rect l="l" t="t" r="r" b="b"/>
                <a:pathLst>
                  <a:path w="2375" h="2512" extrusionOk="0">
                    <a:moveTo>
                      <a:pt x="891" y="1"/>
                    </a:moveTo>
                    <a:lnTo>
                      <a:pt x="1" y="1028"/>
                    </a:lnTo>
                    <a:lnTo>
                      <a:pt x="754" y="2511"/>
                    </a:lnTo>
                    <a:cubicBezTo>
                      <a:pt x="1348" y="2146"/>
                      <a:pt x="2375" y="891"/>
                      <a:pt x="2169" y="457"/>
                    </a:cubicBezTo>
                    <a:cubicBezTo>
                      <a:pt x="1964" y="23"/>
                      <a:pt x="891" y="1"/>
                      <a:pt x="891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41">
                <a:extLst>
                  <a:ext uri="{FF2B5EF4-FFF2-40B4-BE49-F238E27FC236}">
                    <a16:creationId xmlns:a16="http://schemas.microsoft.com/office/drawing/2014/main" id="{D2B87C29-4F7F-E4CF-8F1A-CDFA2D1E8508}"/>
                  </a:ext>
                </a:extLst>
              </p:cNvPr>
              <p:cNvSpPr/>
              <p:nvPr/>
            </p:nvSpPr>
            <p:spPr>
              <a:xfrm>
                <a:off x="2531776" y="3240455"/>
                <a:ext cx="74639" cy="76850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2398" extrusionOk="0">
                    <a:moveTo>
                      <a:pt x="1119" y="1"/>
                    </a:moveTo>
                    <a:lnTo>
                      <a:pt x="0" y="777"/>
                    </a:lnTo>
                    <a:lnTo>
                      <a:pt x="320" y="2398"/>
                    </a:lnTo>
                    <a:cubicBezTo>
                      <a:pt x="1005" y="2192"/>
                      <a:pt x="2329" y="1233"/>
                      <a:pt x="2237" y="777"/>
                    </a:cubicBezTo>
                    <a:cubicBezTo>
                      <a:pt x="2146" y="320"/>
                      <a:pt x="1119" y="1"/>
                      <a:pt x="1119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41">
                <a:extLst>
                  <a:ext uri="{FF2B5EF4-FFF2-40B4-BE49-F238E27FC236}">
                    <a16:creationId xmlns:a16="http://schemas.microsoft.com/office/drawing/2014/main" id="{2B2C0B54-EA8D-AF10-9254-25EEC6F21A5D}"/>
                  </a:ext>
                </a:extLst>
              </p:cNvPr>
              <p:cNvSpPr/>
              <p:nvPr/>
            </p:nvSpPr>
            <p:spPr>
              <a:xfrm>
                <a:off x="2487165" y="3263145"/>
                <a:ext cx="106077" cy="65217"/>
              </a:xfrm>
              <a:custGeom>
                <a:avLst/>
                <a:gdLst/>
                <a:ahLst/>
                <a:cxnLst/>
                <a:rect l="l" t="t" r="r" b="b"/>
                <a:pathLst>
                  <a:path w="3310" h="2035" extrusionOk="0">
                    <a:moveTo>
                      <a:pt x="2397" y="0"/>
                    </a:moveTo>
                    <a:lnTo>
                      <a:pt x="639" y="69"/>
                    </a:lnTo>
                    <a:lnTo>
                      <a:pt x="160" y="1142"/>
                    </a:lnTo>
                    <a:cubicBezTo>
                      <a:pt x="0" y="1575"/>
                      <a:pt x="342" y="2032"/>
                      <a:pt x="822" y="2032"/>
                    </a:cubicBezTo>
                    <a:cubicBezTo>
                      <a:pt x="883" y="2033"/>
                      <a:pt x="945" y="2034"/>
                      <a:pt x="1007" y="2034"/>
                    </a:cubicBezTo>
                    <a:cubicBezTo>
                      <a:pt x="1942" y="2034"/>
                      <a:pt x="2954" y="1872"/>
                      <a:pt x="3104" y="1530"/>
                    </a:cubicBezTo>
                    <a:cubicBezTo>
                      <a:pt x="3310" y="1005"/>
                      <a:pt x="2397" y="0"/>
                      <a:pt x="2397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41">
                <a:extLst>
                  <a:ext uri="{FF2B5EF4-FFF2-40B4-BE49-F238E27FC236}">
                    <a16:creationId xmlns:a16="http://schemas.microsoft.com/office/drawing/2014/main" id="{5CE534BE-DFCF-2EFF-E9DA-98865FFA164A}"/>
                  </a:ext>
                </a:extLst>
              </p:cNvPr>
              <p:cNvSpPr/>
              <p:nvPr/>
            </p:nvSpPr>
            <p:spPr>
              <a:xfrm>
                <a:off x="2452777" y="3165429"/>
                <a:ext cx="247279" cy="56051"/>
              </a:xfrm>
              <a:custGeom>
                <a:avLst/>
                <a:gdLst/>
                <a:ahLst/>
                <a:cxnLst/>
                <a:rect l="l" t="t" r="r" b="b"/>
                <a:pathLst>
                  <a:path w="7716" h="1749" extrusionOk="0">
                    <a:moveTo>
                      <a:pt x="2266" y="0"/>
                    </a:moveTo>
                    <a:cubicBezTo>
                      <a:pt x="1593" y="0"/>
                      <a:pt x="827" y="39"/>
                      <a:pt x="0" y="151"/>
                    </a:cubicBezTo>
                    <a:lnTo>
                      <a:pt x="2808" y="1748"/>
                    </a:lnTo>
                    <a:cubicBezTo>
                      <a:pt x="2808" y="1748"/>
                      <a:pt x="4474" y="1566"/>
                      <a:pt x="5022" y="1566"/>
                    </a:cubicBezTo>
                    <a:cubicBezTo>
                      <a:pt x="5547" y="1566"/>
                      <a:pt x="7099" y="1497"/>
                      <a:pt x="7418" y="1452"/>
                    </a:cubicBezTo>
                    <a:cubicBezTo>
                      <a:pt x="7692" y="1429"/>
                      <a:pt x="7715" y="493"/>
                      <a:pt x="7510" y="356"/>
                    </a:cubicBezTo>
                    <a:cubicBezTo>
                      <a:pt x="7327" y="196"/>
                      <a:pt x="5456" y="265"/>
                      <a:pt x="4976" y="196"/>
                    </a:cubicBezTo>
                    <a:cubicBezTo>
                      <a:pt x="4653" y="166"/>
                      <a:pt x="3657" y="0"/>
                      <a:pt x="2266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41">
                <a:extLst>
                  <a:ext uri="{FF2B5EF4-FFF2-40B4-BE49-F238E27FC236}">
                    <a16:creationId xmlns:a16="http://schemas.microsoft.com/office/drawing/2014/main" id="{6FFF873E-CBA3-A779-FA2B-D5969FC263BE}"/>
                  </a:ext>
                </a:extLst>
              </p:cNvPr>
              <p:cNvSpPr/>
              <p:nvPr/>
            </p:nvSpPr>
            <p:spPr>
              <a:xfrm>
                <a:off x="2384001" y="3167608"/>
                <a:ext cx="189497" cy="151713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4734" extrusionOk="0">
                    <a:moveTo>
                      <a:pt x="1678" y="1"/>
                    </a:moveTo>
                    <a:cubicBezTo>
                      <a:pt x="1583" y="1"/>
                      <a:pt x="1488" y="5"/>
                      <a:pt x="1393" y="14"/>
                    </a:cubicBezTo>
                    <a:cubicBezTo>
                      <a:pt x="1" y="197"/>
                      <a:pt x="138" y="3164"/>
                      <a:pt x="1165" y="3461"/>
                    </a:cubicBezTo>
                    <a:cubicBezTo>
                      <a:pt x="1370" y="3529"/>
                      <a:pt x="1606" y="3557"/>
                      <a:pt x="1851" y="3557"/>
                    </a:cubicBezTo>
                    <a:cubicBezTo>
                      <a:pt x="2833" y="3557"/>
                      <a:pt x="3972" y="3118"/>
                      <a:pt x="3972" y="3118"/>
                    </a:cubicBezTo>
                    <a:cubicBezTo>
                      <a:pt x="3972" y="3118"/>
                      <a:pt x="4452" y="3963"/>
                      <a:pt x="4611" y="4442"/>
                    </a:cubicBezTo>
                    <a:cubicBezTo>
                      <a:pt x="4689" y="4645"/>
                      <a:pt x="4905" y="4733"/>
                      <a:pt x="5135" y="4733"/>
                    </a:cubicBezTo>
                    <a:cubicBezTo>
                      <a:pt x="5450" y="4733"/>
                      <a:pt x="5791" y="4569"/>
                      <a:pt x="5844" y="4305"/>
                    </a:cubicBezTo>
                    <a:cubicBezTo>
                      <a:pt x="5912" y="3826"/>
                      <a:pt x="5639" y="2411"/>
                      <a:pt x="5342" y="1954"/>
                    </a:cubicBezTo>
                    <a:cubicBezTo>
                      <a:pt x="5038" y="1564"/>
                      <a:pt x="3459" y="1"/>
                      <a:pt x="1678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41">
                <a:extLst>
                  <a:ext uri="{FF2B5EF4-FFF2-40B4-BE49-F238E27FC236}">
                    <a16:creationId xmlns:a16="http://schemas.microsoft.com/office/drawing/2014/main" id="{2DB38D3C-55D9-83CA-A994-15B887BAE8C5}"/>
                  </a:ext>
                </a:extLst>
              </p:cNvPr>
              <p:cNvSpPr/>
              <p:nvPr/>
            </p:nvSpPr>
            <p:spPr>
              <a:xfrm>
                <a:off x="1842668" y="3149757"/>
                <a:ext cx="51981" cy="160975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5023" extrusionOk="0">
                    <a:moveTo>
                      <a:pt x="1622" y="1"/>
                    </a:moveTo>
                    <a:cubicBezTo>
                      <a:pt x="252" y="3310"/>
                      <a:pt x="1" y="5022"/>
                      <a:pt x="1" y="5022"/>
                    </a:cubicBezTo>
                    <a:lnTo>
                      <a:pt x="1622" y="4794"/>
                    </a:lnTo>
                    <a:lnTo>
                      <a:pt x="1622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41">
                <a:extLst>
                  <a:ext uri="{FF2B5EF4-FFF2-40B4-BE49-F238E27FC236}">
                    <a16:creationId xmlns:a16="http://schemas.microsoft.com/office/drawing/2014/main" id="{FDB02AD8-7213-4FFF-2AC1-51775DACDCC4}"/>
                  </a:ext>
                </a:extLst>
              </p:cNvPr>
              <p:cNvSpPr/>
              <p:nvPr/>
            </p:nvSpPr>
            <p:spPr>
              <a:xfrm>
                <a:off x="1909265" y="3162192"/>
                <a:ext cx="53423" cy="143413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4475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91" y="3036"/>
                      <a:pt x="457" y="4474"/>
                      <a:pt x="457" y="4474"/>
                    </a:cubicBezTo>
                    <a:lnTo>
                      <a:pt x="1666" y="372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41">
                <a:extLst>
                  <a:ext uri="{FF2B5EF4-FFF2-40B4-BE49-F238E27FC236}">
                    <a16:creationId xmlns:a16="http://schemas.microsoft.com/office/drawing/2014/main" id="{9DC346DE-E6B6-67A8-791D-E53DC004EEB1}"/>
                  </a:ext>
                </a:extLst>
              </p:cNvPr>
              <p:cNvSpPr/>
              <p:nvPr/>
            </p:nvSpPr>
            <p:spPr>
              <a:xfrm>
                <a:off x="1572018" y="3306955"/>
                <a:ext cx="84157" cy="151521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4728" extrusionOk="0">
                    <a:moveTo>
                      <a:pt x="1945" y="1"/>
                    </a:moveTo>
                    <a:cubicBezTo>
                      <a:pt x="1415" y="1"/>
                      <a:pt x="19" y="1208"/>
                      <a:pt x="1" y="3838"/>
                    </a:cubicBezTo>
                    <a:lnTo>
                      <a:pt x="1" y="4545"/>
                    </a:lnTo>
                    <a:lnTo>
                      <a:pt x="23" y="4728"/>
                    </a:lnTo>
                    <a:lnTo>
                      <a:pt x="2625" y="4568"/>
                    </a:lnTo>
                    <a:cubicBezTo>
                      <a:pt x="2283" y="2925"/>
                      <a:pt x="2146" y="1372"/>
                      <a:pt x="2146" y="208"/>
                    </a:cubicBezTo>
                    <a:cubicBezTo>
                      <a:pt x="2151" y="71"/>
                      <a:pt x="2073" y="1"/>
                      <a:pt x="1945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41">
                <a:extLst>
                  <a:ext uri="{FF2B5EF4-FFF2-40B4-BE49-F238E27FC236}">
                    <a16:creationId xmlns:a16="http://schemas.microsoft.com/office/drawing/2014/main" id="{529E27CA-82D5-E296-D4C4-E3E887BB60CC}"/>
                  </a:ext>
                </a:extLst>
              </p:cNvPr>
              <p:cNvSpPr/>
              <p:nvPr/>
            </p:nvSpPr>
            <p:spPr>
              <a:xfrm>
                <a:off x="785642" y="3109536"/>
                <a:ext cx="884415" cy="1208447"/>
              </a:xfrm>
              <a:custGeom>
                <a:avLst/>
                <a:gdLst/>
                <a:ahLst/>
                <a:cxnLst/>
                <a:rect l="l" t="t" r="r" b="b"/>
                <a:pathLst>
                  <a:path w="27597" h="37708" extrusionOk="0">
                    <a:moveTo>
                      <a:pt x="22689" y="0"/>
                    </a:moveTo>
                    <a:lnTo>
                      <a:pt x="16777" y="228"/>
                    </a:lnTo>
                    <a:lnTo>
                      <a:pt x="12189" y="320"/>
                    </a:lnTo>
                    <a:cubicBezTo>
                      <a:pt x="12189" y="320"/>
                      <a:pt x="6277" y="4314"/>
                      <a:pt x="3127" y="17553"/>
                    </a:cubicBezTo>
                    <a:cubicBezTo>
                      <a:pt x="0" y="30791"/>
                      <a:pt x="7807" y="37707"/>
                      <a:pt x="7807" y="37707"/>
                    </a:cubicBezTo>
                    <a:cubicBezTo>
                      <a:pt x="7807" y="37707"/>
                      <a:pt x="16663" y="35653"/>
                      <a:pt x="23305" y="29673"/>
                    </a:cubicBezTo>
                    <a:lnTo>
                      <a:pt x="25496" y="24834"/>
                    </a:lnTo>
                    <a:cubicBezTo>
                      <a:pt x="23214" y="15019"/>
                      <a:pt x="27596" y="3378"/>
                      <a:pt x="27596" y="3378"/>
                    </a:cubicBezTo>
                    <a:lnTo>
                      <a:pt x="226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41">
                <a:extLst>
                  <a:ext uri="{FF2B5EF4-FFF2-40B4-BE49-F238E27FC236}">
                    <a16:creationId xmlns:a16="http://schemas.microsoft.com/office/drawing/2014/main" id="{F675E094-745B-D98E-F08A-B63F11AA53BF}"/>
                  </a:ext>
                </a:extLst>
              </p:cNvPr>
              <p:cNvSpPr/>
              <p:nvPr/>
            </p:nvSpPr>
            <p:spPr>
              <a:xfrm>
                <a:off x="786380" y="3119760"/>
                <a:ext cx="750520" cy="1198224"/>
              </a:xfrm>
              <a:custGeom>
                <a:avLst/>
                <a:gdLst/>
                <a:ahLst/>
                <a:cxnLst/>
                <a:rect l="l" t="t" r="r" b="b"/>
                <a:pathLst>
                  <a:path w="23419" h="37389" extrusionOk="0">
                    <a:moveTo>
                      <a:pt x="12166" y="1"/>
                    </a:moveTo>
                    <a:cubicBezTo>
                      <a:pt x="12006" y="115"/>
                      <a:pt x="6232" y="4132"/>
                      <a:pt x="3150" y="17234"/>
                    </a:cubicBezTo>
                    <a:cubicBezTo>
                      <a:pt x="0" y="30472"/>
                      <a:pt x="7829" y="37388"/>
                      <a:pt x="7829" y="37388"/>
                    </a:cubicBezTo>
                    <a:cubicBezTo>
                      <a:pt x="7829" y="37388"/>
                      <a:pt x="16800" y="35266"/>
                      <a:pt x="23419" y="29354"/>
                    </a:cubicBezTo>
                    <a:cubicBezTo>
                      <a:pt x="19379" y="26820"/>
                      <a:pt x="15202" y="23807"/>
                      <a:pt x="14220" y="16846"/>
                    </a:cubicBezTo>
                    <a:cubicBezTo>
                      <a:pt x="13353" y="10751"/>
                      <a:pt x="9769" y="3721"/>
                      <a:pt x="12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41">
                <a:extLst>
                  <a:ext uri="{FF2B5EF4-FFF2-40B4-BE49-F238E27FC236}">
                    <a16:creationId xmlns:a16="http://schemas.microsoft.com/office/drawing/2014/main" id="{C969F166-834A-384D-9260-114B87766AB6}"/>
                  </a:ext>
                </a:extLst>
              </p:cNvPr>
              <p:cNvSpPr/>
              <p:nvPr/>
            </p:nvSpPr>
            <p:spPr>
              <a:xfrm>
                <a:off x="1027032" y="4029779"/>
                <a:ext cx="557434" cy="310893"/>
              </a:xfrm>
              <a:custGeom>
                <a:avLst/>
                <a:gdLst/>
                <a:ahLst/>
                <a:cxnLst/>
                <a:rect l="l" t="t" r="r" b="b"/>
                <a:pathLst>
                  <a:path w="17394" h="9701" extrusionOk="0">
                    <a:moveTo>
                      <a:pt x="1" y="0"/>
                    </a:moveTo>
                    <a:lnTo>
                      <a:pt x="1" y="6505"/>
                    </a:lnTo>
                    <a:cubicBezTo>
                      <a:pt x="1" y="8263"/>
                      <a:pt x="1416" y="9701"/>
                      <a:pt x="3196" y="9701"/>
                    </a:cubicBezTo>
                    <a:lnTo>
                      <a:pt x="17394" y="9701"/>
                    </a:lnTo>
                    <a:lnTo>
                      <a:pt x="173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41">
                <a:extLst>
                  <a:ext uri="{FF2B5EF4-FFF2-40B4-BE49-F238E27FC236}">
                    <a16:creationId xmlns:a16="http://schemas.microsoft.com/office/drawing/2014/main" id="{E7F11127-9F66-48A1-62AF-B6F212581E78}"/>
                  </a:ext>
                </a:extLst>
              </p:cNvPr>
              <p:cNvSpPr/>
              <p:nvPr/>
            </p:nvSpPr>
            <p:spPr>
              <a:xfrm>
                <a:off x="785642" y="3109536"/>
                <a:ext cx="884415" cy="1208447"/>
              </a:xfrm>
              <a:custGeom>
                <a:avLst/>
                <a:gdLst/>
                <a:ahLst/>
                <a:cxnLst/>
                <a:rect l="l" t="t" r="r" b="b"/>
                <a:pathLst>
                  <a:path w="27597" h="37708" extrusionOk="0">
                    <a:moveTo>
                      <a:pt x="22689" y="0"/>
                    </a:moveTo>
                    <a:lnTo>
                      <a:pt x="16777" y="228"/>
                    </a:lnTo>
                    <a:lnTo>
                      <a:pt x="12189" y="320"/>
                    </a:lnTo>
                    <a:cubicBezTo>
                      <a:pt x="12189" y="320"/>
                      <a:pt x="6277" y="4314"/>
                      <a:pt x="3127" y="17553"/>
                    </a:cubicBezTo>
                    <a:cubicBezTo>
                      <a:pt x="0" y="30791"/>
                      <a:pt x="7807" y="37707"/>
                      <a:pt x="7807" y="37707"/>
                    </a:cubicBezTo>
                    <a:cubicBezTo>
                      <a:pt x="7807" y="37707"/>
                      <a:pt x="16663" y="35653"/>
                      <a:pt x="23305" y="29673"/>
                    </a:cubicBezTo>
                    <a:lnTo>
                      <a:pt x="25496" y="24834"/>
                    </a:lnTo>
                    <a:cubicBezTo>
                      <a:pt x="23214" y="15019"/>
                      <a:pt x="27596" y="3378"/>
                      <a:pt x="27596" y="3378"/>
                    </a:cubicBezTo>
                    <a:lnTo>
                      <a:pt x="22689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41">
                <a:extLst>
                  <a:ext uri="{FF2B5EF4-FFF2-40B4-BE49-F238E27FC236}">
                    <a16:creationId xmlns:a16="http://schemas.microsoft.com/office/drawing/2014/main" id="{06A07FA6-D359-897E-239E-B5167923EFDC}"/>
                  </a:ext>
                </a:extLst>
              </p:cNvPr>
              <p:cNvSpPr/>
              <p:nvPr/>
            </p:nvSpPr>
            <p:spPr>
              <a:xfrm>
                <a:off x="1214324" y="3109536"/>
                <a:ext cx="456453" cy="516702"/>
              </a:xfrm>
              <a:custGeom>
                <a:avLst/>
                <a:gdLst/>
                <a:ahLst/>
                <a:cxnLst/>
                <a:rect l="l" t="t" r="r" b="b"/>
                <a:pathLst>
                  <a:path w="14243" h="16123" extrusionOk="0">
                    <a:moveTo>
                      <a:pt x="9336" y="0"/>
                    </a:moveTo>
                    <a:lnTo>
                      <a:pt x="3424" y="228"/>
                    </a:lnTo>
                    <a:lnTo>
                      <a:pt x="2260" y="274"/>
                    </a:lnTo>
                    <a:cubicBezTo>
                      <a:pt x="639" y="3355"/>
                      <a:pt x="0" y="6734"/>
                      <a:pt x="867" y="9222"/>
                    </a:cubicBezTo>
                    <a:cubicBezTo>
                      <a:pt x="1805" y="12034"/>
                      <a:pt x="4620" y="16123"/>
                      <a:pt x="6865" y="16123"/>
                    </a:cubicBezTo>
                    <a:cubicBezTo>
                      <a:pt x="7682" y="16123"/>
                      <a:pt x="8423" y="15582"/>
                      <a:pt x="8970" y="14243"/>
                    </a:cubicBezTo>
                    <a:cubicBezTo>
                      <a:pt x="10226" y="11139"/>
                      <a:pt x="12645" y="7144"/>
                      <a:pt x="13467" y="5752"/>
                    </a:cubicBezTo>
                    <a:cubicBezTo>
                      <a:pt x="13901" y="4268"/>
                      <a:pt x="14243" y="3378"/>
                      <a:pt x="14243" y="3378"/>
                    </a:cubicBezTo>
                    <a:lnTo>
                      <a:pt x="9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41">
                <a:extLst>
                  <a:ext uri="{FF2B5EF4-FFF2-40B4-BE49-F238E27FC236}">
                    <a16:creationId xmlns:a16="http://schemas.microsoft.com/office/drawing/2014/main" id="{2F930E46-51A0-C0F5-76BF-DC9027A164B8}"/>
                  </a:ext>
                </a:extLst>
              </p:cNvPr>
              <p:cNvSpPr/>
              <p:nvPr/>
            </p:nvSpPr>
            <p:spPr>
              <a:xfrm>
                <a:off x="1236245" y="3108062"/>
                <a:ext cx="476258" cy="190234"/>
              </a:xfrm>
              <a:custGeom>
                <a:avLst/>
                <a:gdLst/>
                <a:ahLst/>
                <a:cxnLst/>
                <a:rect l="l" t="t" r="r" b="b"/>
                <a:pathLst>
                  <a:path w="14861" h="5936" extrusionOk="0">
                    <a:moveTo>
                      <a:pt x="8469" y="1"/>
                    </a:moveTo>
                    <a:lnTo>
                      <a:pt x="8469" y="46"/>
                    </a:lnTo>
                    <a:lnTo>
                      <a:pt x="2740" y="274"/>
                    </a:lnTo>
                    <a:lnTo>
                      <a:pt x="1576" y="320"/>
                    </a:lnTo>
                    <a:cubicBezTo>
                      <a:pt x="800" y="1758"/>
                      <a:pt x="275" y="3287"/>
                      <a:pt x="1" y="4725"/>
                    </a:cubicBezTo>
                    <a:cubicBezTo>
                      <a:pt x="1576" y="5479"/>
                      <a:pt x="3539" y="5935"/>
                      <a:pt x="5707" y="5935"/>
                    </a:cubicBezTo>
                    <a:cubicBezTo>
                      <a:pt x="10592" y="5935"/>
                      <a:pt x="14563" y="3584"/>
                      <a:pt x="14860" y="617"/>
                    </a:cubicBezTo>
                    <a:lnTo>
                      <a:pt x="8469" y="1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41">
                <a:extLst>
                  <a:ext uri="{FF2B5EF4-FFF2-40B4-BE49-F238E27FC236}">
                    <a16:creationId xmlns:a16="http://schemas.microsoft.com/office/drawing/2014/main" id="{CEFBC5F8-1566-9F07-7E5C-9502DAF35867}"/>
                  </a:ext>
                </a:extLst>
              </p:cNvPr>
              <p:cNvSpPr/>
              <p:nvPr/>
            </p:nvSpPr>
            <p:spPr>
              <a:xfrm>
                <a:off x="1290375" y="3109536"/>
                <a:ext cx="278012" cy="844900"/>
              </a:xfrm>
              <a:custGeom>
                <a:avLst/>
                <a:gdLst/>
                <a:ahLst/>
                <a:cxnLst/>
                <a:rect l="l" t="t" r="r" b="b"/>
                <a:pathLst>
                  <a:path w="8675" h="26364" extrusionOk="0">
                    <a:moveTo>
                      <a:pt x="6666" y="0"/>
                    </a:moveTo>
                    <a:lnTo>
                      <a:pt x="549" y="297"/>
                    </a:lnTo>
                    <a:lnTo>
                      <a:pt x="1" y="1096"/>
                    </a:lnTo>
                    <a:cubicBezTo>
                      <a:pt x="1644" y="7350"/>
                      <a:pt x="4680" y="17096"/>
                      <a:pt x="3767" y="26363"/>
                    </a:cubicBezTo>
                    <a:lnTo>
                      <a:pt x="6346" y="25793"/>
                    </a:lnTo>
                    <a:cubicBezTo>
                      <a:pt x="6346" y="25793"/>
                      <a:pt x="5981" y="10431"/>
                      <a:pt x="8378" y="5296"/>
                    </a:cubicBezTo>
                    <a:cubicBezTo>
                      <a:pt x="8355" y="5250"/>
                      <a:pt x="8674" y="731"/>
                      <a:pt x="66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41">
                <a:extLst>
                  <a:ext uri="{FF2B5EF4-FFF2-40B4-BE49-F238E27FC236}">
                    <a16:creationId xmlns:a16="http://schemas.microsoft.com/office/drawing/2014/main" id="{2718649B-4D05-1295-DCD1-8AB34FD3C4B8}"/>
                  </a:ext>
                </a:extLst>
              </p:cNvPr>
              <p:cNvSpPr/>
              <p:nvPr/>
            </p:nvSpPr>
            <p:spPr>
              <a:xfrm>
                <a:off x="1290375" y="3109536"/>
                <a:ext cx="272147" cy="192253"/>
              </a:xfrm>
              <a:custGeom>
                <a:avLst/>
                <a:gdLst/>
                <a:ahLst/>
                <a:cxnLst/>
                <a:rect l="l" t="t" r="r" b="b"/>
                <a:pathLst>
                  <a:path w="8492" h="5999" extrusionOk="0">
                    <a:moveTo>
                      <a:pt x="6666" y="0"/>
                    </a:moveTo>
                    <a:lnTo>
                      <a:pt x="549" y="297"/>
                    </a:lnTo>
                    <a:lnTo>
                      <a:pt x="1" y="1096"/>
                    </a:lnTo>
                    <a:cubicBezTo>
                      <a:pt x="366" y="2465"/>
                      <a:pt x="800" y="3995"/>
                      <a:pt x="1233" y="5661"/>
                    </a:cubicBezTo>
                    <a:cubicBezTo>
                      <a:pt x="2329" y="5889"/>
                      <a:pt x="3391" y="5999"/>
                      <a:pt x="4378" y="5999"/>
                    </a:cubicBezTo>
                    <a:cubicBezTo>
                      <a:pt x="5961" y="5999"/>
                      <a:pt x="7351" y="5716"/>
                      <a:pt x="8378" y="5181"/>
                    </a:cubicBezTo>
                    <a:cubicBezTo>
                      <a:pt x="8378" y="4497"/>
                      <a:pt x="8492" y="662"/>
                      <a:pt x="6666" y="0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41">
                <a:extLst>
                  <a:ext uri="{FF2B5EF4-FFF2-40B4-BE49-F238E27FC236}">
                    <a16:creationId xmlns:a16="http://schemas.microsoft.com/office/drawing/2014/main" id="{54933DE9-F51B-FED1-C232-64544C71C2DA}"/>
                  </a:ext>
                </a:extLst>
              </p:cNvPr>
              <p:cNvSpPr/>
              <p:nvPr/>
            </p:nvSpPr>
            <p:spPr>
              <a:xfrm>
                <a:off x="1440363" y="3225103"/>
                <a:ext cx="81208" cy="613742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19151" extrusionOk="0">
                    <a:moveTo>
                      <a:pt x="1187" y="1"/>
                    </a:moveTo>
                    <a:lnTo>
                      <a:pt x="936" y="434"/>
                    </a:lnTo>
                    <a:cubicBezTo>
                      <a:pt x="936" y="434"/>
                      <a:pt x="959" y="6483"/>
                      <a:pt x="479" y="8720"/>
                    </a:cubicBezTo>
                    <a:cubicBezTo>
                      <a:pt x="0" y="10979"/>
                      <a:pt x="274" y="17211"/>
                      <a:pt x="1575" y="19151"/>
                    </a:cubicBezTo>
                    <a:lnTo>
                      <a:pt x="2534" y="16686"/>
                    </a:lnTo>
                    <a:cubicBezTo>
                      <a:pt x="1689" y="14883"/>
                      <a:pt x="1758" y="10957"/>
                      <a:pt x="1803" y="8834"/>
                    </a:cubicBezTo>
                    <a:cubicBezTo>
                      <a:pt x="1826" y="6734"/>
                      <a:pt x="1392" y="343"/>
                      <a:pt x="1392" y="343"/>
                    </a:cubicBez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41">
                <a:extLst>
                  <a:ext uri="{FF2B5EF4-FFF2-40B4-BE49-F238E27FC236}">
                    <a16:creationId xmlns:a16="http://schemas.microsoft.com/office/drawing/2014/main" id="{A35CDB17-773A-0260-9DA3-0F4879CF3DF9}"/>
                  </a:ext>
                </a:extLst>
              </p:cNvPr>
              <p:cNvSpPr/>
              <p:nvPr/>
            </p:nvSpPr>
            <p:spPr>
              <a:xfrm>
                <a:off x="1272108" y="2746458"/>
                <a:ext cx="340889" cy="338934"/>
              </a:xfrm>
              <a:custGeom>
                <a:avLst/>
                <a:gdLst/>
                <a:ahLst/>
                <a:cxnLst/>
                <a:rect l="l" t="t" r="r" b="b"/>
                <a:pathLst>
                  <a:path w="10637" h="10576" extrusionOk="0">
                    <a:moveTo>
                      <a:pt x="6696" y="1"/>
                    </a:moveTo>
                    <a:cubicBezTo>
                      <a:pt x="5528" y="1"/>
                      <a:pt x="4542" y="1218"/>
                      <a:pt x="4542" y="1218"/>
                    </a:cubicBezTo>
                    <a:cubicBezTo>
                      <a:pt x="4542" y="1218"/>
                      <a:pt x="2283" y="1218"/>
                      <a:pt x="1598" y="2382"/>
                    </a:cubicBezTo>
                    <a:cubicBezTo>
                      <a:pt x="913" y="3546"/>
                      <a:pt x="1689" y="4664"/>
                      <a:pt x="1689" y="4664"/>
                    </a:cubicBezTo>
                    <a:cubicBezTo>
                      <a:pt x="1689" y="4664"/>
                      <a:pt x="685" y="4801"/>
                      <a:pt x="343" y="6125"/>
                    </a:cubicBezTo>
                    <a:cubicBezTo>
                      <a:pt x="0" y="7426"/>
                      <a:pt x="1301" y="8316"/>
                      <a:pt x="1301" y="8316"/>
                    </a:cubicBezTo>
                    <a:cubicBezTo>
                      <a:pt x="571" y="9115"/>
                      <a:pt x="1415" y="10142"/>
                      <a:pt x="2831" y="10576"/>
                    </a:cubicBezTo>
                    <a:lnTo>
                      <a:pt x="10157" y="2838"/>
                    </a:lnTo>
                    <a:cubicBezTo>
                      <a:pt x="10180" y="2815"/>
                      <a:pt x="10637" y="1492"/>
                      <a:pt x="9929" y="898"/>
                    </a:cubicBezTo>
                    <a:cubicBezTo>
                      <a:pt x="9721" y="711"/>
                      <a:pt x="9484" y="646"/>
                      <a:pt x="9255" y="646"/>
                    </a:cubicBezTo>
                    <a:cubicBezTo>
                      <a:pt x="8728" y="646"/>
                      <a:pt x="8240" y="989"/>
                      <a:pt x="8240" y="989"/>
                    </a:cubicBezTo>
                    <a:cubicBezTo>
                      <a:pt x="8240" y="989"/>
                      <a:pt x="8080" y="122"/>
                      <a:pt x="6848" y="8"/>
                    </a:cubicBezTo>
                    <a:cubicBezTo>
                      <a:pt x="6797" y="3"/>
                      <a:pt x="6746" y="1"/>
                      <a:pt x="66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41">
                <a:extLst>
                  <a:ext uri="{FF2B5EF4-FFF2-40B4-BE49-F238E27FC236}">
                    <a16:creationId xmlns:a16="http://schemas.microsoft.com/office/drawing/2014/main" id="{0478921D-B888-64E6-5CEE-1B5B9D4CCF91}"/>
                  </a:ext>
                </a:extLst>
              </p:cNvPr>
              <p:cNvSpPr/>
              <p:nvPr/>
            </p:nvSpPr>
            <p:spPr>
              <a:xfrm>
                <a:off x="1272108" y="2786936"/>
                <a:ext cx="266283" cy="297016"/>
              </a:xfrm>
              <a:custGeom>
                <a:avLst/>
                <a:gdLst/>
                <a:ahLst/>
                <a:cxnLst/>
                <a:rect l="l" t="t" r="r" b="b"/>
                <a:pathLst>
                  <a:path w="8309" h="9268" extrusionOk="0">
                    <a:moveTo>
                      <a:pt x="3698" y="0"/>
                    </a:moveTo>
                    <a:cubicBezTo>
                      <a:pt x="2990" y="114"/>
                      <a:pt x="2009" y="388"/>
                      <a:pt x="1598" y="1096"/>
                    </a:cubicBezTo>
                    <a:cubicBezTo>
                      <a:pt x="913" y="2260"/>
                      <a:pt x="1689" y="3378"/>
                      <a:pt x="1689" y="3378"/>
                    </a:cubicBezTo>
                    <a:cubicBezTo>
                      <a:pt x="1689" y="3378"/>
                      <a:pt x="685" y="3515"/>
                      <a:pt x="343" y="4816"/>
                    </a:cubicBezTo>
                    <a:cubicBezTo>
                      <a:pt x="0" y="6140"/>
                      <a:pt x="1301" y="7030"/>
                      <a:pt x="1301" y="7030"/>
                    </a:cubicBezTo>
                    <a:cubicBezTo>
                      <a:pt x="571" y="7829"/>
                      <a:pt x="1415" y="8856"/>
                      <a:pt x="2831" y="9267"/>
                    </a:cubicBezTo>
                    <a:lnTo>
                      <a:pt x="8309" y="3470"/>
                    </a:lnTo>
                    <a:cubicBezTo>
                      <a:pt x="7190" y="3173"/>
                      <a:pt x="6209" y="1758"/>
                      <a:pt x="6209" y="1758"/>
                    </a:cubicBezTo>
                    <a:cubicBezTo>
                      <a:pt x="6209" y="1758"/>
                      <a:pt x="4497" y="1621"/>
                      <a:pt x="3926" y="548"/>
                    </a:cubicBezTo>
                    <a:cubicBezTo>
                      <a:pt x="3812" y="343"/>
                      <a:pt x="3766" y="160"/>
                      <a:pt x="36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41">
                <a:extLst>
                  <a:ext uri="{FF2B5EF4-FFF2-40B4-BE49-F238E27FC236}">
                    <a16:creationId xmlns:a16="http://schemas.microsoft.com/office/drawing/2014/main" id="{A091C01D-BEA5-E895-C7FA-CDFD2B17AAA8}"/>
                  </a:ext>
                </a:extLst>
              </p:cNvPr>
              <p:cNvSpPr/>
              <p:nvPr/>
            </p:nvSpPr>
            <p:spPr>
              <a:xfrm>
                <a:off x="1272108" y="2786936"/>
                <a:ext cx="266283" cy="297016"/>
              </a:xfrm>
              <a:custGeom>
                <a:avLst/>
                <a:gdLst/>
                <a:ahLst/>
                <a:cxnLst/>
                <a:rect l="l" t="t" r="r" b="b"/>
                <a:pathLst>
                  <a:path w="8309" h="9268" extrusionOk="0">
                    <a:moveTo>
                      <a:pt x="3698" y="0"/>
                    </a:moveTo>
                    <a:cubicBezTo>
                      <a:pt x="2990" y="114"/>
                      <a:pt x="2009" y="388"/>
                      <a:pt x="1598" y="1096"/>
                    </a:cubicBezTo>
                    <a:cubicBezTo>
                      <a:pt x="913" y="2260"/>
                      <a:pt x="1689" y="3378"/>
                      <a:pt x="1689" y="3378"/>
                    </a:cubicBezTo>
                    <a:cubicBezTo>
                      <a:pt x="1689" y="3378"/>
                      <a:pt x="685" y="3515"/>
                      <a:pt x="343" y="4816"/>
                    </a:cubicBezTo>
                    <a:cubicBezTo>
                      <a:pt x="0" y="6140"/>
                      <a:pt x="1301" y="7030"/>
                      <a:pt x="1301" y="7030"/>
                    </a:cubicBezTo>
                    <a:cubicBezTo>
                      <a:pt x="571" y="7829"/>
                      <a:pt x="1415" y="8856"/>
                      <a:pt x="2831" y="9267"/>
                    </a:cubicBezTo>
                    <a:lnTo>
                      <a:pt x="8309" y="3470"/>
                    </a:lnTo>
                    <a:cubicBezTo>
                      <a:pt x="7190" y="3173"/>
                      <a:pt x="6209" y="1758"/>
                      <a:pt x="6209" y="1758"/>
                    </a:cubicBezTo>
                    <a:cubicBezTo>
                      <a:pt x="6209" y="1758"/>
                      <a:pt x="4497" y="1621"/>
                      <a:pt x="3926" y="548"/>
                    </a:cubicBezTo>
                    <a:cubicBezTo>
                      <a:pt x="3812" y="343"/>
                      <a:pt x="3766" y="160"/>
                      <a:pt x="3698" y="0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41">
                <a:extLst>
                  <a:ext uri="{FF2B5EF4-FFF2-40B4-BE49-F238E27FC236}">
                    <a16:creationId xmlns:a16="http://schemas.microsoft.com/office/drawing/2014/main" id="{3FA8E2D5-5AC0-26D2-3995-BA49D64E302E}"/>
                  </a:ext>
                </a:extLst>
              </p:cNvPr>
              <p:cNvSpPr/>
              <p:nvPr/>
            </p:nvSpPr>
            <p:spPr>
              <a:xfrm>
                <a:off x="1335019" y="2991021"/>
                <a:ext cx="259713" cy="245804"/>
              </a:xfrm>
              <a:custGeom>
                <a:avLst/>
                <a:gdLst/>
                <a:ahLst/>
                <a:cxnLst/>
                <a:rect l="l" t="t" r="r" b="b"/>
                <a:pathLst>
                  <a:path w="8104" h="7670" extrusionOk="0">
                    <a:moveTo>
                      <a:pt x="2146" y="0"/>
                    </a:moveTo>
                    <a:cubicBezTo>
                      <a:pt x="2054" y="0"/>
                      <a:pt x="0" y="4109"/>
                      <a:pt x="0" y="4109"/>
                    </a:cubicBezTo>
                    <a:lnTo>
                      <a:pt x="4246" y="7670"/>
                    </a:lnTo>
                    <a:lnTo>
                      <a:pt x="6711" y="5935"/>
                    </a:lnTo>
                    <a:lnTo>
                      <a:pt x="8103" y="1644"/>
                    </a:lnTo>
                    <a:cubicBezTo>
                      <a:pt x="8103" y="1644"/>
                      <a:pt x="2237" y="0"/>
                      <a:pt x="2146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41">
                <a:extLst>
                  <a:ext uri="{FF2B5EF4-FFF2-40B4-BE49-F238E27FC236}">
                    <a16:creationId xmlns:a16="http://schemas.microsoft.com/office/drawing/2014/main" id="{E8541325-2281-3904-7F15-C25264401E7C}"/>
                  </a:ext>
                </a:extLst>
              </p:cNvPr>
              <p:cNvSpPr/>
              <p:nvPr/>
            </p:nvSpPr>
            <p:spPr>
              <a:xfrm>
                <a:off x="1335756" y="2991021"/>
                <a:ext cx="259681" cy="202668"/>
              </a:xfrm>
              <a:custGeom>
                <a:avLst/>
                <a:gdLst/>
                <a:ahLst/>
                <a:cxnLst/>
                <a:rect l="l" t="t" r="r" b="b"/>
                <a:pathLst>
                  <a:path w="8103" h="6324" extrusionOk="0">
                    <a:moveTo>
                      <a:pt x="2146" y="0"/>
                    </a:moveTo>
                    <a:cubicBezTo>
                      <a:pt x="2077" y="0"/>
                      <a:pt x="0" y="4109"/>
                      <a:pt x="0" y="4109"/>
                    </a:cubicBezTo>
                    <a:lnTo>
                      <a:pt x="2671" y="6323"/>
                    </a:lnTo>
                    <a:cubicBezTo>
                      <a:pt x="3424" y="5730"/>
                      <a:pt x="4770" y="5296"/>
                      <a:pt x="6345" y="5296"/>
                    </a:cubicBezTo>
                    <a:cubicBezTo>
                      <a:pt x="6551" y="5296"/>
                      <a:pt x="6711" y="5296"/>
                      <a:pt x="6916" y="5342"/>
                    </a:cubicBezTo>
                    <a:lnTo>
                      <a:pt x="8103" y="1644"/>
                    </a:lnTo>
                    <a:cubicBezTo>
                      <a:pt x="8103" y="1644"/>
                      <a:pt x="2214" y="0"/>
                      <a:pt x="2146" y="0"/>
                    </a:cubicBezTo>
                    <a:close/>
                  </a:path>
                </a:pathLst>
              </a:custGeom>
              <a:solidFill>
                <a:srgbClr val="DD7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41">
                <a:extLst>
                  <a:ext uri="{FF2B5EF4-FFF2-40B4-BE49-F238E27FC236}">
                    <a16:creationId xmlns:a16="http://schemas.microsoft.com/office/drawing/2014/main" id="{D4C82618-075D-C7F5-A18F-8F820056F85A}"/>
                  </a:ext>
                </a:extLst>
              </p:cNvPr>
              <p:cNvSpPr/>
              <p:nvPr/>
            </p:nvSpPr>
            <p:spPr>
              <a:xfrm>
                <a:off x="1305022" y="3086846"/>
                <a:ext cx="179979" cy="190234"/>
              </a:xfrm>
              <a:custGeom>
                <a:avLst/>
                <a:gdLst/>
                <a:ahLst/>
                <a:cxnLst/>
                <a:rect l="l" t="t" r="r" b="b"/>
                <a:pathLst>
                  <a:path w="5616" h="5936" extrusionOk="0">
                    <a:moveTo>
                      <a:pt x="1507" y="1"/>
                    </a:moveTo>
                    <a:cubicBezTo>
                      <a:pt x="1370" y="23"/>
                      <a:pt x="0" y="685"/>
                      <a:pt x="0" y="891"/>
                    </a:cubicBezTo>
                    <a:cubicBezTo>
                      <a:pt x="0" y="1233"/>
                      <a:pt x="3059" y="5935"/>
                      <a:pt x="3059" y="5935"/>
                    </a:cubicBezTo>
                    <a:cubicBezTo>
                      <a:pt x="3059" y="5935"/>
                      <a:pt x="5615" y="4337"/>
                      <a:pt x="5593" y="4223"/>
                    </a:cubicBezTo>
                    <a:cubicBezTo>
                      <a:pt x="5547" y="4109"/>
                      <a:pt x="3401" y="3767"/>
                      <a:pt x="15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41">
                <a:extLst>
                  <a:ext uri="{FF2B5EF4-FFF2-40B4-BE49-F238E27FC236}">
                    <a16:creationId xmlns:a16="http://schemas.microsoft.com/office/drawing/2014/main" id="{01C2FEB7-06EB-8523-A124-22BE109FBF94}"/>
                  </a:ext>
                </a:extLst>
              </p:cNvPr>
              <p:cNvSpPr/>
              <p:nvPr/>
            </p:nvSpPr>
            <p:spPr>
              <a:xfrm>
                <a:off x="1480584" y="3136585"/>
                <a:ext cx="91464" cy="128062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96" extrusionOk="0">
                    <a:moveTo>
                      <a:pt x="2671" y="1"/>
                    </a:moveTo>
                    <a:cubicBezTo>
                      <a:pt x="2671" y="1"/>
                      <a:pt x="1256" y="2055"/>
                      <a:pt x="251" y="2466"/>
                    </a:cubicBezTo>
                    <a:cubicBezTo>
                      <a:pt x="0" y="2580"/>
                      <a:pt x="2306" y="3995"/>
                      <a:pt x="2306" y="3995"/>
                    </a:cubicBezTo>
                    <a:cubicBezTo>
                      <a:pt x="2306" y="3995"/>
                      <a:pt x="2854" y="526"/>
                      <a:pt x="2831" y="389"/>
                    </a:cubicBezTo>
                    <a:cubicBezTo>
                      <a:pt x="2762" y="252"/>
                      <a:pt x="2671" y="1"/>
                      <a:pt x="26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41">
                <a:extLst>
                  <a:ext uri="{FF2B5EF4-FFF2-40B4-BE49-F238E27FC236}">
                    <a16:creationId xmlns:a16="http://schemas.microsoft.com/office/drawing/2014/main" id="{F79D1D54-E4DC-574E-4247-0CBD7ADF986F}"/>
                  </a:ext>
                </a:extLst>
              </p:cNvPr>
              <p:cNvSpPr/>
              <p:nvPr/>
            </p:nvSpPr>
            <p:spPr>
              <a:xfrm>
                <a:off x="1414756" y="3871779"/>
                <a:ext cx="196804" cy="158763"/>
              </a:xfrm>
              <a:custGeom>
                <a:avLst/>
                <a:gdLst/>
                <a:ahLst/>
                <a:cxnLst/>
                <a:rect l="l" t="t" r="r" b="b"/>
                <a:pathLst>
                  <a:path w="6141" h="4954" extrusionOk="0">
                    <a:moveTo>
                      <a:pt x="3561" y="0"/>
                    </a:moveTo>
                    <a:lnTo>
                      <a:pt x="0" y="2671"/>
                    </a:lnTo>
                    <a:lnTo>
                      <a:pt x="2853" y="4953"/>
                    </a:lnTo>
                    <a:lnTo>
                      <a:pt x="6140" y="2305"/>
                    </a:lnTo>
                    <a:lnTo>
                      <a:pt x="3561" y="0"/>
                    </a:ln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41">
                <a:extLst>
                  <a:ext uri="{FF2B5EF4-FFF2-40B4-BE49-F238E27FC236}">
                    <a16:creationId xmlns:a16="http://schemas.microsoft.com/office/drawing/2014/main" id="{B1EE872F-458C-E2F1-2128-B14507522B04}"/>
                  </a:ext>
                </a:extLst>
              </p:cNvPr>
              <p:cNvSpPr/>
              <p:nvPr/>
            </p:nvSpPr>
            <p:spPr>
              <a:xfrm>
                <a:off x="1393540" y="3855659"/>
                <a:ext cx="193855" cy="144887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4521" extrusionOk="0">
                    <a:moveTo>
                      <a:pt x="4451" y="1"/>
                    </a:moveTo>
                    <a:lnTo>
                      <a:pt x="0" y="3516"/>
                    </a:lnTo>
                    <a:lnTo>
                      <a:pt x="1598" y="4520"/>
                    </a:lnTo>
                    <a:lnTo>
                      <a:pt x="6049" y="1827"/>
                    </a:lnTo>
                    <a:lnTo>
                      <a:pt x="445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41">
                <a:extLst>
                  <a:ext uri="{FF2B5EF4-FFF2-40B4-BE49-F238E27FC236}">
                    <a16:creationId xmlns:a16="http://schemas.microsoft.com/office/drawing/2014/main" id="{50968177-BE05-8056-D0AC-2E0A8568AF80}"/>
                  </a:ext>
                </a:extLst>
              </p:cNvPr>
              <p:cNvSpPr/>
              <p:nvPr/>
            </p:nvSpPr>
            <p:spPr>
              <a:xfrm>
                <a:off x="1018988" y="3119856"/>
                <a:ext cx="538430" cy="896016"/>
              </a:xfrm>
              <a:custGeom>
                <a:avLst/>
                <a:gdLst/>
                <a:ahLst/>
                <a:cxnLst/>
                <a:rect l="l" t="t" r="r" b="b"/>
                <a:pathLst>
                  <a:path w="16801" h="27959" extrusionOk="0">
                    <a:moveTo>
                      <a:pt x="5756" y="0"/>
                    </a:moveTo>
                    <a:cubicBezTo>
                      <a:pt x="5220" y="0"/>
                      <a:pt x="4741" y="112"/>
                      <a:pt x="4474" y="409"/>
                    </a:cubicBezTo>
                    <a:cubicBezTo>
                      <a:pt x="1758" y="3399"/>
                      <a:pt x="1" y="11821"/>
                      <a:pt x="845" y="12917"/>
                    </a:cubicBezTo>
                    <a:cubicBezTo>
                      <a:pt x="1713" y="14035"/>
                      <a:pt x="3881" y="20860"/>
                      <a:pt x="4064" y="21316"/>
                    </a:cubicBezTo>
                    <a:cubicBezTo>
                      <a:pt x="4269" y="21773"/>
                      <a:pt x="9656" y="26772"/>
                      <a:pt x="11094" y="27959"/>
                    </a:cubicBezTo>
                    <a:lnTo>
                      <a:pt x="16800" y="23394"/>
                    </a:lnTo>
                    <a:lnTo>
                      <a:pt x="12349" y="17345"/>
                    </a:lnTo>
                    <a:cubicBezTo>
                      <a:pt x="11756" y="9698"/>
                      <a:pt x="8834" y="1207"/>
                      <a:pt x="8400" y="751"/>
                    </a:cubicBezTo>
                    <a:cubicBezTo>
                      <a:pt x="8126" y="447"/>
                      <a:pt x="6828" y="0"/>
                      <a:pt x="57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41">
                <a:extLst>
                  <a:ext uri="{FF2B5EF4-FFF2-40B4-BE49-F238E27FC236}">
                    <a16:creationId xmlns:a16="http://schemas.microsoft.com/office/drawing/2014/main" id="{EE09B3F0-9D4F-2AC3-CB70-7B21A3032456}"/>
                  </a:ext>
                </a:extLst>
              </p:cNvPr>
              <p:cNvSpPr/>
              <p:nvPr/>
            </p:nvSpPr>
            <p:spPr>
              <a:xfrm>
                <a:off x="1018988" y="3123413"/>
                <a:ext cx="448441" cy="891722"/>
              </a:xfrm>
              <a:custGeom>
                <a:avLst/>
                <a:gdLst/>
                <a:ahLst/>
                <a:cxnLst/>
                <a:rect l="l" t="t" r="r" b="b"/>
                <a:pathLst>
                  <a:path w="13993" h="27825" extrusionOk="0">
                    <a:moveTo>
                      <a:pt x="4908" y="1"/>
                    </a:moveTo>
                    <a:cubicBezTo>
                      <a:pt x="4725" y="69"/>
                      <a:pt x="4589" y="138"/>
                      <a:pt x="4474" y="252"/>
                    </a:cubicBezTo>
                    <a:cubicBezTo>
                      <a:pt x="1758" y="3219"/>
                      <a:pt x="1" y="11665"/>
                      <a:pt x="845" y="12783"/>
                    </a:cubicBezTo>
                    <a:cubicBezTo>
                      <a:pt x="1713" y="13901"/>
                      <a:pt x="3858" y="20726"/>
                      <a:pt x="4064" y="21160"/>
                    </a:cubicBezTo>
                    <a:cubicBezTo>
                      <a:pt x="4269" y="21616"/>
                      <a:pt x="9656" y="26638"/>
                      <a:pt x="11094" y="27825"/>
                    </a:cubicBezTo>
                    <a:lnTo>
                      <a:pt x="13993" y="25497"/>
                    </a:lnTo>
                    <a:cubicBezTo>
                      <a:pt x="11687" y="23602"/>
                      <a:pt x="7807" y="20155"/>
                      <a:pt x="7601" y="19745"/>
                    </a:cubicBezTo>
                    <a:cubicBezTo>
                      <a:pt x="7373" y="19265"/>
                      <a:pt x="4520" y="12235"/>
                      <a:pt x="3561" y="11071"/>
                    </a:cubicBezTo>
                    <a:cubicBezTo>
                      <a:pt x="2763" y="10112"/>
                      <a:pt x="3265" y="3835"/>
                      <a:pt x="4908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41">
                <a:extLst>
                  <a:ext uri="{FF2B5EF4-FFF2-40B4-BE49-F238E27FC236}">
                    <a16:creationId xmlns:a16="http://schemas.microsoft.com/office/drawing/2014/main" id="{3CFFB286-9796-65BA-7414-DEAF5B84B79B}"/>
                  </a:ext>
                </a:extLst>
              </p:cNvPr>
              <p:cNvSpPr/>
              <p:nvPr/>
            </p:nvSpPr>
            <p:spPr>
              <a:xfrm>
                <a:off x="1379631" y="2787352"/>
                <a:ext cx="298490" cy="348677"/>
              </a:xfrm>
              <a:custGeom>
                <a:avLst/>
                <a:gdLst/>
                <a:ahLst/>
                <a:cxnLst/>
                <a:rect l="l" t="t" r="r" b="b"/>
                <a:pathLst>
                  <a:path w="9314" h="10880" extrusionOk="0">
                    <a:moveTo>
                      <a:pt x="4482" y="0"/>
                    </a:moveTo>
                    <a:cubicBezTo>
                      <a:pt x="4433" y="0"/>
                      <a:pt x="4385" y="4"/>
                      <a:pt x="4337" y="10"/>
                    </a:cubicBezTo>
                    <a:cubicBezTo>
                      <a:pt x="3036" y="193"/>
                      <a:pt x="252" y="2064"/>
                      <a:pt x="115" y="3297"/>
                    </a:cubicBezTo>
                    <a:cubicBezTo>
                      <a:pt x="1" y="4529"/>
                      <a:pt x="754" y="6241"/>
                      <a:pt x="754" y="6241"/>
                    </a:cubicBezTo>
                    <a:cubicBezTo>
                      <a:pt x="754" y="6241"/>
                      <a:pt x="3653" y="10578"/>
                      <a:pt x="4223" y="10829"/>
                    </a:cubicBezTo>
                    <a:cubicBezTo>
                      <a:pt x="4303" y="10864"/>
                      <a:pt x="4443" y="10880"/>
                      <a:pt x="4626" y="10880"/>
                    </a:cubicBezTo>
                    <a:cubicBezTo>
                      <a:pt x="5760" y="10880"/>
                      <a:pt x="8542" y="10289"/>
                      <a:pt x="8857" y="10053"/>
                    </a:cubicBezTo>
                    <a:cubicBezTo>
                      <a:pt x="9222" y="9779"/>
                      <a:pt x="9313" y="8204"/>
                      <a:pt x="8743" y="7976"/>
                    </a:cubicBezTo>
                    <a:cubicBezTo>
                      <a:pt x="8743" y="7976"/>
                      <a:pt x="7989" y="7702"/>
                      <a:pt x="8263" y="6561"/>
                    </a:cubicBezTo>
                    <a:cubicBezTo>
                      <a:pt x="8514" y="5534"/>
                      <a:pt x="7967" y="4187"/>
                      <a:pt x="7487" y="3388"/>
                    </a:cubicBezTo>
                    <a:cubicBezTo>
                      <a:pt x="7487" y="3388"/>
                      <a:pt x="7601" y="2840"/>
                      <a:pt x="7510" y="2566"/>
                    </a:cubicBezTo>
                    <a:cubicBezTo>
                      <a:pt x="7400" y="2280"/>
                      <a:pt x="5784" y="0"/>
                      <a:pt x="4482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41">
                <a:extLst>
                  <a:ext uri="{FF2B5EF4-FFF2-40B4-BE49-F238E27FC236}">
                    <a16:creationId xmlns:a16="http://schemas.microsoft.com/office/drawing/2014/main" id="{758D0221-07F5-5991-CC03-A58272F2FA78}"/>
                  </a:ext>
                </a:extLst>
              </p:cNvPr>
              <p:cNvSpPr/>
              <p:nvPr/>
            </p:nvSpPr>
            <p:spPr>
              <a:xfrm>
                <a:off x="1567595" y="2864461"/>
                <a:ext cx="114185" cy="92938"/>
              </a:xfrm>
              <a:custGeom>
                <a:avLst/>
                <a:gdLst/>
                <a:ahLst/>
                <a:cxnLst/>
                <a:rect l="l" t="t" r="r" b="b"/>
                <a:pathLst>
                  <a:path w="3563" h="2900" extrusionOk="0">
                    <a:moveTo>
                      <a:pt x="614" y="0"/>
                    </a:moveTo>
                    <a:cubicBezTo>
                      <a:pt x="0" y="0"/>
                      <a:pt x="1508" y="2900"/>
                      <a:pt x="1508" y="2900"/>
                    </a:cubicBezTo>
                    <a:cubicBezTo>
                      <a:pt x="1508" y="2900"/>
                      <a:pt x="3562" y="2808"/>
                      <a:pt x="3562" y="2443"/>
                    </a:cubicBezTo>
                    <a:cubicBezTo>
                      <a:pt x="3562" y="2101"/>
                      <a:pt x="823" y="69"/>
                      <a:pt x="823" y="69"/>
                    </a:cubicBezTo>
                    <a:cubicBezTo>
                      <a:pt x="736" y="22"/>
                      <a:pt x="667" y="0"/>
                      <a:pt x="614" y="0"/>
                    </a:cubicBezTo>
                    <a:close/>
                  </a:path>
                </a:pathLst>
              </a:custGeom>
              <a:solidFill>
                <a:srgbClr val="EA77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41">
                <a:extLst>
                  <a:ext uri="{FF2B5EF4-FFF2-40B4-BE49-F238E27FC236}">
                    <a16:creationId xmlns:a16="http://schemas.microsoft.com/office/drawing/2014/main" id="{3ACA2363-81EC-CF33-D7AF-9EA18D114176}"/>
                  </a:ext>
                </a:extLst>
              </p:cNvPr>
              <p:cNvSpPr/>
              <p:nvPr/>
            </p:nvSpPr>
            <p:spPr>
              <a:xfrm>
                <a:off x="1316719" y="2854237"/>
                <a:ext cx="178985" cy="151072"/>
              </a:xfrm>
              <a:custGeom>
                <a:avLst/>
                <a:gdLst/>
                <a:ahLst/>
                <a:cxnLst/>
                <a:rect l="l" t="t" r="r" b="b"/>
                <a:pathLst>
                  <a:path w="5585" h="4714" extrusionOk="0">
                    <a:moveTo>
                      <a:pt x="1804" y="1"/>
                    </a:moveTo>
                    <a:cubicBezTo>
                      <a:pt x="1459" y="1"/>
                      <a:pt x="1130" y="249"/>
                      <a:pt x="799" y="845"/>
                    </a:cubicBezTo>
                    <a:cubicBezTo>
                      <a:pt x="1" y="2306"/>
                      <a:pt x="2397" y="3607"/>
                      <a:pt x="2397" y="3607"/>
                    </a:cubicBezTo>
                    <a:cubicBezTo>
                      <a:pt x="2397" y="3607"/>
                      <a:pt x="3082" y="3721"/>
                      <a:pt x="3949" y="4474"/>
                    </a:cubicBezTo>
                    <a:cubicBezTo>
                      <a:pt x="4142" y="4640"/>
                      <a:pt x="4342" y="4713"/>
                      <a:pt x="4527" y="4713"/>
                    </a:cubicBezTo>
                    <a:cubicBezTo>
                      <a:pt x="5151" y="4713"/>
                      <a:pt x="5585" y="3877"/>
                      <a:pt x="4862" y="3013"/>
                    </a:cubicBezTo>
                    <a:cubicBezTo>
                      <a:pt x="3582" y="1490"/>
                      <a:pt x="2647" y="1"/>
                      <a:pt x="18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41">
                <a:extLst>
                  <a:ext uri="{FF2B5EF4-FFF2-40B4-BE49-F238E27FC236}">
                    <a16:creationId xmlns:a16="http://schemas.microsoft.com/office/drawing/2014/main" id="{00966203-EC08-5F47-1A7F-EB32552B75D8}"/>
                  </a:ext>
                </a:extLst>
              </p:cNvPr>
              <p:cNvSpPr/>
              <p:nvPr/>
            </p:nvSpPr>
            <p:spPr>
              <a:xfrm>
                <a:off x="1316719" y="2854237"/>
                <a:ext cx="178985" cy="151072"/>
              </a:xfrm>
              <a:custGeom>
                <a:avLst/>
                <a:gdLst/>
                <a:ahLst/>
                <a:cxnLst/>
                <a:rect l="l" t="t" r="r" b="b"/>
                <a:pathLst>
                  <a:path w="5585" h="4714" extrusionOk="0">
                    <a:moveTo>
                      <a:pt x="1804" y="1"/>
                    </a:moveTo>
                    <a:cubicBezTo>
                      <a:pt x="1459" y="1"/>
                      <a:pt x="1130" y="249"/>
                      <a:pt x="799" y="845"/>
                    </a:cubicBezTo>
                    <a:cubicBezTo>
                      <a:pt x="1" y="2306"/>
                      <a:pt x="2397" y="3607"/>
                      <a:pt x="2397" y="3607"/>
                    </a:cubicBezTo>
                    <a:cubicBezTo>
                      <a:pt x="2397" y="3607"/>
                      <a:pt x="3082" y="3721"/>
                      <a:pt x="3949" y="4474"/>
                    </a:cubicBezTo>
                    <a:cubicBezTo>
                      <a:pt x="4142" y="4640"/>
                      <a:pt x="4342" y="4713"/>
                      <a:pt x="4527" y="4713"/>
                    </a:cubicBezTo>
                    <a:cubicBezTo>
                      <a:pt x="5151" y="4713"/>
                      <a:pt x="5585" y="3877"/>
                      <a:pt x="4862" y="3013"/>
                    </a:cubicBezTo>
                    <a:cubicBezTo>
                      <a:pt x="3582" y="1490"/>
                      <a:pt x="2647" y="1"/>
                      <a:pt x="1804" y="1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41">
                <a:extLst>
                  <a:ext uri="{FF2B5EF4-FFF2-40B4-BE49-F238E27FC236}">
                    <a16:creationId xmlns:a16="http://schemas.microsoft.com/office/drawing/2014/main" id="{1DF8CD8F-0679-0CCF-6D9A-FCE2A8E6F293}"/>
                  </a:ext>
                </a:extLst>
              </p:cNvPr>
              <p:cNvSpPr/>
              <p:nvPr/>
            </p:nvSpPr>
            <p:spPr>
              <a:xfrm>
                <a:off x="1549584" y="2863564"/>
                <a:ext cx="113897" cy="92361"/>
              </a:xfrm>
              <a:custGeom>
                <a:avLst/>
                <a:gdLst/>
                <a:ahLst/>
                <a:cxnLst/>
                <a:rect l="l" t="t" r="r" b="b"/>
                <a:pathLst>
                  <a:path w="3554" h="2882" extrusionOk="0">
                    <a:moveTo>
                      <a:pt x="600" y="0"/>
                    </a:moveTo>
                    <a:cubicBezTo>
                      <a:pt x="1" y="0"/>
                      <a:pt x="1499" y="2882"/>
                      <a:pt x="1499" y="2882"/>
                    </a:cubicBezTo>
                    <a:cubicBezTo>
                      <a:pt x="1499" y="2882"/>
                      <a:pt x="3554" y="2813"/>
                      <a:pt x="3554" y="2425"/>
                    </a:cubicBezTo>
                    <a:cubicBezTo>
                      <a:pt x="3554" y="2083"/>
                      <a:pt x="815" y="74"/>
                      <a:pt x="815" y="74"/>
                    </a:cubicBezTo>
                    <a:cubicBezTo>
                      <a:pt x="724" y="23"/>
                      <a:pt x="653" y="0"/>
                      <a:pt x="600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41">
                <a:extLst>
                  <a:ext uri="{FF2B5EF4-FFF2-40B4-BE49-F238E27FC236}">
                    <a16:creationId xmlns:a16="http://schemas.microsoft.com/office/drawing/2014/main" id="{0E4C9729-3E04-738D-F389-981DFA314094}"/>
                  </a:ext>
                </a:extLst>
              </p:cNvPr>
              <p:cNvSpPr/>
              <p:nvPr/>
            </p:nvSpPr>
            <p:spPr>
              <a:xfrm>
                <a:off x="1340852" y="2936090"/>
                <a:ext cx="96591" cy="88611"/>
              </a:xfrm>
              <a:custGeom>
                <a:avLst/>
                <a:gdLst/>
                <a:ahLst/>
                <a:cxnLst/>
                <a:rect l="l" t="t" r="r" b="b"/>
                <a:pathLst>
                  <a:path w="3014" h="2765" extrusionOk="0">
                    <a:moveTo>
                      <a:pt x="1533" y="1"/>
                    </a:moveTo>
                    <a:cubicBezTo>
                      <a:pt x="1331" y="1"/>
                      <a:pt x="1112" y="89"/>
                      <a:pt x="868" y="276"/>
                    </a:cubicBezTo>
                    <a:cubicBezTo>
                      <a:pt x="1" y="938"/>
                      <a:pt x="503" y="1920"/>
                      <a:pt x="982" y="2308"/>
                    </a:cubicBezTo>
                    <a:cubicBezTo>
                      <a:pt x="1416" y="2650"/>
                      <a:pt x="2808" y="2764"/>
                      <a:pt x="2808" y="2764"/>
                    </a:cubicBezTo>
                    <a:lnTo>
                      <a:pt x="3014" y="1646"/>
                    </a:lnTo>
                    <a:cubicBezTo>
                      <a:pt x="2500" y="619"/>
                      <a:pt x="2071" y="1"/>
                      <a:pt x="1533" y="1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41">
                <a:extLst>
                  <a:ext uri="{FF2B5EF4-FFF2-40B4-BE49-F238E27FC236}">
                    <a16:creationId xmlns:a16="http://schemas.microsoft.com/office/drawing/2014/main" id="{FF39FCB1-045B-2365-652E-E1B9A423EC12}"/>
                  </a:ext>
                </a:extLst>
              </p:cNvPr>
              <p:cNvSpPr/>
              <p:nvPr/>
            </p:nvSpPr>
            <p:spPr>
              <a:xfrm>
                <a:off x="1356940" y="2949646"/>
                <a:ext cx="68069" cy="61147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908" extrusionOk="0">
                    <a:moveTo>
                      <a:pt x="1102" y="0"/>
                    </a:moveTo>
                    <a:cubicBezTo>
                      <a:pt x="962" y="0"/>
                      <a:pt x="811" y="63"/>
                      <a:pt x="640" y="196"/>
                    </a:cubicBezTo>
                    <a:cubicBezTo>
                      <a:pt x="1" y="652"/>
                      <a:pt x="366" y="1337"/>
                      <a:pt x="709" y="1611"/>
                    </a:cubicBezTo>
                    <a:cubicBezTo>
                      <a:pt x="1005" y="1839"/>
                      <a:pt x="1964" y="1908"/>
                      <a:pt x="1964" y="1908"/>
                    </a:cubicBezTo>
                    <a:lnTo>
                      <a:pt x="2124" y="1155"/>
                    </a:lnTo>
                    <a:cubicBezTo>
                      <a:pt x="1761" y="428"/>
                      <a:pt x="1469" y="0"/>
                      <a:pt x="1102" y="0"/>
                    </a:cubicBezTo>
                    <a:close/>
                  </a:path>
                </a:pathLst>
              </a:custGeom>
              <a:solidFill>
                <a:srgbClr val="CC4F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41">
                <a:extLst>
                  <a:ext uri="{FF2B5EF4-FFF2-40B4-BE49-F238E27FC236}">
                    <a16:creationId xmlns:a16="http://schemas.microsoft.com/office/drawing/2014/main" id="{BC82F415-2153-0C44-AAF5-26A6C2181067}"/>
                  </a:ext>
                </a:extLst>
              </p:cNvPr>
              <p:cNvSpPr/>
              <p:nvPr/>
            </p:nvSpPr>
            <p:spPr>
              <a:xfrm>
                <a:off x="1386201" y="2970414"/>
                <a:ext cx="47591" cy="43328"/>
              </a:xfrm>
              <a:custGeom>
                <a:avLst/>
                <a:gdLst/>
                <a:ahLst/>
                <a:cxnLst/>
                <a:rect l="l" t="t" r="r" b="b"/>
                <a:pathLst>
                  <a:path w="1485" h="1352" extrusionOk="0">
                    <a:moveTo>
                      <a:pt x="754" y="0"/>
                    </a:moveTo>
                    <a:cubicBezTo>
                      <a:pt x="656" y="0"/>
                      <a:pt x="551" y="39"/>
                      <a:pt x="435" y="118"/>
                    </a:cubicBezTo>
                    <a:cubicBezTo>
                      <a:pt x="1" y="438"/>
                      <a:pt x="252" y="917"/>
                      <a:pt x="480" y="1123"/>
                    </a:cubicBezTo>
                    <a:cubicBezTo>
                      <a:pt x="686" y="1305"/>
                      <a:pt x="1370" y="1351"/>
                      <a:pt x="1370" y="1351"/>
                    </a:cubicBezTo>
                    <a:lnTo>
                      <a:pt x="1485" y="803"/>
                    </a:lnTo>
                    <a:cubicBezTo>
                      <a:pt x="1234" y="286"/>
                      <a:pt x="1020" y="0"/>
                      <a:pt x="754" y="0"/>
                    </a:cubicBezTo>
                    <a:close/>
                  </a:path>
                </a:pathLst>
              </a:custGeom>
              <a:solidFill>
                <a:srgbClr val="FFA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41">
                <a:extLst>
                  <a:ext uri="{FF2B5EF4-FFF2-40B4-BE49-F238E27FC236}">
                    <a16:creationId xmlns:a16="http://schemas.microsoft.com/office/drawing/2014/main" id="{8F7DC67E-EAA3-6565-92BB-E560761D3BED}"/>
                  </a:ext>
                </a:extLst>
              </p:cNvPr>
              <p:cNvSpPr/>
              <p:nvPr/>
            </p:nvSpPr>
            <p:spPr>
              <a:xfrm>
                <a:off x="1456451" y="3210489"/>
                <a:ext cx="54160" cy="70985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2215" extrusionOk="0">
                    <a:moveTo>
                      <a:pt x="1324" y="0"/>
                    </a:moveTo>
                    <a:lnTo>
                      <a:pt x="343" y="137"/>
                    </a:lnTo>
                    <a:lnTo>
                      <a:pt x="0" y="1004"/>
                    </a:lnTo>
                    <a:lnTo>
                      <a:pt x="799" y="2214"/>
                    </a:lnTo>
                    <a:lnTo>
                      <a:pt x="1689" y="1118"/>
                    </a:lnTo>
                    <a:lnTo>
                      <a:pt x="13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41">
                <a:extLst>
                  <a:ext uri="{FF2B5EF4-FFF2-40B4-BE49-F238E27FC236}">
                    <a16:creationId xmlns:a16="http://schemas.microsoft.com/office/drawing/2014/main" id="{4C3ABB9C-05D8-75D0-ED82-28DBEDC7277B}"/>
                  </a:ext>
                </a:extLst>
              </p:cNvPr>
              <p:cNvSpPr/>
              <p:nvPr/>
            </p:nvSpPr>
            <p:spPr>
              <a:xfrm>
                <a:off x="1129459" y="3119728"/>
                <a:ext cx="212154" cy="171230"/>
              </a:xfrm>
              <a:custGeom>
                <a:avLst/>
                <a:gdLst/>
                <a:ahLst/>
                <a:cxnLst/>
                <a:rect l="l" t="t" r="r" b="b"/>
                <a:pathLst>
                  <a:path w="6620" h="5343" extrusionOk="0">
                    <a:moveTo>
                      <a:pt x="2361" y="1"/>
                    </a:moveTo>
                    <a:cubicBezTo>
                      <a:pt x="2335" y="1"/>
                      <a:pt x="2309" y="1"/>
                      <a:pt x="2283" y="2"/>
                    </a:cubicBezTo>
                    <a:lnTo>
                      <a:pt x="1872" y="25"/>
                    </a:lnTo>
                    <a:cubicBezTo>
                      <a:pt x="1530" y="93"/>
                      <a:pt x="1256" y="207"/>
                      <a:pt x="1073" y="413"/>
                    </a:cubicBezTo>
                    <a:cubicBezTo>
                      <a:pt x="708" y="823"/>
                      <a:pt x="343" y="1348"/>
                      <a:pt x="0" y="1942"/>
                    </a:cubicBezTo>
                    <a:cubicBezTo>
                      <a:pt x="1119" y="3562"/>
                      <a:pt x="3561" y="4818"/>
                      <a:pt x="6620" y="5343"/>
                    </a:cubicBezTo>
                    <a:cubicBezTo>
                      <a:pt x="5866" y="2741"/>
                      <a:pt x="5182" y="983"/>
                      <a:pt x="5022" y="755"/>
                    </a:cubicBezTo>
                    <a:cubicBezTo>
                      <a:pt x="4732" y="443"/>
                      <a:pt x="3421" y="1"/>
                      <a:pt x="2361" y="1"/>
                    </a:cubicBez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41">
                <a:extLst>
                  <a:ext uri="{FF2B5EF4-FFF2-40B4-BE49-F238E27FC236}">
                    <a16:creationId xmlns:a16="http://schemas.microsoft.com/office/drawing/2014/main" id="{04FAB729-3FD3-433C-AFC7-C66F0E853758}"/>
                  </a:ext>
                </a:extLst>
              </p:cNvPr>
              <p:cNvSpPr/>
              <p:nvPr/>
            </p:nvSpPr>
            <p:spPr>
              <a:xfrm>
                <a:off x="1284542" y="3422619"/>
                <a:ext cx="133157" cy="259713"/>
              </a:xfrm>
              <a:custGeom>
                <a:avLst/>
                <a:gdLst/>
                <a:ahLst/>
                <a:cxnLst/>
                <a:rect l="l" t="t" r="r" b="b"/>
                <a:pathLst>
                  <a:path w="4155" h="8104" extrusionOk="0">
                    <a:moveTo>
                      <a:pt x="0" y="0"/>
                    </a:moveTo>
                    <a:cubicBezTo>
                      <a:pt x="0" y="1"/>
                      <a:pt x="1438" y="4497"/>
                      <a:pt x="4154" y="8103"/>
                    </a:cubicBezTo>
                    <a:cubicBezTo>
                      <a:pt x="4109" y="7647"/>
                      <a:pt x="3972" y="6506"/>
                      <a:pt x="3903" y="604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41">
                <a:extLst>
                  <a:ext uri="{FF2B5EF4-FFF2-40B4-BE49-F238E27FC236}">
                    <a16:creationId xmlns:a16="http://schemas.microsoft.com/office/drawing/2014/main" id="{8B9AB079-FC60-ACFB-76BC-2B491E758952}"/>
                  </a:ext>
                </a:extLst>
              </p:cNvPr>
              <p:cNvSpPr/>
              <p:nvPr/>
            </p:nvSpPr>
            <p:spPr>
              <a:xfrm>
                <a:off x="1293324" y="3591579"/>
                <a:ext cx="158763" cy="134632"/>
              </a:xfrm>
              <a:custGeom>
                <a:avLst/>
                <a:gdLst/>
                <a:ahLst/>
                <a:cxnLst/>
                <a:rect l="l" t="t" r="r" b="b"/>
                <a:pathLst>
                  <a:path w="4954" h="4201" extrusionOk="0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lnTo>
                      <a:pt x="7" y="5"/>
                    </a:lnTo>
                    <a:lnTo>
                      <a:pt x="7" y="5"/>
                    </a:lnTo>
                    <a:cubicBezTo>
                      <a:pt x="3" y="2"/>
                      <a:pt x="1" y="1"/>
                      <a:pt x="0" y="1"/>
                    </a:cubicBezTo>
                    <a:close/>
                    <a:moveTo>
                      <a:pt x="7" y="5"/>
                    </a:moveTo>
                    <a:cubicBezTo>
                      <a:pt x="92" y="83"/>
                      <a:pt x="1065" y="1160"/>
                      <a:pt x="4953" y="4201"/>
                    </a:cubicBezTo>
                    <a:lnTo>
                      <a:pt x="3812" y="2649"/>
                    </a:lnTo>
                    <a:lnTo>
                      <a:pt x="3812" y="2512"/>
                    </a:ln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41">
                <a:extLst>
                  <a:ext uri="{FF2B5EF4-FFF2-40B4-BE49-F238E27FC236}">
                    <a16:creationId xmlns:a16="http://schemas.microsoft.com/office/drawing/2014/main" id="{3F645662-9475-BF31-5C7D-175C71988558}"/>
                  </a:ext>
                </a:extLst>
              </p:cNvPr>
              <p:cNvSpPr/>
              <p:nvPr/>
            </p:nvSpPr>
            <p:spPr>
              <a:xfrm>
                <a:off x="1558109" y="2968747"/>
                <a:ext cx="72459" cy="92040"/>
              </a:xfrm>
              <a:custGeom>
                <a:avLst/>
                <a:gdLst/>
                <a:ahLst/>
                <a:cxnLst/>
                <a:rect l="l" t="t" r="r" b="b"/>
                <a:pathLst>
                  <a:path w="2261" h="2872" extrusionOk="0">
                    <a:moveTo>
                      <a:pt x="706" y="0"/>
                    </a:moveTo>
                    <a:cubicBezTo>
                      <a:pt x="682" y="0"/>
                      <a:pt x="660" y="4"/>
                      <a:pt x="640" y="11"/>
                    </a:cubicBezTo>
                    <a:cubicBezTo>
                      <a:pt x="229" y="148"/>
                      <a:pt x="1" y="2385"/>
                      <a:pt x="412" y="2727"/>
                    </a:cubicBezTo>
                    <a:cubicBezTo>
                      <a:pt x="549" y="2832"/>
                      <a:pt x="782" y="2871"/>
                      <a:pt x="1037" y="2871"/>
                    </a:cubicBezTo>
                    <a:cubicBezTo>
                      <a:pt x="1502" y="2871"/>
                      <a:pt x="2036" y="2739"/>
                      <a:pt x="2169" y="2636"/>
                    </a:cubicBezTo>
                    <a:cubicBezTo>
                      <a:pt x="2261" y="2567"/>
                      <a:pt x="2124" y="2293"/>
                      <a:pt x="2124" y="1974"/>
                    </a:cubicBezTo>
                    <a:cubicBezTo>
                      <a:pt x="2124" y="1608"/>
                      <a:pt x="2261" y="1175"/>
                      <a:pt x="2169" y="1129"/>
                    </a:cubicBezTo>
                    <a:cubicBezTo>
                      <a:pt x="2169" y="1129"/>
                      <a:pt x="1143" y="0"/>
                      <a:pt x="7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41">
                <a:extLst>
                  <a:ext uri="{FF2B5EF4-FFF2-40B4-BE49-F238E27FC236}">
                    <a16:creationId xmlns:a16="http://schemas.microsoft.com/office/drawing/2014/main" id="{8EB4756F-DB25-30D2-4366-7574DED07322}"/>
                  </a:ext>
                </a:extLst>
              </p:cNvPr>
              <p:cNvSpPr/>
              <p:nvPr/>
            </p:nvSpPr>
            <p:spPr>
              <a:xfrm>
                <a:off x="1540578" y="2955190"/>
                <a:ext cx="24901" cy="40252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256" extrusionOk="0">
                    <a:moveTo>
                      <a:pt x="639" y="0"/>
                    </a:moveTo>
                    <a:cubicBezTo>
                      <a:pt x="502" y="0"/>
                      <a:pt x="274" y="137"/>
                      <a:pt x="160" y="365"/>
                    </a:cubicBezTo>
                    <a:cubicBezTo>
                      <a:pt x="0" y="639"/>
                      <a:pt x="0" y="913"/>
                      <a:pt x="160" y="1164"/>
                    </a:cubicBezTo>
                    <a:cubicBezTo>
                      <a:pt x="183" y="1233"/>
                      <a:pt x="228" y="1255"/>
                      <a:pt x="297" y="1255"/>
                    </a:cubicBezTo>
                    <a:cubicBezTo>
                      <a:pt x="320" y="1255"/>
                      <a:pt x="342" y="1255"/>
                      <a:pt x="342" y="1233"/>
                    </a:cubicBezTo>
                    <a:cubicBezTo>
                      <a:pt x="434" y="1210"/>
                      <a:pt x="434" y="1118"/>
                      <a:pt x="411" y="1027"/>
                    </a:cubicBezTo>
                    <a:cubicBezTo>
                      <a:pt x="320" y="890"/>
                      <a:pt x="320" y="708"/>
                      <a:pt x="388" y="571"/>
                    </a:cubicBezTo>
                    <a:cubicBezTo>
                      <a:pt x="457" y="388"/>
                      <a:pt x="616" y="297"/>
                      <a:pt x="639" y="297"/>
                    </a:cubicBezTo>
                    <a:cubicBezTo>
                      <a:pt x="731" y="297"/>
                      <a:pt x="776" y="228"/>
                      <a:pt x="776" y="137"/>
                    </a:cubicBezTo>
                    <a:cubicBezTo>
                      <a:pt x="776" y="46"/>
                      <a:pt x="731" y="0"/>
                      <a:pt x="639" y="0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41">
                <a:extLst>
                  <a:ext uri="{FF2B5EF4-FFF2-40B4-BE49-F238E27FC236}">
                    <a16:creationId xmlns:a16="http://schemas.microsoft.com/office/drawing/2014/main" id="{A0247BAB-64A0-19C7-3D84-DDF548A3003D}"/>
                  </a:ext>
                </a:extLst>
              </p:cNvPr>
              <p:cNvSpPr/>
              <p:nvPr/>
            </p:nvSpPr>
            <p:spPr>
              <a:xfrm>
                <a:off x="1602016" y="2842508"/>
                <a:ext cx="39515" cy="31503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983" extrusionOk="0">
                    <a:moveTo>
                      <a:pt x="776" y="1"/>
                    </a:moveTo>
                    <a:lnTo>
                      <a:pt x="0" y="686"/>
                    </a:lnTo>
                    <a:lnTo>
                      <a:pt x="297" y="982"/>
                    </a:lnTo>
                    <a:lnTo>
                      <a:pt x="1233" y="594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41">
                <a:extLst>
                  <a:ext uri="{FF2B5EF4-FFF2-40B4-BE49-F238E27FC236}">
                    <a16:creationId xmlns:a16="http://schemas.microsoft.com/office/drawing/2014/main" id="{95CA5A9C-7134-7119-8464-D86D681ADC44}"/>
                  </a:ext>
                </a:extLst>
              </p:cNvPr>
              <p:cNvSpPr/>
              <p:nvPr/>
            </p:nvSpPr>
            <p:spPr>
              <a:xfrm>
                <a:off x="1545674" y="2870326"/>
                <a:ext cx="25638" cy="38072"/>
              </a:xfrm>
              <a:custGeom>
                <a:avLst/>
                <a:gdLst/>
                <a:ahLst/>
                <a:cxnLst/>
                <a:rect l="l" t="t" r="r" b="b"/>
                <a:pathLst>
                  <a:path w="800" h="1188" extrusionOk="0">
                    <a:moveTo>
                      <a:pt x="389" y="0"/>
                    </a:moveTo>
                    <a:cubicBezTo>
                      <a:pt x="161" y="0"/>
                      <a:pt x="1" y="251"/>
                      <a:pt x="1" y="594"/>
                    </a:cubicBezTo>
                    <a:cubicBezTo>
                      <a:pt x="1" y="936"/>
                      <a:pt x="161" y="1187"/>
                      <a:pt x="389" y="1187"/>
                    </a:cubicBezTo>
                    <a:cubicBezTo>
                      <a:pt x="594" y="1187"/>
                      <a:pt x="800" y="936"/>
                      <a:pt x="800" y="594"/>
                    </a:cubicBezTo>
                    <a:cubicBezTo>
                      <a:pt x="800" y="251"/>
                      <a:pt x="617" y="0"/>
                      <a:pt x="3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41">
                <a:extLst>
                  <a:ext uri="{FF2B5EF4-FFF2-40B4-BE49-F238E27FC236}">
                    <a16:creationId xmlns:a16="http://schemas.microsoft.com/office/drawing/2014/main" id="{0504909F-7772-E384-73D5-DADB648E313C}"/>
                  </a:ext>
                </a:extLst>
              </p:cNvPr>
              <p:cNvSpPr/>
              <p:nvPr/>
            </p:nvSpPr>
            <p:spPr>
              <a:xfrm>
                <a:off x="1492281" y="2860807"/>
                <a:ext cx="91464" cy="35156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1097" extrusionOk="0">
                    <a:moveTo>
                      <a:pt x="1" y="1"/>
                    </a:moveTo>
                    <a:lnTo>
                      <a:pt x="526" y="1096"/>
                    </a:lnTo>
                    <a:lnTo>
                      <a:pt x="2854" y="754"/>
                    </a:lnTo>
                    <a:lnTo>
                      <a:pt x="2762" y="2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41">
                <a:extLst>
                  <a:ext uri="{FF2B5EF4-FFF2-40B4-BE49-F238E27FC236}">
                    <a16:creationId xmlns:a16="http://schemas.microsoft.com/office/drawing/2014/main" id="{F4E04175-4D55-73E7-1562-C5F1AB345A99}"/>
                  </a:ext>
                </a:extLst>
              </p:cNvPr>
              <p:cNvSpPr/>
              <p:nvPr/>
            </p:nvSpPr>
            <p:spPr>
              <a:xfrm>
                <a:off x="1572755" y="2975477"/>
                <a:ext cx="54160" cy="47751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490" extrusionOk="0">
                    <a:moveTo>
                      <a:pt x="398" y="1"/>
                    </a:moveTo>
                    <a:cubicBezTo>
                      <a:pt x="386" y="1"/>
                      <a:pt x="375" y="2"/>
                      <a:pt x="366" y="6"/>
                    </a:cubicBezTo>
                    <a:cubicBezTo>
                      <a:pt x="0" y="120"/>
                      <a:pt x="206" y="1398"/>
                      <a:pt x="206" y="1398"/>
                    </a:cubicBezTo>
                    <a:cubicBezTo>
                      <a:pt x="434" y="1444"/>
                      <a:pt x="1530" y="1490"/>
                      <a:pt x="1530" y="1490"/>
                    </a:cubicBezTo>
                    <a:lnTo>
                      <a:pt x="1689" y="988"/>
                    </a:lnTo>
                    <a:cubicBezTo>
                      <a:pt x="1689" y="988"/>
                      <a:pt x="681" y="1"/>
                      <a:pt x="3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41">
                <a:extLst>
                  <a:ext uri="{FF2B5EF4-FFF2-40B4-BE49-F238E27FC236}">
                    <a16:creationId xmlns:a16="http://schemas.microsoft.com/office/drawing/2014/main" id="{BCC13CC2-8E5D-3F21-7D7C-8D4436FD42F3}"/>
                  </a:ext>
                </a:extLst>
              </p:cNvPr>
              <p:cNvSpPr/>
              <p:nvPr/>
            </p:nvSpPr>
            <p:spPr>
              <a:xfrm>
                <a:off x="1648839" y="3064893"/>
                <a:ext cx="7339" cy="27849"/>
              </a:xfrm>
              <a:custGeom>
                <a:avLst/>
                <a:gdLst/>
                <a:ahLst/>
                <a:cxnLst/>
                <a:rect l="l" t="t" r="r" b="b"/>
                <a:pathLst>
                  <a:path w="229" h="869" extrusionOk="0">
                    <a:moveTo>
                      <a:pt x="114" y="1"/>
                    </a:moveTo>
                    <a:cubicBezTo>
                      <a:pt x="46" y="1"/>
                      <a:pt x="0" y="206"/>
                      <a:pt x="0" y="435"/>
                    </a:cubicBezTo>
                    <a:cubicBezTo>
                      <a:pt x="0" y="663"/>
                      <a:pt x="46" y="868"/>
                      <a:pt x="114" y="868"/>
                    </a:cubicBezTo>
                    <a:cubicBezTo>
                      <a:pt x="160" y="868"/>
                      <a:pt x="228" y="686"/>
                      <a:pt x="228" y="435"/>
                    </a:cubicBezTo>
                    <a:cubicBezTo>
                      <a:pt x="228" y="206"/>
                      <a:pt x="160" y="1"/>
                      <a:pt x="114" y="1"/>
                    </a:cubicBezTo>
                    <a:close/>
                  </a:path>
                </a:pathLst>
              </a:custGeom>
              <a:solidFill>
                <a:srgbClr val="EA87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41">
                <a:extLst>
                  <a:ext uri="{FF2B5EF4-FFF2-40B4-BE49-F238E27FC236}">
                    <a16:creationId xmlns:a16="http://schemas.microsoft.com/office/drawing/2014/main" id="{09F6B159-003B-36BB-4A1A-D67EF502A4DC}"/>
                  </a:ext>
                </a:extLst>
              </p:cNvPr>
              <p:cNvSpPr/>
              <p:nvPr/>
            </p:nvSpPr>
            <p:spPr>
              <a:xfrm>
                <a:off x="1574935" y="3041497"/>
                <a:ext cx="44674" cy="15383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480" extrusionOk="0">
                    <a:moveTo>
                      <a:pt x="617" y="0"/>
                    </a:moveTo>
                    <a:cubicBezTo>
                      <a:pt x="229" y="0"/>
                      <a:pt x="1" y="137"/>
                      <a:pt x="1" y="251"/>
                    </a:cubicBezTo>
                    <a:cubicBezTo>
                      <a:pt x="1" y="366"/>
                      <a:pt x="298" y="480"/>
                      <a:pt x="686" y="480"/>
                    </a:cubicBezTo>
                    <a:cubicBezTo>
                      <a:pt x="1074" y="480"/>
                      <a:pt x="1393" y="411"/>
                      <a:pt x="1393" y="297"/>
                    </a:cubicBezTo>
                    <a:cubicBezTo>
                      <a:pt x="1393" y="229"/>
                      <a:pt x="982" y="0"/>
                      <a:pt x="6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7" name="Google Shape;1667;p41">
              <a:extLst>
                <a:ext uri="{FF2B5EF4-FFF2-40B4-BE49-F238E27FC236}">
                  <a16:creationId xmlns:a16="http://schemas.microsoft.com/office/drawing/2014/main" id="{267BB918-1EC7-C91D-4D97-3F6FD30BAE46}"/>
                </a:ext>
              </a:extLst>
            </p:cNvPr>
            <p:cNvGrpSpPr/>
            <p:nvPr/>
          </p:nvGrpSpPr>
          <p:grpSpPr>
            <a:xfrm>
              <a:off x="1839015" y="3535816"/>
              <a:ext cx="471106" cy="115630"/>
              <a:chOff x="1839011" y="3652415"/>
              <a:chExt cx="471106" cy="115630"/>
            </a:xfrm>
          </p:grpSpPr>
          <p:sp>
            <p:nvSpPr>
              <p:cNvPr id="1668" name="Google Shape;1668;p41">
                <a:extLst>
                  <a:ext uri="{FF2B5EF4-FFF2-40B4-BE49-F238E27FC236}">
                    <a16:creationId xmlns:a16="http://schemas.microsoft.com/office/drawing/2014/main" id="{0F9CF748-138D-303A-3B54-706C51A31126}"/>
                  </a:ext>
                </a:extLst>
              </p:cNvPr>
              <p:cNvSpPr/>
              <p:nvPr/>
            </p:nvSpPr>
            <p:spPr>
              <a:xfrm>
                <a:off x="1851446" y="3664881"/>
                <a:ext cx="237055" cy="93643"/>
              </a:xfrm>
              <a:custGeom>
                <a:avLst/>
                <a:gdLst/>
                <a:ahLst/>
                <a:cxnLst/>
                <a:rect l="l" t="t" r="r" b="b"/>
                <a:pathLst>
                  <a:path w="7397" h="2922" extrusionOk="0">
                    <a:moveTo>
                      <a:pt x="549" y="0"/>
                    </a:moveTo>
                    <a:cubicBezTo>
                      <a:pt x="640" y="1005"/>
                      <a:pt x="435" y="1963"/>
                      <a:pt x="1" y="2922"/>
                    </a:cubicBezTo>
                    <a:lnTo>
                      <a:pt x="6848" y="2922"/>
                    </a:lnTo>
                    <a:lnTo>
                      <a:pt x="739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41">
                <a:extLst>
                  <a:ext uri="{FF2B5EF4-FFF2-40B4-BE49-F238E27FC236}">
                    <a16:creationId xmlns:a16="http://schemas.microsoft.com/office/drawing/2014/main" id="{1C2E3E32-C0BA-7D70-A255-BB57B4F022DE}"/>
                  </a:ext>
                </a:extLst>
              </p:cNvPr>
              <p:cNvSpPr/>
              <p:nvPr/>
            </p:nvSpPr>
            <p:spPr>
              <a:xfrm>
                <a:off x="1869008" y="3664881"/>
                <a:ext cx="219493" cy="93643"/>
              </a:xfrm>
              <a:custGeom>
                <a:avLst/>
                <a:gdLst/>
                <a:ahLst/>
                <a:cxnLst/>
                <a:rect l="l" t="t" r="r" b="b"/>
                <a:pathLst>
                  <a:path w="6849" h="2922" extrusionOk="0">
                    <a:moveTo>
                      <a:pt x="1" y="0"/>
                    </a:moveTo>
                    <a:cubicBezTo>
                      <a:pt x="23" y="365"/>
                      <a:pt x="23" y="708"/>
                      <a:pt x="1" y="1096"/>
                    </a:cubicBezTo>
                    <a:cubicBezTo>
                      <a:pt x="252" y="1050"/>
                      <a:pt x="548" y="1050"/>
                      <a:pt x="800" y="1050"/>
                    </a:cubicBezTo>
                    <a:cubicBezTo>
                      <a:pt x="2945" y="1050"/>
                      <a:pt x="4680" y="1552"/>
                      <a:pt x="4680" y="2146"/>
                    </a:cubicBezTo>
                    <a:cubicBezTo>
                      <a:pt x="4680" y="2420"/>
                      <a:pt x="4246" y="2716"/>
                      <a:pt x="3607" y="2922"/>
                    </a:cubicBezTo>
                    <a:lnTo>
                      <a:pt x="6300" y="2922"/>
                    </a:lnTo>
                    <a:lnTo>
                      <a:pt x="6848" y="0"/>
                    </a:lnTo>
                    <a:close/>
                  </a:path>
                </a:pathLst>
              </a:custGeom>
              <a:solidFill>
                <a:srgbClr val="000000">
                  <a:alpha val="12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41">
                <a:extLst>
                  <a:ext uri="{FF2B5EF4-FFF2-40B4-BE49-F238E27FC236}">
                    <a16:creationId xmlns:a16="http://schemas.microsoft.com/office/drawing/2014/main" id="{AC8FF85A-BE9E-2E37-2211-BBC77BFC651F}"/>
                  </a:ext>
                </a:extLst>
              </p:cNvPr>
              <p:cNvSpPr/>
              <p:nvPr/>
            </p:nvSpPr>
            <p:spPr>
              <a:xfrm>
                <a:off x="1855099" y="3652447"/>
                <a:ext cx="248753" cy="21247"/>
              </a:xfrm>
              <a:custGeom>
                <a:avLst/>
                <a:gdLst/>
                <a:ahLst/>
                <a:cxnLst/>
                <a:rect l="l" t="t" r="r" b="b"/>
                <a:pathLst>
                  <a:path w="7762" h="663" extrusionOk="0">
                    <a:moveTo>
                      <a:pt x="343" y="0"/>
                    </a:moveTo>
                    <a:cubicBezTo>
                      <a:pt x="1" y="0"/>
                      <a:pt x="1" y="662"/>
                      <a:pt x="343" y="662"/>
                    </a:cubicBezTo>
                    <a:lnTo>
                      <a:pt x="7762" y="662"/>
                    </a:lnTo>
                    <a:lnTo>
                      <a:pt x="77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41">
                <a:extLst>
                  <a:ext uri="{FF2B5EF4-FFF2-40B4-BE49-F238E27FC236}">
                    <a16:creationId xmlns:a16="http://schemas.microsoft.com/office/drawing/2014/main" id="{588F6A54-D490-AB89-54EF-6A6E89429D1A}"/>
                  </a:ext>
                </a:extLst>
              </p:cNvPr>
              <p:cNvSpPr/>
              <p:nvPr/>
            </p:nvSpPr>
            <p:spPr>
              <a:xfrm>
                <a:off x="1839011" y="3746060"/>
                <a:ext cx="248753" cy="21985"/>
              </a:xfrm>
              <a:custGeom>
                <a:avLst/>
                <a:gdLst/>
                <a:ahLst/>
                <a:cxnLst/>
                <a:rect l="l" t="t" r="r" b="b"/>
                <a:pathLst>
                  <a:path w="7762" h="686" extrusionOk="0">
                    <a:moveTo>
                      <a:pt x="343" y="1"/>
                    </a:moveTo>
                    <a:cubicBezTo>
                      <a:pt x="1" y="1"/>
                      <a:pt x="1" y="686"/>
                      <a:pt x="343" y="686"/>
                    </a:cubicBezTo>
                    <a:lnTo>
                      <a:pt x="7761" y="686"/>
                    </a:lnTo>
                    <a:lnTo>
                      <a:pt x="77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41">
                <a:extLst>
                  <a:ext uri="{FF2B5EF4-FFF2-40B4-BE49-F238E27FC236}">
                    <a16:creationId xmlns:a16="http://schemas.microsoft.com/office/drawing/2014/main" id="{A2781861-9DDB-2ACA-61DB-BABD9AD0BA3F}"/>
                  </a:ext>
                </a:extLst>
              </p:cNvPr>
              <p:cNvSpPr/>
              <p:nvPr/>
            </p:nvSpPr>
            <p:spPr>
              <a:xfrm>
                <a:off x="2062133" y="3652415"/>
                <a:ext cx="247984" cy="115627"/>
              </a:xfrm>
              <a:custGeom>
                <a:avLst/>
                <a:gdLst/>
                <a:ahLst/>
                <a:cxnLst/>
                <a:rect l="l" t="t" r="r" b="b"/>
                <a:pathLst>
                  <a:path w="7738" h="3608" extrusionOk="0">
                    <a:moveTo>
                      <a:pt x="7079" y="1"/>
                    </a:moveTo>
                    <a:cubicBezTo>
                      <a:pt x="7078" y="1"/>
                      <a:pt x="7077" y="1"/>
                      <a:pt x="7076" y="1"/>
                    </a:cubicBezTo>
                    <a:lnTo>
                      <a:pt x="252" y="1"/>
                    </a:lnTo>
                    <a:lnTo>
                      <a:pt x="1" y="3608"/>
                    </a:lnTo>
                    <a:lnTo>
                      <a:pt x="7556" y="3608"/>
                    </a:lnTo>
                    <a:cubicBezTo>
                      <a:pt x="7737" y="3585"/>
                      <a:pt x="7242" y="1"/>
                      <a:pt x="70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41">
                <a:extLst>
                  <a:ext uri="{FF2B5EF4-FFF2-40B4-BE49-F238E27FC236}">
                    <a16:creationId xmlns:a16="http://schemas.microsoft.com/office/drawing/2014/main" id="{4B4391C2-321A-3FC0-008F-22E53A58440F}"/>
                  </a:ext>
                </a:extLst>
              </p:cNvPr>
              <p:cNvSpPr/>
              <p:nvPr/>
            </p:nvSpPr>
            <p:spPr>
              <a:xfrm>
                <a:off x="2084823" y="3652415"/>
                <a:ext cx="225294" cy="115627"/>
              </a:xfrm>
              <a:custGeom>
                <a:avLst/>
                <a:gdLst/>
                <a:ahLst/>
                <a:cxnLst/>
                <a:rect l="l" t="t" r="r" b="b"/>
                <a:pathLst>
                  <a:path w="7030" h="3608" extrusionOk="0">
                    <a:moveTo>
                      <a:pt x="6371" y="1"/>
                    </a:moveTo>
                    <a:cubicBezTo>
                      <a:pt x="6370" y="1"/>
                      <a:pt x="6369" y="1"/>
                      <a:pt x="6368" y="1"/>
                    </a:cubicBezTo>
                    <a:lnTo>
                      <a:pt x="320" y="1"/>
                    </a:lnTo>
                    <a:cubicBezTo>
                      <a:pt x="297" y="869"/>
                      <a:pt x="137" y="2558"/>
                      <a:pt x="0" y="3608"/>
                    </a:cubicBezTo>
                    <a:lnTo>
                      <a:pt x="6871" y="3608"/>
                    </a:lnTo>
                    <a:cubicBezTo>
                      <a:pt x="7029" y="3585"/>
                      <a:pt x="6534" y="1"/>
                      <a:pt x="63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41">
                <a:extLst>
                  <a:ext uri="{FF2B5EF4-FFF2-40B4-BE49-F238E27FC236}">
                    <a16:creationId xmlns:a16="http://schemas.microsoft.com/office/drawing/2014/main" id="{970F15AE-B874-B5F5-CD8C-CD94FD4BF10A}"/>
                  </a:ext>
                </a:extLst>
              </p:cNvPr>
              <p:cNvSpPr/>
              <p:nvPr/>
            </p:nvSpPr>
            <p:spPr>
              <a:xfrm>
                <a:off x="2112609" y="3683886"/>
                <a:ext cx="34419" cy="49033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1530" extrusionOk="0">
                    <a:moveTo>
                      <a:pt x="594" y="252"/>
                    </a:moveTo>
                    <a:cubicBezTo>
                      <a:pt x="662" y="252"/>
                      <a:pt x="754" y="297"/>
                      <a:pt x="754" y="434"/>
                    </a:cubicBezTo>
                    <a:cubicBezTo>
                      <a:pt x="799" y="548"/>
                      <a:pt x="731" y="617"/>
                      <a:pt x="617" y="617"/>
                    </a:cubicBezTo>
                    <a:lnTo>
                      <a:pt x="617" y="594"/>
                    </a:lnTo>
                    <a:lnTo>
                      <a:pt x="274" y="594"/>
                    </a:lnTo>
                    <a:lnTo>
                      <a:pt x="274" y="252"/>
                    </a:lnTo>
                    <a:close/>
                    <a:moveTo>
                      <a:pt x="640" y="868"/>
                    </a:moveTo>
                    <a:cubicBezTo>
                      <a:pt x="754" y="868"/>
                      <a:pt x="822" y="982"/>
                      <a:pt x="822" y="1096"/>
                    </a:cubicBezTo>
                    <a:cubicBezTo>
                      <a:pt x="822" y="1256"/>
                      <a:pt x="731" y="1302"/>
                      <a:pt x="640" y="1302"/>
                    </a:cubicBezTo>
                    <a:lnTo>
                      <a:pt x="343" y="1302"/>
                    </a:lnTo>
                    <a:lnTo>
                      <a:pt x="343" y="868"/>
                    </a:lnTo>
                    <a:close/>
                    <a:moveTo>
                      <a:pt x="0" y="1"/>
                    </a:moveTo>
                    <a:lnTo>
                      <a:pt x="23" y="1530"/>
                    </a:lnTo>
                    <a:lnTo>
                      <a:pt x="640" y="1530"/>
                    </a:lnTo>
                    <a:cubicBezTo>
                      <a:pt x="959" y="1530"/>
                      <a:pt x="1073" y="1347"/>
                      <a:pt x="1073" y="1073"/>
                    </a:cubicBezTo>
                    <a:cubicBezTo>
                      <a:pt x="1073" y="868"/>
                      <a:pt x="959" y="754"/>
                      <a:pt x="845" y="731"/>
                    </a:cubicBezTo>
                    <a:cubicBezTo>
                      <a:pt x="982" y="685"/>
                      <a:pt x="1050" y="548"/>
                      <a:pt x="1050" y="412"/>
                    </a:cubicBezTo>
                    <a:cubicBezTo>
                      <a:pt x="1050" y="206"/>
                      <a:pt x="936" y="1"/>
                      <a:pt x="6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41">
                <a:extLst>
                  <a:ext uri="{FF2B5EF4-FFF2-40B4-BE49-F238E27FC236}">
                    <a16:creationId xmlns:a16="http://schemas.microsoft.com/office/drawing/2014/main" id="{256F3984-B203-64CC-C45B-EC68BA02EFCB}"/>
                  </a:ext>
                </a:extLst>
              </p:cNvPr>
              <p:cNvSpPr/>
              <p:nvPr/>
            </p:nvSpPr>
            <p:spPr>
              <a:xfrm>
                <a:off x="2152830" y="3683886"/>
                <a:ext cx="9550" cy="4977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53" extrusionOk="0">
                    <a:moveTo>
                      <a:pt x="1" y="1"/>
                    </a:moveTo>
                    <a:lnTo>
                      <a:pt x="24" y="1553"/>
                    </a:lnTo>
                    <a:lnTo>
                      <a:pt x="298" y="1553"/>
                    </a:lnTo>
                    <a:lnTo>
                      <a:pt x="2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41">
                <a:extLst>
                  <a:ext uri="{FF2B5EF4-FFF2-40B4-BE49-F238E27FC236}">
                    <a16:creationId xmlns:a16="http://schemas.microsoft.com/office/drawing/2014/main" id="{BE9E31D3-EF47-766F-7065-A564CF7A37C8}"/>
                  </a:ext>
                </a:extLst>
              </p:cNvPr>
              <p:cNvSpPr/>
              <p:nvPr/>
            </p:nvSpPr>
            <p:spPr>
              <a:xfrm>
                <a:off x="2168951" y="3683886"/>
                <a:ext cx="35124" cy="49033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530" extrusionOk="0">
                    <a:moveTo>
                      <a:pt x="571" y="252"/>
                    </a:moveTo>
                    <a:cubicBezTo>
                      <a:pt x="662" y="252"/>
                      <a:pt x="753" y="297"/>
                      <a:pt x="753" y="434"/>
                    </a:cubicBezTo>
                    <a:cubicBezTo>
                      <a:pt x="776" y="548"/>
                      <a:pt x="708" y="617"/>
                      <a:pt x="593" y="617"/>
                    </a:cubicBezTo>
                    <a:lnTo>
                      <a:pt x="593" y="594"/>
                    </a:lnTo>
                    <a:lnTo>
                      <a:pt x="251" y="594"/>
                    </a:lnTo>
                    <a:lnTo>
                      <a:pt x="251" y="252"/>
                    </a:lnTo>
                    <a:close/>
                    <a:moveTo>
                      <a:pt x="639" y="868"/>
                    </a:moveTo>
                    <a:cubicBezTo>
                      <a:pt x="753" y="868"/>
                      <a:pt x="799" y="982"/>
                      <a:pt x="799" y="1096"/>
                    </a:cubicBezTo>
                    <a:cubicBezTo>
                      <a:pt x="799" y="1256"/>
                      <a:pt x="708" y="1302"/>
                      <a:pt x="639" y="1302"/>
                    </a:cubicBezTo>
                    <a:lnTo>
                      <a:pt x="320" y="1302"/>
                    </a:lnTo>
                    <a:lnTo>
                      <a:pt x="320" y="868"/>
                    </a:lnTo>
                    <a:close/>
                    <a:moveTo>
                      <a:pt x="0" y="1"/>
                    </a:moveTo>
                    <a:lnTo>
                      <a:pt x="23" y="1530"/>
                    </a:lnTo>
                    <a:lnTo>
                      <a:pt x="662" y="1530"/>
                    </a:lnTo>
                    <a:cubicBezTo>
                      <a:pt x="982" y="1530"/>
                      <a:pt x="1096" y="1347"/>
                      <a:pt x="1096" y="1073"/>
                    </a:cubicBezTo>
                    <a:cubicBezTo>
                      <a:pt x="1096" y="868"/>
                      <a:pt x="982" y="754"/>
                      <a:pt x="867" y="731"/>
                    </a:cubicBezTo>
                    <a:cubicBezTo>
                      <a:pt x="1004" y="685"/>
                      <a:pt x="1050" y="548"/>
                      <a:pt x="1050" y="412"/>
                    </a:cubicBezTo>
                    <a:cubicBezTo>
                      <a:pt x="1050" y="206"/>
                      <a:pt x="936" y="1"/>
                      <a:pt x="6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41">
                <a:extLst>
                  <a:ext uri="{FF2B5EF4-FFF2-40B4-BE49-F238E27FC236}">
                    <a16:creationId xmlns:a16="http://schemas.microsoft.com/office/drawing/2014/main" id="{EBF43E5F-9962-E8F7-9280-828E30B96E28}"/>
                  </a:ext>
                </a:extLst>
              </p:cNvPr>
              <p:cNvSpPr/>
              <p:nvPr/>
            </p:nvSpPr>
            <p:spPr>
              <a:xfrm>
                <a:off x="2208434" y="3683886"/>
                <a:ext cx="30766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960" h="1508" extrusionOk="0">
                    <a:moveTo>
                      <a:pt x="1" y="1"/>
                    </a:moveTo>
                    <a:lnTo>
                      <a:pt x="23" y="1233"/>
                    </a:lnTo>
                    <a:cubicBezTo>
                      <a:pt x="23" y="1461"/>
                      <a:pt x="160" y="1507"/>
                      <a:pt x="343" y="1507"/>
                    </a:cubicBezTo>
                    <a:lnTo>
                      <a:pt x="959" y="1507"/>
                    </a:lnTo>
                    <a:lnTo>
                      <a:pt x="959" y="1256"/>
                    </a:lnTo>
                    <a:lnTo>
                      <a:pt x="457" y="1256"/>
                    </a:lnTo>
                    <a:cubicBezTo>
                      <a:pt x="366" y="1256"/>
                      <a:pt x="320" y="1256"/>
                      <a:pt x="320" y="1142"/>
                    </a:cubicBezTo>
                    <a:lnTo>
                      <a:pt x="2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41">
                <a:extLst>
                  <a:ext uri="{FF2B5EF4-FFF2-40B4-BE49-F238E27FC236}">
                    <a16:creationId xmlns:a16="http://schemas.microsoft.com/office/drawing/2014/main" id="{2AAC6E6D-5E15-6B91-BE6E-548581D4864D}"/>
                  </a:ext>
                </a:extLst>
              </p:cNvPr>
              <p:cNvSpPr/>
              <p:nvPr/>
            </p:nvSpPr>
            <p:spPr>
              <a:xfrm>
                <a:off x="2242823" y="3683886"/>
                <a:ext cx="32208" cy="47591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1485" extrusionOk="0">
                    <a:moveTo>
                      <a:pt x="343" y="1"/>
                    </a:moveTo>
                    <a:cubicBezTo>
                      <a:pt x="206" y="1"/>
                      <a:pt x="46" y="69"/>
                      <a:pt x="46" y="320"/>
                    </a:cubicBezTo>
                    <a:lnTo>
                      <a:pt x="0" y="1188"/>
                    </a:lnTo>
                    <a:cubicBezTo>
                      <a:pt x="0" y="1461"/>
                      <a:pt x="206" y="1484"/>
                      <a:pt x="343" y="1484"/>
                    </a:cubicBezTo>
                    <a:cubicBezTo>
                      <a:pt x="343" y="1484"/>
                      <a:pt x="891" y="1484"/>
                      <a:pt x="1005" y="1461"/>
                    </a:cubicBezTo>
                    <a:lnTo>
                      <a:pt x="1005" y="1233"/>
                    </a:lnTo>
                    <a:lnTo>
                      <a:pt x="434" y="1233"/>
                    </a:lnTo>
                    <a:cubicBezTo>
                      <a:pt x="343" y="1233"/>
                      <a:pt x="297" y="1233"/>
                      <a:pt x="297" y="1119"/>
                    </a:cubicBezTo>
                    <a:lnTo>
                      <a:pt x="297" y="891"/>
                    </a:lnTo>
                    <a:lnTo>
                      <a:pt x="891" y="868"/>
                    </a:lnTo>
                    <a:lnTo>
                      <a:pt x="891" y="640"/>
                    </a:lnTo>
                    <a:lnTo>
                      <a:pt x="297" y="617"/>
                    </a:lnTo>
                    <a:lnTo>
                      <a:pt x="297" y="389"/>
                    </a:lnTo>
                    <a:cubicBezTo>
                      <a:pt x="297" y="320"/>
                      <a:pt x="297" y="275"/>
                      <a:pt x="411" y="275"/>
                    </a:cubicBezTo>
                    <a:lnTo>
                      <a:pt x="1005" y="275"/>
                    </a:lnTo>
                    <a:lnTo>
                      <a:pt x="1005" y="46"/>
                    </a:lnTo>
                    <a:cubicBezTo>
                      <a:pt x="891" y="46"/>
                      <a:pt x="343" y="1"/>
                      <a:pt x="3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9" name="Google Shape;1679;p41">
              <a:extLst>
                <a:ext uri="{FF2B5EF4-FFF2-40B4-BE49-F238E27FC236}">
                  <a16:creationId xmlns:a16="http://schemas.microsoft.com/office/drawing/2014/main" id="{5A026854-B42E-3C85-B1F5-343B13F37F2F}"/>
                </a:ext>
              </a:extLst>
            </p:cNvPr>
            <p:cNvGrpSpPr/>
            <p:nvPr/>
          </p:nvGrpSpPr>
          <p:grpSpPr>
            <a:xfrm>
              <a:off x="1184327" y="3645550"/>
              <a:ext cx="1834646" cy="1403822"/>
              <a:chOff x="1184327" y="3645550"/>
              <a:chExt cx="1834646" cy="1403822"/>
            </a:xfrm>
          </p:grpSpPr>
          <p:sp>
            <p:nvSpPr>
              <p:cNvPr id="1680" name="Google Shape;1680;p41">
                <a:extLst>
                  <a:ext uri="{FF2B5EF4-FFF2-40B4-BE49-F238E27FC236}">
                    <a16:creationId xmlns:a16="http://schemas.microsoft.com/office/drawing/2014/main" id="{17682174-59AA-7FC3-F624-7AEDD23EDBFC}"/>
                  </a:ext>
                </a:extLst>
              </p:cNvPr>
              <p:cNvSpPr/>
              <p:nvPr/>
            </p:nvSpPr>
            <p:spPr>
              <a:xfrm>
                <a:off x="1199678" y="3677022"/>
                <a:ext cx="692034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21594" h="42068" extrusionOk="0">
                    <a:moveTo>
                      <a:pt x="13719" y="0"/>
                    </a:moveTo>
                    <a:lnTo>
                      <a:pt x="7967" y="10112"/>
                    </a:lnTo>
                    <a:lnTo>
                      <a:pt x="1" y="10249"/>
                    </a:lnTo>
                    <a:lnTo>
                      <a:pt x="1" y="42067"/>
                    </a:lnTo>
                    <a:lnTo>
                      <a:pt x="21593" y="42067"/>
                    </a:lnTo>
                    <a:lnTo>
                      <a:pt x="2159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41">
                <a:extLst>
                  <a:ext uri="{FF2B5EF4-FFF2-40B4-BE49-F238E27FC236}">
                    <a16:creationId xmlns:a16="http://schemas.microsoft.com/office/drawing/2014/main" id="{4DFA4216-0678-A8F3-B525-7BC75DBDF185}"/>
                  </a:ext>
                </a:extLst>
              </p:cNvPr>
              <p:cNvSpPr/>
              <p:nvPr/>
            </p:nvSpPr>
            <p:spPr>
              <a:xfrm>
                <a:off x="1639320" y="3677022"/>
                <a:ext cx="252406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42068" extrusionOk="0">
                    <a:moveTo>
                      <a:pt x="1" y="0"/>
                    </a:moveTo>
                    <a:cubicBezTo>
                      <a:pt x="1" y="0"/>
                      <a:pt x="2329" y="18420"/>
                      <a:pt x="4429" y="25542"/>
                    </a:cubicBezTo>
                    <a:cubicBezTo>
                      <a:pt x="6209" y="31499"/>
                      <a:pt x="6711" y="37274"/>
                      <a:pt x="6141" y="42067"/>
                    </a:cubicBezTo>
                    <a:lnTo>
                      <a:pt x="7875" y="42067"/>
                    </a:lnTo>
                    <a:lnTo>
                      <a:pt x="7875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41">
                <a:extLst>
                  <a:ext uri="{FF2B5EF4-FFF2-40B4-BE49-F238E27FC236}">
                    <a16:creationId xmlns:a16="http://schemas.microsoft.com/office/drawing/2014/main" id="{79020D7A-F078-70B3-1B75-4B71303EA06B}"/>
                  </a:ext>
                </a:extLst>
              </p:cNvPr>
              <p:cNvSpPr/>
              <p:nvPr/>
            </p:nvSpPr>
            <p:spPr>
              <a:xfrm>
                <a:off x="1882184" y="3677022"/>
                <a:ext cx="1105318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34490" h="42068" extrusionOk="0">
                    <a:moveTo>
                      <a:pt x="1" y="0"/>
                    </a:moveTo>
                    <a:lnTo>
                      <a:pt x="1" y="42067"/>
                    </a:lnTo>
                    <a:lnTo>
                      <a:pt x="33257" y="42067"/>
                    </a:lnTo>
                    <a:lnTo>
                      <a:pt x="344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41">
                <a:extLst>
                  <a:ext uri="{FF2B5EF4-FFF2-40B4-BE49-F238E27FC236}">
                    <a16:creationId xmlns:a16="http://schemas.microsoft.com/office/drawing/2014/main" id="{C2C81CA4-0CB7-D98B-6DC5-DDB4211DF73A}"/>
                  </a:ext>
                </a:extLst>
              </p:cNvPr>
              <p:cNvSpPr/>
              <p:nvPr/>
            </p:nvSpPr>
            <p:spPr>
              <a:xfrm>
                <a:off x="1882184" y="3674810"/>
                <a:ext cx="1111183" cy="49065"/>
              </a:xfrm>
              <a:custGeom>
                <a:avLst/>
                <a:gdLst/>
                <a:ahLst/>
                <a:cxnLst/>
                <a:rect l="l" t="t" r="r" b="b"/>
                <a:pathLst>
                  <a:path w="34673" h="1531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34467" y="1530"/>
                    </a:lnTo>
                    <a:lnTo>
                      <a:pt x="34672" y="1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41">
                <a:extLst>
                  <a:ext uri="{FF2B5EF4-FFF2-40B4-BE49-F238E27FC236}">
                    <a16:creationId xmlns:a16="http://schemas.microsoft.com/office/drawing/2014/main" id="{740F0B53-AD88-F6C0-98FB-39F66C0BEAE4}"/>
                  </a:ext>
                </a:extLst>
              </p:cNvPr>
              <p:cNvSpPr/>
              <p:nvPr/>
            </p:nvSpPr>
            <p:spPr>
              <a:xfrm>
                <a:off x="1868275" y="3677022"/>
                <a:ext cx="20510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2068" extrusionOk="0">
                    <a:moveTo>
                      <a:pt x="1" y="0"/>
                    </a:moveTo>
                    <a:lnTo>
                      <a:pt x="1" y="42067"/>
                    </a:lnTo>
                    <a:lnTo>
                      <a:pt x="640" y="42067"/>
                    </a:ln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41">
                <a:extLst>
                  <a:ext uri="{FF2B5EF4-FFF2-40B4-BE49-F238E27FC236}">
                    <a16:creationId xmlns:a16="http://schemas.microsoft.com/office/drawing/2014/main" id="{D89CD242-566C-09A3-F68E-3BB54C152F27}"/>
                  </a:ext>
                </a:extLst>
              </p:cNvPr>
              <p:cNvSpPr/>
              <p:nvPr/>
            </p:nvSpPr>
            <p:spPr>
              <a:xfrm>
                <a:off x="1622495" y="3645550"/>
                <a:ext cx="253143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7899" h="1508" extrusionOk="0">
                    <a:moveTo>
                      <a:pt x="1" y="1"/>
                    </a:moveTo>
                    <a:lnTo>
                      <a:pt x="1" y="1507"/>
                    </a:lnTo>
                    <a:lnTo>
                      <a:pt x="7898" y="1507"/>
                    </a:lnTo>
                    <a:lnTo>
                      <a:pt x="789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41">
                <a:extLst>
                  <a:ext uri="{FF2B5EF4-FFF2-40B4-BE49-F238E27FC236}">
                    <a16:creationId xmlns:a16="http://schemas.microsoft.com/office/drawing/2014/main" id="{BA2D0EAB-6A0A-14DF-5156-2829421C12D3}"/>
                  </a:ext>
                </a:extLst>
              </p:cNvPr>
              <p:cNvSpPr/>
              <p:nvPr/>
            </p:nvSpPr>
            <p:spPr>
              <a:xfrm>
                <a:off x="1875614" y="3645550"/>
                <a:ext cx="1143359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35677" h="1508" extrusionOk="0">
                    <a:moveTo>
                      <a:pt x="0" y="1"/>
                    </a:moveTo>
                    <a:lnTo>
                      <a:pt x="0" y="1507"/>
                    </a:lnTo>
                    <a:lnTo>
                      <a:pt x="35676" y="1507"/>
                    </a:lnTo>
                    <a:lnTo>
                      <a:pt x="3567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41">
                <a:extLst>
                  <a:ext uri="{FF2B5EF4-FFF2-40B4-BE49-F238E27FC236}">
                    <a16:creationId xmlns:a16="http://schemas.microsoft.com/office/drawing/2014/main" id="{F6155825-A86F-78C6-8965-6AA338C1346E}"/>
                  </a:ext>
                </a:extLst>
              </p:cNvPr>
              <p:cNvSpPr/>
              <p:nvPr/>
            </p:nvSpPr>
            <p:spPr>
              <a:xfrm>
                <a:off x="1868275" y="3677022"/>
                <a:ext cx="20510" cy="1348174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2068" extrusionOk="0">
                    <a:moveTo>
                      <a:pt x="1" y="0"/>
                    </a:moveTo>
                    <a:lnTo>
                      <a:pt x="1" y="42067"/>
                    </a:lnTo>
                    <a:lnTo>
                      <a:pt x="640" y="42067"/>
                    </a:lnTo>
                    <a:lnTo>
                      <a:pt x="640" y="0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41">
                <a:extLst>
                  <a:ext uri="{FF2B5EF4-FFF2-40B4-BE49-F238E27FC236}">
                    <a16:creationId xmlns:a16="http://schemas.microsoft.com/office/drawing/2014/main" id="{5809C9A8-584F-FF9A-C3EB-D8012F12A6FC}"/>
                  </a:ext>
                </a:extLst>
              </p:cNvPr>
              <p:cNvSpPr/>
              <p:nvPr/>
            </p:nvSpPr>
            <p:spPr>
              <a:xfrm>
                <a:off x="1759278" y="5010562"/>
                <a:ext cx="1205531" cy="38810"/>
              </a:xfrm>
              <a:custGeom>
                <a:avLst/>
                <a:gdLst/>
                <a:ahLst/>
                <a:cxnLst/>
                <a:rect l="l" t="t" r="r" b="b"/>
                <a:pathLst>
                  <a:path w="37617" h="1211" extrusionOk="0">
                    <a:moveTo>
                      <a:pt x="1" y="1"/>
                    </a:moveTo>
                    <a:lnTo>
                      <a:pt x="1" y="1210"/>
                    </a:lnTo>
                    <a:lnTo>
                      <a:pt x="37617" y="1210"/>
                    </a:lnTo>
                    <a:lnTo>
                      <a:pt x="376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41">
                <a:extLst>
                  <a:ext uri="{FF2B5EF4-FFF2-40B4-BE49-F238E27FC236}">
                    <a16:creationId xmlns:a16="http://schemas.microsoft.com/office/drawing/2014/main" id="{76753C8A-F6D1-E039-EBB8-7C239E75A4AB}"/>
                  </a:ext>
                </a:extLst>
              </p:cNvPr>
              <p:cNvSpPr/>
              <p:nvPr/>
            </p:nvSpPr>
            <p:spPr>
              <a:xfrm>
                <a:off x="1184327" y="5010562"/>
                <a:ext cx="692002" cy="38810"/>
              </a:xfrm>
              <a:custGeom>
                <a:avLst/>
                <a:gdLst/>
                <a:ahLst/>
                <a:cxnLst/>
                <a:rect l="l" t="t" r="r" b="b"/>
                <a:pathLst>
                  <a:path w="21593" h="1211" extrusionOk="0">
                    <a:moveTo>
                      <a:pt x="0" y="1"/>
                    </a:moveTo>
                    <a:lnTo>
                      <a:pt x="0" y="1210"/>
                    </a:lnTo>
                    <a:lnTo>
                      <a:pt x="21593" y="1210"/>
                    </a:lnTo>
                    <a:lnTo>
                      <a:pt x="215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41">
                <a:extLst>
                  <a:ext uri="{FF2B5EF4-FFF2-40B4-BE49-F238E27FC236}">
                    <a16:creationId xmlns:a16="http://schemas.microsoft.com/office/drawing/2014/main" id="{D84C70A4-1AF6-5ADB-C17F-32D2E6866806}"/>
                  </a:ext>
                </a:extLst>
              </p:cNvPr>
              <p:cNvSpPr/>
              <p:nvPr/>
            </p:nvSpPr>
            <p:spPr>
              <a:xfrm>
                <a:off x="2002879" y="3771373"/>
                <a:ext cx="940017" cy="1174092"/>
              </a:xfrm>
              <a:custGeom>
                <a:avLst/>
                <a:gdLst/>
                <a:ahLst/>
                <a:cxnLst/>
                <a:rect l="l" t="t" r="r" b="b"/>
                <a:pathLst>
                  <a:path w="29332" h="36636" extrusionOk="0">
                    <a:moveTo>
                      <a:pt x="1" y="1"/>
                    </a:moveTo>
                    <a:lnTo>
                      <a:pt x="1" y="36635"/>
                    </a:lnTo>
                    <a:lnTo>
                      <a:pt x="28258" y="36635"/>
                    </a:lnTo>
                    <a:lnTo>
                      <a:pt x="293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41">
                <a:extLst>
                  <a:ext uri="{FF2B5EF4-FFF2-40B4-BE49-F238E27FC236}">
                    <a16:creationId xmlns:a16="http://schemas.microsoft.com/office/drawing/2014/main" id="{669B1C11-7A66-ABAF-BABD-23BE5FB51CB4}"/>
                  </a:ext>
                </a:extLst>
              </p:cNvPr>
              <p:cNvSpPr/>
              <p:nvPr/>
            </p:nvSpPr>
            <p:spPr>
              <a:xfrm>
                <a:off x="2048228" y="3790409"/>
                <a:ext cx="894670" cy="1136020"/>
              </a:xfrm>
              <a:custGeom>
                <a:avLst/>
                <a:gdLst/>
                <a:ahLst/>
                <a:cxnLst/>
                <a:rect l="l" t="t" r="r" b="b"/>
                <a:pathLst>
                  <a:path w="27917" h="35448" extrusionOk="0">
                    <a:moveTo>
                      <a:pt x="1" y="0"/>
                    </a:moveTo>
                    <a:lnTo>
                      <a:pt x="1" y="35448"/>
                    </a:lnTo>
                    <a:lnTo>
                      <a:pt x="26912" y="35448"/>
                    </a:lnTo>
                    <a:lnTo>
                      <a:pt x="279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41">
                <a:extLst>
                  <a:ext uri="{FF2B5EF4-FFF2-40B4-BE49-F238E27FC236}">
                    <a16:creationId xmlns:a16="http://schemas.microsoft.com/office/drawing/2014/main" id="{40275645-4376-E12F-8059-101116535BF6}"/>
                  </a:ext>
                </a:extLst>
              </p:cNvPr>
              <p:cNvSpPr/>
              <p:nvPr/>
            </p:nvSpPr>
            <p:spPr>
              <a:xfrm>
                <a:off x="2182095" y="3790409"/>
                <a:ext cx="626945" cy="1136020"/>
              </a:xfrm>
              <a:custGeom>
                <a:avLst/>
                <a:gdLst/>
                <a:ahLst/>
                <a:cxnLst/>
                <a:rect l="l" t="t" r="r" b="b"/>
                <a:pathLst>
                  <a:path w="19563" h="35448" extrusionOk="0">
                    <a:moveTo>
                      <a:pt x="6917" y="0"/>
                    </a:moveTo>
                    <a:lnTo>
                      <a:pt x="1" y="35448"/>
                    </a:lnTo>
                    <a:lnTo>
                      <a:pt x="12167" y="35448"/>
                    </a:lnTo>
                    <a:lnTo>
                      <a:pt x="19562" y="0"/>
                    </a:lnTo>
                    <a:close/>
                  </a:path>
                </a:pathLst>
              </a:custGeom>
              <a:solidFill>
                <a:srgbClr val="FFFFFF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41">
                <a:extLst>
                  <a:ext uri="{FF2B5EF4-FFF2-40B4-BE49-F238E27FC236}">
                    <a16:creationId xmlns:a16="http://schemas.microsoft.com/office/drawing/2014/main" id="{77B8E6C0-E527-2582-3456-9BA68DFB9D46}"/>
                  </a:ext>
                </a:extLst>
              </p:cNvPr>
              <p:cNvSpPr/>
              <p:nvPr/>
            </p:nvSpPr>
            <p:spPr>
              <a:xfrm>
                <a:off x="1850007" y="3645550"/>
                <a:ext cx="47558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08" extrusionOk="0">
                    <a:moveTo>
                      <a:pt x="0" y="1"/>
                    </a:moveTo>
                    <a:lnTo>
                      <a:pt x="0" y="1507"/>
                    </a:lnTo>
                    <a:lnTo>
                      <a:pt x="1484" y="1507"/>
                    </a:lnTo>
                    <a:lnTo>
                      <a:pt x="14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41">
                <a:extLst>
                  <a:ext uri="{FF2B5EF4-FFF2-40B4-BE49-F238E27FC236}">
                    <a16:creationId xmlns:a16="http://schemas.microsoft.com/office/drawing/2014/main" id="{BAA09411-6D18-14F7-BD4D-4F6CCE95D586}"/>
                  </a:ext>
                </a:extLst>
              </p:cNvPr>
              <p:cNvSpPr/>
              <p:nvPr/>
            </p:nvSpPr>
            <p:spPr>
              <a:xfrm>
                <a:off x="1850007" y="3645550"/>
                <a:ext cx="47558" cy="48328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1508" extrusionOk="0">
                    <a:moveTo>
                      <a:pt x="0" y="1"/>
                    </a:moveTo>
                    <a:lnTo>
                      <a:pt x="0" y="1507"/>
                    </a:lnTo>
                    <a:lnTo>
                      <a:pt x="1484" y="1507"/>
                    </a:lnTo>
                    <a:lnTo>
                      <a:pt x="1484" y="1"/>
                    </a:ln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95" name="Google Shape;1695;p41">
            <a:extLst>
              <a:ext uri="{FF2B5EF4-FFF2-40B4-BE49-F238E27FC236}">
                <a16:creationId xmlns:a16="http://schemas.microsoft.com/office/drawing/2014/main" id="{CAD3853C-01AF-4455-B482-EFF89E744453}"/>
              </a:ext>
            </a:extLst>
          </p:cNvPr>
          <p:cNvGrpSpPr/>
          <p:nvPr/>
        </p:nvGrpSpPr>
        <p:grpSpPr>
          <a:xfrm>
            <a:off x="5040000" y="2311200"/>
            <a:ext cx="984654" cy="2835463"/>
            <a:chOff x="5038679" y="2311250"/>
            <a:chExt cx="984654" cy="2835463"/>
          </a:xfrm>
        </p:grpSpPr>
        <p:sp>
          <p:nvSpPr>
            <p:cNvPr id="1696" name="Google Shape;1696;p41">
              <a:extLst>
                <a:ext uri="{FF2B5EF4-FFF2-40B4-BE49-F238E27FC236}">
                  <a16:creationId xmlns:a16="http://schemas.microsoft.com/office/drawing/2014/main" id="{7DF255FA-411B-5801-50BB-AE23E0417D81}"/>
                </a:ext>
              </a:extLst>
            </p:cNvPr>
            <p:cNvSpPr/>
            <p:nvPr/>
          </p:nvSpPr>
          <p:spPr>
            <a:xfrm>
              <a:off x="5443324" y="2311250"/>
              <a:ext cx="373706" cy="325603"/>
            </a:xfrm>
            <a:custGeom>
              <a:avLst/>
              <a:gdLst/>
              <a:ahLst/>
              <a:cxnLst/>
              <a:rect l="l" t="t" r="r" b="b"/>
              <a:pathLst>
                <a:path w="11661" h="10160" extrusionOk="0">
                  <a:moveTo>
                    <a:pt x="4949" y="1"/>
                  </a:moveTo>
                  <a:cubicBezTo>
                    <a:pt x="0" y="1"/>
                    <a:pt x="124" y="4552"/>
                    <a:pt x="1138" y="5161"/>
                  </a:cubicBezTo>
                  <a:cubicBezTo>
                    <a:pt x="1138" y="5161"/>
                    <a:pt x="3352" y="7923"/>
                    <a:pt x="4859" y="8585"/>
                  </a:cubicBezTo>
                  <a:cubicBezTo>
                    <a:pt x="6639" y="9361"/>
                    <a:pt x="9766" y="10160"/>
                    <a:pt x="9766" y="10160"/>
                  </a:cubicBezTo>
                  <a:lnTo>
                    <a:pt x="10908" y="9475"/>
                  </a:lnTo>
                  <a:cubicBezTo>
                    <a:pt x="10908" y="9475"/>
                    <a:pt x="11592" y="7535"/>
                    <a:pt x="11638" y="5047"/>
                  </a:cubicBezTo>
                  <a:cubicBezTo>
                    <a:pt x="11661" y="2559"/>
                    <a:pt x="10246" y="94"/>
                    <a:pt x="5133" y="3"/>
                  </a:cubicBezTo>
                  <a:cubicBezTo>
                    <a:pt x="5071" y="1"/>
                    <a:pt x="5009" y="1"/>
                    <a:pt x="49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1">
              <a:extLst>
                <a:ext uri="{FF2B5EF4-FFF2-40B4-BE49-F238E27FC236}">
                  <a16:creationId xmlns:a16="http://schemas.microsoft.com/office/drawing/2014/main" id="{9DA56964-CA19-60E1-E58B-559E3EDD8C00}"/>
                </a:ext>
              </a:extLst>
            </p:cNvPr>
            <p:cNvSpPr/>
            <p:nvPr/>
          </p:nvSpPr>
          <p:spPr>
            <a:xfrm>
              <a:off x="5038679" y="5106430"/>
              <a:ext cx="969277" cy="40284"/>
            </a:xfrm>
            <a:custGeom>
              <a:avLst/>
              <a:gdLst/>
              <a:ahLst/>
              <a:cxnLst/>
              <a:rect l="l" t="t" r="r" b="b"/>
              <a:pathLst>
                <a:path w="30245" h="1257" extrusionOk="0">
                  <a:moveTo>
                    <a:pt x="15111" y="1"/>
                  </a:moveTo>
                  <a:cubicBezTo>
                    <a:pt x="6757" y="1"/>
                    <a:pt x="1" y="275"/>
                    <a:pt x="1" y="640"/>
                  </a:cubicBezTo>
                  <a:cubicBezTo>
                    <a:pt x="1" y="982"/>
                    <a:pt x="6757" y="1256"/>
                    <a:pt x="15111" y="1256"/>
                  </a:cubicBezTo>
                  <a:cubicBezTo>
                    <a:pt x="23465" y="1256"/>
                    <a:pt x="30244" y="982"/>
                    <a:pt x="30244" y="640"/>
                  </a:cubicBezTo>
                  <a:cubicBezTo>
                    <a:pt x="30244" y="275"/>
                    <a:pt x="23465" y="1"/>
                    <a:pt x="15111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1">
              <a:extLst>
                <a:ext uri="{FF2B5EF4-FFF2-40B4-BE49-F238E27FC236}">
                  <a16:creationId xmlns:a16="http://schemas.microsoft.com/office/drawing/2014/main" id="{07A292F9-180C-44E6-B810-4858BE3DBBAF}"/>
                </a:ext>
              </a:extLst>
            </p:cNvPr>
            <p:cNvSpPr/>
            <p:nvPr/>
          </p:nvSpPr>
          <p:spPr>
            <a:xfrm>
              <a:off x="5476142" y="2563697"/>
              <a:ext cx="40252" cy="40252"/>
            </a:xfrm>
            <a:custGeom>
              <a:avLst/>
              <a:gdLst/>
              <a:ahLst/>
              <a:cxnLst/>
              <a:rect l="l" t="t" r="r" b="b"/>
              <a:pathLst>
                <a:path w="1256" h="1256" extrusionOk="0">
                  <a:moveTo>
                    <a:pt x="617" y="0"/>
                  </a:moveTo>
                  <a:lnTo>
                    <a:pt x="0" y="320"/>
                  </a:lnTo>
                  <a:lnTo>
                    <a:pt x="890" y="1256"/>
                  </a:lnTo>
                  <a:lnTo>
                    <a:pt x="1256" y="1028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1">
              <a:extLst>
                <a:ext uri="{FF2B5EF4-FFF2-40B4-BE49-F238E27FC236}">
                  <a16:creationId xmlns:a16="http://schemas.microsoft.com/office/drawing/2014/main" id="{240387CD-67BA-CB03-DE0D-75022C7F5A4E}"/>
                </a:ext>
              </a:extLst>
            </p:cNvPr>
            <p:cNvSpPr/>
            <p:nvPr/>
          </p:nvSpPr>
          <p:spPr>
            <a:xfrm>
              <a:off x="5484186" y="2571741"/>
              <a:ext cx="21247" cy="21247"/>
            </a:xfrm>
            <a:custGeom>
              <a:avLst/>
              <a:gdLst/>
              <a:ahLst/>
              <a:cxnLst/>
              <a:rect l="l" t="t" r="r" b="b"/>
              <a:pathLst>
                <a:path w="663" h="663" extrusionOk="0">
                  <a:moveTo>
                    <a:pt x="320" y="0"/>
                  </a:moveTo>
                  <a:lnTo>
                    <a:pt x="0" y="183"/>
                  </a:lnTo>
                  <a:lnTo>
                    <a:pt x="480" y="662"/>
                  </a:lnTo>
                  <a:lnTo>
                    <a:pt x="662" y="52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1">
              <a:extLst>
                <a:ext uri="{FF2B5EF4-FFF2-40B4-BE49-F238E27FC236}">
                  <a16:creationId xmlns:a16="http://schemas.microsoft.com/office/drawing/2014/main" id="{01C48100-902A-95DE-3497-5AF13EE2BF92}"/>
                </a:ext>
              </a:extLst>
            </p:cNvPr>
            <p:cNvSpPr/>
            <p:nvPr/>
          </p:nvSpPr>
          <p:spPr>
            <a:xfrm>
              <a:off x="5196679" y="2873702"/>
              <a:ext cx="116364" cy="129664"/>
            </a:xfrm>
            <a:custGeom>
              <a:avLst/>
              <a:gdLst/>
              <a:ahLst/>
              <a:cxnLst/>
              <a:rect l="l" t="t" r="r" b="b"/>
              <a:pathLst>
                <a:path w="3631" h="4046" extrusionOk="0">
                  <a:moveTo>
                    <a:pt x="938" y="0"/>
                  </a:moveTo>
                  <a:cubicBezTo>
                    <a:pt x="921" y="0"/>
                    <a:pt x="906" y="2"/>
                    <a:pt x="891" y="5"/>
                  </a:cubicBezTo>
                  <a:cubicBezTo>
                    <a:pt x="412" y="74"/>
                    <a:pt x="1" y="2060"/>
                    <a:pt x="526" y="2196"/>
                  </a:cubicBezTo>
                  <a:cubicBezTo>
                    <a:pt x="1074" y="2311"/>
                    <a:pt x="2169" y="4045"/>
                    <a:pt x="2169" y="4045"/>
                  </a:cubicBezTo>
                  <a:lnTo>
                    <a:pt x="3630" y="2402"/>
                  </a:lnTo>
                  <a:cubicBezTo>
                    <a:pt x="2793" y="1191"/>
                    <a:pt x="1404" y="0"/>
                    <a:pt x="938" y="0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1">
              <a:extLst>
                <a:ext uri="{FF2B5EF4-FFF2-40B4-BE49-F238E27FC236}">
                  <a16:creationId xmlns:a16="http://schemas.microsoft.com/office/drawing/2014/main" id="{BFCE245D-EBA5-3BBB-5A44-556319CB5931}"/>
                </a:ext>
              </a:extLst>
            </p:cNvPr>
            <p:cNvSpPr/>
            <p:nvPr/>
          </p:nvSpPr>
          <p:spPr>
            <a:xfrm>
              <a:off x="5248629" y="2927256"/>
              <a:ext cx="290030" cy="409888"/>
            </a:xfrm>
            <a:custGeom>
              <a:avLst/>
              <a:gdLst/>
              <a:ahLst/>
              <a:cxnLst/>
              <a:rect l="l" t="t" r="r" b="b"/>
              <a:pathLst>
                <a:path w="9050" h="12790" extrusionOk="0">
                  <a:moveTo>
                    <a:pt x="2260" y="1"/>
                  </a:moveTo>
                  <a:lnTo>
                    <a:pt x="1" y="2511"/>
                  </a:lnTo>
                  <a:cubicBezTo>
                    <a:pt x="138" y="2785"/>
                    <a:pt x="5387" y="12052"/>
                    <a:pt x="6118" y="12714"/>
                  </a:cubicBezTo>
                  <a:cubicBezTo>
                    <a:pt x="6177" y="12766"/>
                    <a:pt x="6245" y="12790"/>
                    <a:pt x="6321" y="12790"/>
                  </a:cubicBezTo>
                  <a:cubicBezTo>
                    <a:pt x="7190" y="12790"/>
                    <a:pt x="9049" y="9675"/>
                    <a:pt x="8902" y="8857"/>
                  </a:cubicBezTo>
                  <a:cubicBezTo>
                    <a:pt x="8697" y="7967"/>
                    <a:pt x="3173" y="868"/>
                    <a:pt x="2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1">
              <a:extLst>
                <a:ext uri="{FF2B5EF4-FFF2-40B4-BE49-F238E27FC236}">
                  <a16:creationId xmlns:a16="http://schemas.microsoft.com/office/drawing/2014/main" id="{07E5F597-40DD-27FB-98FB-1C9FE976179E}"/>
                </a:ext>
              </a:extLst>
            </p:cNvPr>
            <p:cNvSpPr/>
            <p:nvPr/>
          </p:nvSpPr>
          <p:spPr>
            <a:xfrm>
              <a:off x="5248629" y="2927256"/>
              <a:ext cx="290030" cy="409888"/>
            </a:xfrm>
            <a:custGeom>
              <a:avLst/>
              <a:gdLst/>
              <a:ahLst/>
              <a:cxnLst/>
              <a:rect l="l" t="t" r="r" b="b"/>
              <a:pathLst>
                <a:path w="9050" h="12790" extrusionOk="0">
                  <a:moveTo>
                    <a:pt x="2260" y="1"/>
                  </a:moveTo>
                  <a:lnTo>
                    <a:pt x="1" y="2511"/>
                  </a:lnTo>
                  <a:cubicBezTo>
                    <a:pt x="138" y="2785"/>
                    <a:pt x="5387" y="12052"/>
                    <a:pt x="6118" y="12714"/>
                  </a:cubicBezTo>
                  <a:cubicBezTo>
                    <a:pt x="6177" y="12766"/>
                    <a:pt x="6245" y="12790"/>
                    <a:pt x="6321" y="12790"/>
                  </a:cubicBezTo>
                  <a:cubicBezTo>
                    <a:pt x="7190" y="12790"/>
                    <a:pt x="9049" y="9675"/>
                    <a:pt x="8902" y="8857"/>
                  </a:cubicBezTo>
                  <a:cubicBezTo>
                    <a:pt x="8697" y="7967"/>
                    <a:pt x="3173" y="868"/>
                    <a:pt x="2260" y="1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1">
              <a:extLst>
                <a:ext uri="{FF2B5EF4-FFF2-40B4-BE49-F238E27FC236}">
                  <a16:creationId xmlns:a16="http://schemas.microsoft.com/office/drawing/2014/main" id="{81D1B3C0-30D9-CCBF-5E78-6CEC3078CCA4}"/>
                </a:ext>
              </a:extLst>
            </p:cNvPr>
            <p:cNvSpPr/>
            <p:nvPr/>
          </p:nvSpPr>
          <p:spPr>
            <a:xfrm>
              <a:off x="5269845" y="2927256"/>
              <a:ext cx="219493" cy="262693"/>
            </a:xfrm>
            <a:custGeom>
              <a:avLst/>
              <a:gdLst/>
              <a:ahLst/>
              <a:cxnLst/>
              <a:rect l="l" t="t" r="r" b="b"/>
              <a:pathLst>
                <a:path w="6849" h="8197" extrusionOk="0">
                  <a:moveTo>
                    <a:pt x="1553" y="1"/>
                  </a:moveTo>
                  <a:lnTo>
                    <a:pt x="1" y="1758"/>
                  </a:lnTo>
                  <a:cubicBezTo>
                    <a:pt x="2055" y="4314"/>
                    <a:pt x="4885" y="7807"/>
                    <a:pt x="5387" y="8149"/>
                  </a:cubicBezTo>
                  <a:cubicBezTo>
                    <a:pt x="5443" y="8182"/>
                    <a:pt x="5502" y="8197"/>
                    <a:pt x="5562" y="8197"/>
                  </a:cubicBezTo>
                  <a:cubicBezTo>
                    <a:pt x="5967" y="8197"/>
                    <a:pt x="6451" y="7503"/>
                    <a:pt x="6848" y="6688"/>
                  </a:cubicBezTo>
                  <a:cubicBezTo>
                    <a:pt x="5068" y="4223"/>
                    <a:pt x="2215" y="617"/>
                    <a:pt x="1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1">
              <a:extLst>
                <a:ext uri="{FF2B5EF4-FFF2-40B4-BE49-F238E27FC236}">
                  <a16:creationId xmlns:a16="http://schemas.microsoft.com/office/drawing/2014/main" id="{405FF95F-69DC-1D99-3170-9FAEF69E2EFC}"/>
                </a:ext>
              </a:extLst>
            </p:cNvPr>
            <p:cNvSpPr/>
            <p:nvPr/>
          </p:nvSpPr>
          <p:spPr>
            <a:xfrm>
              <a:off x="5364196" y="4872347"/>
              <a:ext cx="64415" cy="208501"/>
            </a:xfrm>
            <a:custGeom>
              <a:avLst/>
              <a:gdLst/>
              <a:ahLst/>
              <a:cxnLst/>
              <a:rect l="l" t="t" r="r" b="b"/>
              <a:pathLst>
                <a:path w="2010" h="6506" extrusionOk="0">
                  <a:moveTo>
                    <a:pt x="2010" y="1"/>
                  </a:moveTo>
                  <a:lnTo>
                    <a:pt x="412" y="92"/>
                  </a:lnTo>
                  <a:lnTo>
                    <a:pt x="1" y="5684"/>
                  </a:lnTo>
                  <a:lnTo>
                    <a:pt x="982" y="6506"/>
                  </a:lnTo>
                  <a:lnTo>
                    <a:pt x="2010" y="1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1">
              <a:extLst>
                <a:ext uri="{FF2B5EF4-FFF2-40B4-BE49-F238E27FC236}">
                  <a16:creationId xmlns:a16="http://schemas.microsoft.com/office/drawing/2014/main" id="{45E89CC4-3AD1-69B2-8089-F16308B898EC}"/>
                </a:ext>
              </a:extLst>
            </p:cNvPr>
            <p:cNvSpPr/>
            <p:nvPr/>
          </p:nvSpPr>
          <p:spPr>
            <a:xfrm>
              <a:off x="5342275" y="3284982"/>
              <a:ext cx="448441" cy="1665605"/>
            </a:xfrm>
            <a:custGeom>
              <a:avLst/>
              <a:gdLst/>
              <a:ahLst/>
              <a:cxnLst/>
              <a:rect l="l" t="t" r="r" b="b"/>
              <a:pathLst>
                <a:path w="13993" h="51973" extrusionOk="0">
                  <a:moveTo>
                    <a:pt x="3447" y="0"/>
                  </a:moveTo>
                  <a:cubicBezTo>
                    <a:pt x="3447" y="0"/>
                    <a:pt x="982" y="17598"/>
                    <a:pt x="982" y="23259"/>
                  </a:cubicBezTo>
                  <a:cubicBezTo>
                    <a:pt x="982" y="28897"/>
                    <a:pt x="0" y="51608"/>
                    <a:pt x="0" y="51608"/>
                  </a:cubicBezTo>
                  <a:lnTo>
                    <a:pt x="3219" y="51973"/>
                  </a:lnTo>
                  <a:cubicBezTo>
                    <a:pt x="3219" y="51973"/>
                    <a:pt x="5159" y="34968"/>
                    <a:pt x="7418" y="29696"/>
                  </a:cubicBezTo>
                  <a:cubicBezTo>
                    <a:pt x="9655" y="24423"/>
                    <a:pt x="13718" y="13284"/>
                    <a:pt x="13855" y="11321"/>
                  </a:cubicBezTo>
                  <a:cubicBezTo>
                    <a:pt x="13992" y="9358"/>
                    <a:pt x="11230" y="2899"/>
                    <a:pt x="11230" y="2899"/>
                  </a:cubicBezTo>
                  <a:lnTo>
                    <a:pt x="34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1">
              <a:extLst>
                <a:ext uri="{FF2B5EF4-FFF2-40B4-BE49-F238E27FC236}">
                  <a16:creationId xmlns:a16="http://schemas.microsoft.com/office/drawing/2014/main" id="{F6EF8D95-4151-55C7-19A9-93FAE6A692D2}"/>
                </a:ext>
              </a:extLst>
            </p:cNvPr>
            <p:cNvSpPr/>
            <p:nvPr/>
          </p:nvSpPr>
          <p:spPr>
            <a:xfrm>
              <a:off x="5342275" y="3284982"/>
              <a:ext cx="448441" cy="1665605"/>
            </a:xfrm>
            <a:custGeom>
              <a:avLst/>
              <a:gdLst/>
              <a:ahLst/>
              <a:cxnLst/>
              <a:rect l="l" t="t" r="r" b="b"/>
              <a:pathLst>
                <a:path w="13993" h="51973" extrusionOk="0">
                  <a:moveTo>
                    <a:pt x="3447" y="0"/>
                  </a:moveTo>
                  <a:cubicBezTo>
                    <a:pt x="3447" y="0"/>
                    <a:pt x="982" y="17598"/>
                    <a:pt x="982" y="23259"/>
                  </a:cubicBezTo>
                  <a:cubicBezTo>
                    <a:pt x="982" y="28897"/>
                    <a:pt x="0" y="51608"/>
                    <a:pt x="0" y="51608"/>
                  </a:cubicBezTo>
                  <a:lnTo>
                    <a:pt x="3219" y="51973"/>
                  </a:lnTo>
                  <a:cubicBezTo>
                    <a:pt x="3219" y="51973"/>
                    <a:pt x="5159" y="34968"/>
                    <a:pt x="7418" y="29696"/>
                  </a:cubicBezTo>
                  <a:cubicBezTo>
                    <a:pt x="9655" y="24423"/>
                    <a:pt x="13718" y="13284"/>
                    <a:pt x="13855" y="11321"/>
                  </a:cubicBezTo>
                  <a:cubicBezTo>
                    <a:pt x="13992" y="9358"/>
                    <a:pt x="11230" y="2899"/>
                    <a:pt x="11230" y="2899"/>
                  </a:cubicBezTo>
                  <a:lnTo>
                    <a:pt x="3447" y="0"/>
                  </a:ln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1">
              <a:extLst>
                <a:ext uri="{FF2B5EF4-FFF2-40B4-BE49-F238E27FC236}">
                  <a16:creationId xmlns:a16="http://schemas.microsoft.com/office/drawing/2014/main" id="{6C95A4A2-BEBC-DA3B-559A-45F536AB7EDC}"/>
                </a:ext>
              </a:extLst>
            </p:cNvPr>
            <p:cNvSpPr/>
            <p:nvPr/>
          </p:nvSpPr>
          <p:spPr>
            <a:xfrm>
              <a:off x="5341538" y="3284982"/>
              <a:ext cx="225326" cy="1659772"/>
            </a:xfrm>
            <a:custGeom>
              <a:avLst/>
              <a:gdLst/>
              <a:ahLst/>
              <a:cxnLst/>
              <a:rect l="l" t="t" r="r" b="b"/>
              <a:pathLst>
                <a:path w="7031" h="51791" extrusionOk="0">
                  <a:moveTo>
                    <a:pt x="3470" y="0"/>
                  </a:moveTo>
                  <a:cubicBezTo>
                    <a:pt x="3470" y="0"/>
                    <a:pt x="1005" y="17598"/>
                    <a:pt x="1005" y="23259"/>
                  </a:cubicBezTo>
                  <a:cubicBezTo>
                    <a:pt x="1005" y="28897"/>
                    <a:pt x="0" y="51608"/>
                    <a:pt x="0" y="51608"/>
                  </a:cubicBezTo>
                  <a:lnTo>
                    <a:pt x="1553" y="51790"/>
                  </a:lnTo>
                  <a:cubicBezTo>
                    <a:pt x="2077" y="46016"/>
                    <a:pt x="2557" y="27938"/>
                    <a:pt x="2785" y="23076"/>
                  </a:cubicBezTo>
                  <a:cubicBezTo>
                    <a:pt x="3013" y="18192"/>
                    <a:pt x="6255" y="5775"/>
                    <a:pt x="7031" y="1347"/>
                  </a:cubicBezTo>
                  <a:lnTo>
                    <a:pt x="34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1">
              <a:extLst>
                <a:ext uri="{FF2B5EF4-FFF2-40B4-BE49-F238E27FC236}">
                  <a16:creationId xmlns:a16="http://schemas.microsoft.com/office/drawing/2014/main" id="{ABC2A5D1-B5E2-AB65-E99A-D483FF821E79}"/>
                </a:ext>
              </a:extLst>
            </p:cNvPr>
            <p:cNvSpPr/>
            <p:nvPr/>
          </p:nvSpPr>
          <p:spPr>
            <a:xfrm>
              <a:off x="5648788" y="4837254"/>
              <a:ext cx="105340" cy="218724"/>
            </a:xfrm>
            <a:custGeom>
              <a:avLst/>
              <a:gdLst/>
              <a:ahLst/>
              <a:cxnLst/>
              <a:rect l="l" t="t" r="r" b="b"/>
              <a:pathLst>
                <a:path w="3287" h="6825" extrusionOk="0">
                  <a:moveTo>
                    <a:pt x="1415" y="0"/>
                  </a:moveTo>
                  <a:lnTo>
                    <a:pt x="0" y="845"/>
                  </a:lnTo>
                  <a:lnTo>
                    <a:pt x="2031" y="6482"/>
                  </a:lnTo>
                  <a:lnTo>
                    <a:pt x="3287" y="6825"/>
                  </a:lnTo>
                  <a:lnTo>
                    <a:pt x="3287" y="6825"/>
                  </a:lnTo>
                  <a:lnTo>
                    <a:pt x="1415" y="0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1">
              <a:extLst>
                <a:ext uri="{FF2B5EF4-FFF2-40B4-BE49-F238E27FC236}">
                  <a16:creationId xmlns:a16="http://schemas.microsoft.com/office/drawing/2014/main" id="{35685B50-0975-13F7-3996-D66A5CF56317}"/>
                </a:ext>
              </a:extLst>
            </p:cNvPr>
            <p:cNvSpPr/>
            <p:nvPr/>
          </p:nvSpPr>
          <p:spPr>
            <a:xfrm>
              <a:off x="5159374" y="5030923"/>
              <a:ext cx="261187" cy="97488"/>
            </a:xfrm>
            <a:custGeom>
              <a:avLst/>
              <a:gdLst/>
              <a:ahLst/>
              <a:cxnLst/>
              <a:rect l="l" t="t" r="r" b="b"/>
              <a:pathLst>
                <a:path w="8150" h="3042" extrusionOk="0">
                  <a:moveTo>
                    <a:pt x="7048" y="0"/>
                  </a:moveTo>
                  <a:cubicBezTo>
                    <a:pt x="6511" y="0"/>
                    <a:pt x="6072" y="234"/>
                    <a:pt x="6072" y="234"/>
                  </a:cubicBezTo>
                  <a:cubicBezTo>
                    <a:pt x="6072" y="234"/>
                    <a:pt x="4383" y="1877"/>
                    <a:pt x="2192" y="2151"/>
                  </a:cubicBezTo>
                  <a:cubicBezTo>
                    <a:pt x="1" y="2448"/>
                    <a:pt x="252" y="3042"/>
                    <a:pt x="252" y="3042"/>
                  </a:cubicBezTo>
                  <a:lnTo>
                    <a:pt x="7990" y="3042"/>
                  </a:lnTo>
                  <a:cubicBezTo>
                    <a:pt x="7990" y="3042"/>
                    <a:pt x="8150" y="211"/>
                    <a:pt x="7465" y="51"/>
                  </a:cubicBezTo>
                  <a:cubicBezTo>
                    <a:pt x="7323" y="15"/>
                    <a:pt x="7183" y="0"/>
                    <a:pt x="70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1">
              <a:extLst>
                <a:ext uri="{FF2B5EF4-FFF2-40B4-BE49-F238E27FC236}">
                  <a16:creationId xmlns:a16="http://schemas.microsoft.com/office/drawing/2014/main" id="{BA32EDAD-E85F-8505-176A-B02D1A88D8E5}"/>
                </a:ext>
              </a:extLst>
            </p:cNvPr>
            <p:cNvSpPr/>
            <p:nvPr/>
          </p:nvSpPr>
          <p:spPr>
            <a:xfrm>
              <a:off x="5533926" y="5025123"/>
              <a:ext cx="279454" cy="103289"/>
            </a:xfrm>
            <a:custGeom>
              <a:avLst/>
              <a:gdLst/>
              <a:ahLst/>
              <a:cxnLst/>
              <a:rect l="l" t="t" r="r" b="b"/>
              <a:pathLst>
                <a:path w="8720" h="3223" extrusionOk="0">
                  <a:moveTo>
                    <a:pt x="6205" y="1"/>
                  </a:moveTo>
                  <a:cubicBezTo>
                    <a:pt x="5632" y="1"/>
                    <a:pt x="5273" y="255"/>
                    <a:pt x="5273" y="255"/>
                  </a:cubicBezTo>
                  <a:cubicBezTo>
                    <a:pt x="5273" y="255"/>
                    <a:pt x="4337" y="1990"/>
                    <a:pt x="2169" y="2287"/>
                  </a:cubicBezTo>
                  <a:cubicBezTo>
                    <a:pt x="0" y="2606"/>
                    <a:pt x="594" y="3223"/>
                    <a:pt x="594" y="3223"/>
                  </a:cubicBezTo>
                  <a:lnTo>
                    <a:pt x="8720" y="3223"/>
                  </a:lnTo>
                  <a:cubicBezTo>
                    <a:pt x="8720" y="3223"/>
                    <a:pt x="7510" y="255"/>
                    <a:pt x="6643" y="50"/>
                  </a:cubicBezTo>
                  <a:cubicBezTo>
                    <a:pt x="6486" y="15"/>
                    <a:pt x="6340" y="1"/>
                    <a:pt x="62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1">
              <a:extLst>
                <a:ext uri="{FF2B5EF4-FFF2-40B4-BE49-F238E27FC236}">
                  <a16:creationId xmlns:a16="http://schemas.microsoft.com/office/drawing/2014/main" id="{66303357-A719-0CF5-B3EC-3968F496B528}"/>
                </a:ext>
              </a:extLst>
            </p:cNvPr>
            <p:cNvSpPr/>
            <p:nvPr/>
          </p:nvSpPr>
          <p:spPr>
            <a:xfrm>
              <a:off x="5550751" y="5025411"/>
              <a:ext cx="209975" cy="99347"/>
            </a:xfrm>
            <a:custGeom>
              <a:avLst/>
              <a:gdLst/>
              <a:ahLst/>
              <a:cxnLst/>
              <a:rect l="l" t="t" r="r" b="b"/>
              <a:pathLst>
                <a:path w="6552" h="3100" extrusionOk="0">
                  <a:moveTo>
                    <a:pt x="5693" y="0"/>
                  </a:moveTo>
                  <a:cubicBezTo>
                    <a:pt x="5124" y="0"/>
                    <a:pt x="4771" y="246"/>
                    <a:pt x="4771" y="246"/>
                  </a:cubicBezTo>
                  <a:cubicBezTo>
                    <a:pt x="4771" y="246"/>
                    <a:pt x="3835" y="1958"/>
                    <a:pt x="1667" y="2278"/>
                  </a:cubicBezTo>
                  <a:cubicBezTo>
                    <a:pt x="69" y="2506"/>
                    <a:pt x="0" y="2894"/>
                    <a:pt x="46" y="3099"/>
                  </a:cubicBezTo>
                  <a:cubicBezTo>
                    <a:pt x="297" y="3099"/>
                    <a:pt x="594" y="3077"/>
                    <a:pt x="845" y="3054"/>
                  </a:cubicBezTo>
                  <a:cubicBezTo>
                    <a:pt x="4041" y="2734"/>
                    <a:pt x="6551" y="1639"/>
                    <a:pt x="6437" y="611"/>
                  </a:cubicBezTo>
                  <a:cubicBezTo>
                    <a:pt x="6414" y="406"/>
                    <a:pt x="6300" y="223"/>
                    <a:pt x="6095" y="41"/>
                  </a:cubicBezTo>
                  <a:cubicBezTo>
                    <a:pt x="5951" y="12"/>
                    <a:pt x="5817" y="0"/>
                    <a:pt x="5693" y="0"/>
                  </a:cubicBezTo>
                  <a:close/>
                </a:path>
              </a:pathLst>
            </a:custGeom>
            <a:solidFill>
              <a:srgbClr val="FFFFFF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1">
              <a:extLst>
                <a:ext uri="{FF2B5EF4-FFF2-40B4-BE49-F238E27FC236}">
                  <a16:creationId xmlns:a16="http://schemas.microsoft.com/office/drawing/2014/main" id="{8553F699-F328-17E3-823A-3F12348F6DED}"/>
                </a:ext>
              </a:extLst>
            </p:cNvPr>
            <p:cNvSpPr/>
            <p:nvPr/>
          </p:nvSpPr>
          <p:spPr>
            <a:xfrm>
              <a:off x="5312278" y="3274726"/>
              <a:ext cx="438185" cy="1700024"/>
            </a:xfrm>
            <a:custGeom>
              <a:avLst/>
              <a:gdLst/>
              <a:ahLst/>
              <a:cxnLst/>
              <a:rect l="l" t="t" r="r" b="b"/>
              <a:pathLst>
                <a:path w="13673" h="53047" extrusionOk="0">
                  <a:moveTo>
                    <a:pt x="4314" y="0"/>
                  </a:moveTo>
                  <a:cubicBezTo>
                    <a:pt x="4314" y="0"/>
                    <a:pt x="0" y="10158"/>
                    <a:pt x="1895" y="20749"/>
                  </a:cubicBezTo>
                  <a:cubicBezTo>
                    <a:pt x="3630" y="30769"/>
                    <a:pt x="10409" y="53046"/>
                    <a:pt x="10409" y="53046"/>
                  </a:cubicBezTo>
                  <a:lnTo>
                    <a:pt x="13193" y="50832"/>
                  </a:lnTo>
                  <a:cubicBezTo>
                    <a:pt x="13193" y="50832"/>
                    <a:pt x="9404" y="30312"/>
                    <a:pt x="10888" y="21342"/>
                  </a:cubicBezTo>
                  <a:cubicBezTo>
                    <a:pt x="11641" y="16617"/>
                    <a:pt x="13171" y="13353"/>
                    <a:pt x="13444" y="10432"/>
                  </a:cubicBezTo>
                  <a:cubicBezTo>
                    <a:pt x="13673" y="7807"/>
                    <a:pt x="12280" y="4086"/>
                    <a:pt x="11573" y="3242"/>
                  </a:cubicBezTo>
                  <a:lnTo>
                    <a:pt x="43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1">
              <a:extLst>
                <a:ext uri="{FF2B5EF4-FFF2-40B4-BE49-F238E27FC236}">
                  <a16:creationId xmlns:a16="http://schemas.microsoft.com/office/drawing/2014/main" id="{13398E12-CE30-9861-9666-C3415D18EF1A}"/>
                </a:ext>
              </a:extLst>
            </p:cNvPr>
            <p:cNvSpPr/>
            <p:nvPr/>
          </p:nvSpPr>
          <p:spPr>
            <a:xfrm>
              <a:off x="5312278" y="3274726"/>
              <a:ext cx="438185" cy="1700024"/>
            </a:xfrm>
            <a:custGeom>
              <a:avLst/>
              <a:gdLst/>
              <a:ahLst/>
              <a:cxnLst/>
              <a:rect l="l" t="t" r="r" b="b"/>
              <a:pathLst>
                <a:path w="13673" h="53047" extrusionOk="0">
                  <a:moveTo>
                    <a:pt x="4314" y="0"/>
                  </a:moveTo>
                  <a:cubicBezTo>
                    <a:pt x="4314" y="0"/>
                    <a:pt x="0" y="10158"/>
                    <a:pt x="1895" y="20749"/>
                  </a:cubicBezTo>
                  <a:cubicBezTo>
                    <a:pt x="3630" y="30769"/>
                    <a:pt x="10409" y="53046"/>
                    <a:pt x="10409" y="53046"/>
                  </a:cubicBezTo>
                  <a:lnTo>
                    <a:pt x="13193" y="50832"/>
                  </a:lnTo>
                  <a:cubicBezTo>
                    <a:pt x="13193" y="50832"/>
                    <a:pt x="9404" y="30312"/>
                    <a:pt x="10888" y="21342"/>
                  </a:cubicBezTo>
                  <a:cubicBezTo>
                    <a:pt x="11641" y="16617"/>
                    <a:pt x="13171" y="13353"/>
                    <a:pt x="13444" y="10432"/>
                  </a:cubicBezTo>
                  <a:cubicBezTo>
                    <a:pt x="13673" y="7807"/>
                    <a:pt x="12280" y="4086"/>
                    <a:pt x="11573" y="3242"/>
                  </a:cubicBezTo>
                  <a:lnTo>
                    <a:pt x="4314" y="0"/>
                  </a:ln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1">
              <a:extLst>
                <a:ext uri="{FF2B5EF4-FFF2-40B4-BE49-F238E27FC236}">
                  <a16:creationId xmlns:a16="http://schemas.microsoft.com/office/drawing/2014/main" id="{067E8438-706C-E479-5F45-E48EE0FAE69D}"/>
                </a:ext>
              </a:extLst>
            </p:cNvPr>
            <p:cNvSpPr/>
            <p:nvPr/>
          </p:nvSpPr>
          <p:spPr>
            <a:xfrm>
              <a:off x="5311541" y="3276200"/>
              <a:ext cx="367232" cy="1699287"/>
            </a:xfrm>
            <a:custGeom>
              <a:avLst/>
              <a:gdLst/>
              <a:ahLst/>
              <a:cxnLst/>
              <a:rect l="l" t="t" r="r" b="b"/>
              <a:pathLst>
                <a:path w="11459" h="53024" extrusionOk="0">
                  <a:moveTo>
                    <a:pt x="4315" y="0"/>
                  </a:moveTo>
                  <a:cubicBezTo>
                    <a:pt x="4315" y="0"/>
                    <a:pt x="1" y="10157"/>
                    <a:pt x="1895" y="20725"/>
                  </a:cubicBezTo>
                  <a:cubicBezTo>
                    <a:pt x="3653" y="30723"/>
                    <a:pt x="10386" y="53023"/>
                    <a:pt x="10386" y="53023"/>
                  </a:cubicBezTo>
                  <a:lnTo>
                    <a:pt x="11459" y="52201"/>
                  </a:lnTo>
                  <a:cubicBezTo>
                    <a:pt x="9427" y="46678"/>
                    <a:pt x="7670" y="38575"/>
                    <a:pt x="6780" y="29467"/>
                  </a:cubicBezTo>
                  <a:cubicBezTo>
                    <a:pt x="5593" y="17530"/>
                    <a:pt x="6209" y="7007"/>
                    <a:pt x="8058" y="1644"/>
                  </a:cubicBezTo>
                  <a:lnTo>
                    <a:pt x="43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1">
              <a:extLst>
                <a:ext uri="{FF2B5EF4-FFF2-40B4-BE49-F238E27FC236}">
                  <a16:creationId xmlns:a16="http://schemas.microsoft.com/office/drawing/2014/main" id="{544369A8-2B64-96A5-7A3C-CFD3F1F51257}"/>
                </a:ext>
              </a:extLst>
            </p:cNvPr>
            <p:cNvSpPr/>
            <p:nvPr/>
          </p:nvSpPr>
          <p:spPr>
            <a:xfrm>
              <a:off x="5765092" y="2630262"/>
              <a:ext cx="258239" cy="572048"/>
            </a:xfrm>
            <a:custGeom>
              <a:avLst/>
              <a:gdLst/>
              <a:ahLst/>
              <a:cxnLst/>
              <a:rect l="l" t="t" r="r" b="b"/>
              <a:pathLst>
                <a:path w="8058" h="17850" extrusionOk="0">
                  <a:moveTo>
                    <a:pt x="1347" y="0"/>
                  </a:moveTo>
                  <a:lnTo>
                    <a:pt x="92" y="389"/>
                  </a:lnTo>
                  <a:cubicBezTo>
                    <a:pt x="982" y="2169"/>
                    <a:pt x="1142" y="4497"/>
                    <a:pt x="1142" y="4497"/>
                  </a:cubicBezTo>
                  <a:cubicBezTo>
                    <a:pt x="1142" y="4497"/>
                    <a:pt x="0" y="15339"/>
                    <a:pt x="3036" y="17850"/>
                  </a:cubicBezTo>
                  <a:cubicBezTo>
                    <a:pt x="3036" y="17850"/>
                    <a:pt x="2785" y="13969"/>
                    <a:pt x="5364" y="11892"/>
                  </a:cubicBezTo>
                  <a:cubicBezTo>
                    <a:pt x="7943" y="9838"/>
                    <a:pt x="8058" y="8583"/>
                    <a:pt x="7761" y="7419"/>
                  </a:cubicBezTo>
                  <a:cubicBezTo>
                    <a:pt x="7487" y="6255"/>
                    <a:pt x="4839" y="1393"/>
                    <a:pt x="13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1">
              <a:extLst>
                <a:ext uri="{FF2B5EF4-FFF2-40B4-BE49-F238E27FC236}">
                  <a16:creationId xmlns:a16="http://schemas.microsoft.com/office/drawing/2014/main" id="{422372C5-F749-7F6D-AA5F-F188A6C50707}"/>
                </a:ext>
              </a:extLst>
            </p:cNvPr>
            <p:cNvSpPr/>
            <p:nvPr/>
          </p:nvSpPr>
          <p:spPr>
            <a:xfrm>
              <a:off x="5765092" y="2630262"/>
              <a:ext cx="258239" cy="572048"/>
            </a:xfrm>
            <a:custGeom>
              <a:avLst/>
              <a:gdLst/>
              <a:ahLst/>
              <a:cxnLst/>
              <a:rect l="l" t="t" r="r" b="b"/>
              <a:pathLst>
                <a:path w="8058" h="17850" extrusionOk="0">
                  <a:moveTo>
                    <a:pt x="1347" y="0"/>
                  </a:moveTo>
                  <a:lnTo>
                    <a:pt x="92" y="389"/>
                  </a:lnTo>
                  <a:cubicBezTo>
                    <a:pt x="982" y="2169"/>
                    <a:pt x="1142" y="4497"/>
                    <a:pt x="1142" y="4497"/>
                  </a:cubicBezTo>
                  <a:cubicBezTo>
                    <a:pt x="1142" y="4497"/>
                    <a:pt x="0" y="15339"/>
                    <a:pt x="3036" y="17850"/>
                  </a:cubicBezTo>
                  <a:cubicBezTo>
                    <a:pt x="3036" y="17850"/>
                    <a:pt x="2785" y="13969"/>
                    <a:pt x="5364" y="11892"/>
                  </a:cubicBezTo>
                  <a:cubicBezTo>
                    <a:pt x="7943" y="9838"/>
                    <a:pt x="8058" y="8583"/>
                    <a:pt x="7761" y="7419"/>
                  </a:cubicBezTo>
                  <a:cubicBezTo>
                    <a:pt x="7487" y="6255"/>
                    <a:pt x="4839" y="1393"/>
                    <a:pt x="1347" y="0"/>
                  </a:cubicBez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1">
              <a:extLst>
                <a:ext uri="{FF2B5EF4-FFF2-40B4-BE49-F238E27FC236}">
                  <a16:creationId xmlns:a16="http://schemas.microsoft.com/office/drawing/2014/main" id="{98C7BC3B-0A2A-6770-7C17-95CFE9CEB1B8}"/>
                </a:ext>
              </a:extLst>
            </p:cNvPr>
            <p:cNvSpPr/>
            <p:nvPr/>
          </p:nvSpPr>
          <p:spPr>
            <a:xfrm>
              <a:off x="5430793" y="3274726"/>
              <a:ext cx="292626" cy="194592"/>
            </a:xfrm>
            <a:custGeom>
              <a:avLst/>
              <a:gdLst/>
              <a:ahLst/>
              <a:cxnLst/>
              <a:rect l="l" t="t" r="r" b="b"/>
              <a:pathLst>
                <a:path w="9131" h="6072" extrusionOk="0">
                  <a:moveTo>
                    <a:pt x="616" y="0"/>
                  </a:moveTo>
                  <a:cubicBezTo>
                    <a:pt x="616" y="0"/>
                    <a:pt x="365" y="617"/>
                    <a:pt x="0" y="1690"/>
                  </a:cubicBezTo>
                  <a:cubicBezTo>
                    <a:pt x="1210" y="2945"/>
                    <a:pt x="3081" y="4177"/>
                    <a:pt x="5296" y="5022"/>
                  </a:cubicBezTo>
                  <a:cubicBezTo>
                    <a:pt x="6619" y="5547"/>
                    <a:pt x="7920" y="5889"/>
                    <a:pt x="9130" y="6072"/>
                  </a:cubicBezTo>
                  <a:cubicBezTo>
                    <a:pt x="8719" y="4771"/>
                    <a:pt x="8217" y="3653"/>
                    <a:pt x="7875" y="3242"/>
                  </a:cubicBezTo>
                  <a:lnTo>
                    <a:pt x="616" y="0"/>
                  </a:ln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1">
              <a:extLst>
                <a:ext uri="{FF2B5EF4-FFF2-40B4-BE49-F238E27FC236}">
                  <a16:creationId xmlns:a16="http://schemas.microsoft.com/office/drawing/2014/main" id="{B5C3D04A-C2CC-025B-8CB5-937593D9D5FD}"/>
                </a:ext>
              </a:extLst>
            </p:cNvPr>
            <p:cNvSpPr/>
            <p:nvPr/>
          </p:nvSpPr>
          <p:spPr>
            <a:xfrm>
              <a:off x="5768008" y="2630262"/>
              <a:ext cx="254585" cy="367969"/>
            </a:xfrm>
            <a:custGeom>
              <a:avLst/>
              <a:gdLst/>
              <a:ahLst/>
              <a:cxnLst/>
              <a:rect l="l" t="t" r="r" b="b"/>
              <a:pathLst>
                <a:path w="7944" h="11482" extrusionOk="0">
                  <a:moveTo>
                    <a:pt x="1256" y="0"/>
                  </a:moveTo>
                  <a:lnTo>
                    <a:pt x="1" y="389"/>
                  </a:lnTo>
                  <a:lnTo>
                    <a:pt x="1" y="434"/>
                  </a:lnTo>
                  <a:cubicBezTo>
                    <a:pt x="2032" y="662"/>
                    <a:pt x="4337" y="4200"/>
                    <a:pt x="5387" y="8879"/>
                  </a:cubicBezTo>
                  <a:cubicBezTo>
                    <a:pt x="5593" y="9770"/>
                    <a:pt x="5730" y="10614"/>
                    <a:pt x="5821" y="11482"/>
                  </a:cubicBezTo>
                  <a:cubicBezTo>
                    <a:pt x="7875" y="9656"/>
                    <a:pt x="7944" y="8514"/>
                    <a:pt x="7670" y="7419"/>
                  </a:cubicBezTo>
                  <a:cubicBezTo>
                    <a:pt x="7396" y="6255"/>
                    <a:pt x="4748" y="1393"/>
                    <a:pt x="12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1">
              <a:extLst>
                <a:ext uri="{FF2B5EF4-FFF2-40B4-BE49-F238E27FC236}">
                  <a16:creationId xmlns:a16="http://schemas.microsoft.com/office/drawing/2014/main" id="{ADCAC147-94D1-C6C9-A0CD-4A51A9F20A4B}"/>
                </a:ext>
              </a:extLst>
            </p:cNvPr>
            <p:cNvSpPr/>
            <p:nvPr/>
          </p:nvSpPr>
          <p:spPr>
            <a:xfrm>
              <a:off x="5431498" y="2701954"/>
              <a:ext cx="435269" cy="724209"/>
            </a:xfrm>
            <a:custGeom>
              <a:avLst/>
              <a:gdLst/>
              <a:ahLst/>
              <a:cxnLst/>
              <a:rect l="l" t="t" r="r" b="b"/>
              <a:pathLst>
                <a:path w="13582" h="22598" extrusionOk="0">
                  <a:moveTo>
                    <a:pt x="10113" y="0"/>
                  </a:moveTo>
                  <a:lnTo>
                    <a:pt x="6346" y="1849"/>
                  </a:lnTo>
                  <a:cubicBezTo>
                    <a:pt x="6346" y="1849"/>
                    <a:pt x="2808" y="7578"/>
                    <a:pt x="2649" y="8971"/>
                  </a:cubicBezTo>
                  <a:cubicBezTo>
                    <a:pt x="2603" y="9610"/>
                    <a:pt x="3425" y="10112"/>
                    <a:pt x="3425" y="10112"/>
                  </a:cubicBezTo>
                  <a:lnTo>
                    <a:pt x="1" y="18945"/>
                  </a:lnTo>
                  <a:cubicBezTo>
                    <a:pt x="3356" y="21342"/>
                    <a:pt x="9336" y="22597"/>
                    <a:pt x="9336" y="22597"/>
                  </a:cubicBezTo>
                  <a:cubicBezTo>
                    <a:pt x="9336" y="22597"/>
                    <a:pt x="7602" y="17347"/>
                    <a:pt x="10364" y="11892"/>
                  </a:cubicBezTo>
                  <a:cubicBezTo>
                    <a:pt x="13125" y="6437"/>
                    <a:pt x="13582" y="2968"/>
                    <a:pt x="10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1">
              <a:extLst>
                <a:ext uri="{FF2B5EF4-FFF2-40B4-BE49-F238E27FC236}">
                  <a16:creationId xmlns:a16="http://schemas.microsoft.com/office/drawing/2014/main" id="{0CF39CD5-496D-41AD-713A-C10A7F65039C}"/>
                </a:ext>
              </a:extLst>
            </p:cNvPr>
            <p:cNvSpPr/>
            <p:nvPr/>
          </p:nvSpPr>
          <p:spPr>
            <a:xfrm>
              <a:off x="5431498" y="2701954"/>
              <a:ext cx="435269" cy="724209"/>
            </a:xfrm>
            <a:custGeom>
              <a:avLst/>
              <a:gdLst/>
              <a:ahLst/>
              <a:cxnLst/>
              <a:rect l="l" t="t" r="r" b="b"/>
              <a:pathLst>
                <a:path w="13582" h="22598" extrusionOk="0">
                  <a:moveTo>
                    <a:pt x="10113" y="0"/>
                  </a:moveTo>
                  <a:lnTo>
                    <a:pt x="6346" y="1849"/>
                  </a:lnTo>
                  <a:cubicBezTo>
                    <a:pt x="6346" y="1849"/>
                    <a:pt x="2808" y="7578"/>
                    <a:pt x="2649" y="8971"/>
                  </a:cubicBezTo>
                  <a:cubicBezTo>
                    <a:pt x="2603" y="9610"/>
                    <a:pt x="3425" y="10112"/>
                    <a:pt x="3425" y="10112"/>
                  </a:cubicBezTo>
                  <a:lnTo>
                    <a:pt x="1" y="18945"/>
                  </a:lnTo>
                  <a:cubicBezTo>
                    <a:pt x="3356" y="21342"/>
                    <a:pt x="9336" y="22597"/>
                    <a:pt x="9336" y="22597"/>
                  </a:cubicBezTo>
                  <a:cubicBezTo>
                    <a:pt x="9336" y="22597"/>
                    <a:pt x="7602" y="17347"/>
                    <a:pt x="10364" y="11892"/>
                  </a:cubicBezTo>
                  <a:cubicBezTo>
                    <a:pt x="13125" y="6437"/>
                    <a:pt x="13582" y="2968"/>
                    <a:pt x="10113" y="0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1">
              <a:extLst>
                <a:ext uri="{FF2B5EF4-FFF2-40B4-BE49-F238E27FC236}">
                  <a16:creationId xmlns:a16="http://schemas.microsoft.com/office/drawing/2014/main" id="{16E555E6-4AA9-AA74-2913-0D1593CA5A94}"/>
                </a:ext>
              </a:extLst>
            </p:cNvPr>
            <p:cNvSpPr/>
            <p:nvPr/>
          </p:nvSpPr>
          <p:spPr>
            <a:xfrm>
              <a:off x="5850662" y="2802170"/>
              <a:ext cx="172672" cy="383320"/>
            </a:xfrm>
            <a:custGeom>
              <a:avLst/>
              <a:gdLst/>
              <a:ahLst/>
              <a:cxnLst/>
              <a:rect l="l" t="t" r="r" b="b"/>
              <a:pathLst>
                <a:path w="5388" h="11961" extrusionOk="0">
                  <a:moveTo>
                    <a:pt x="4132" y="0"/>
                  </a:moveTo>
                  <a:cubicBezTo>
                    <a:pt x="1827" y="343"/>
                    <a:pt x="1" y="4018"/>
                    <a:pt x="1" y="8514"/>
                  </a:cubicBezTo>
                  <a:cubicBezTo>
                    <a:pt x="1" y="9724"/>
                    <a:pt x="138" y="10911"/>
                    <a:pt x="366" y="11961"/>
                  </a:cubicBezTo>
                  <a:cubicBezTo>
                    <a:pt x="389" y="10820"/>
                    <a:pt x="708" y="8126"/>
                    <a:pt x="2694" y="6528"/>
                  </a:cubicBezTo>
                  <a:cubicBezTo>
                    <a:pt x="5273" y="4474"/>
                    <a:pt x="5388" y="3219"/>
                    <a:pt x="5091" y="2055"/>
                  </a:cubicBezTo>
                  <a:cubicBezTo>
                    <a:pt x="5022" y="1689"/>
                    <a:pt x="4680" y="913"/>
                    <a:pt x="41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1">
              <a:extLst>
                <a:ext uri="{FF2B5EF4-FFF2-40B4-BE49-F238E27FC236}">
                  <a16:creationId xmlns:a16="http://schemas.microsoft.com/office/drawing/2014/main" id="{B82E37B2-6C4E-E850-D831-837315AD5613}"/>
                </a:ext>
              </a:extLst>
            </p:cNvPr>
            <p:cNvSpPr/>
            <p:nvPr/>
          </p:nvSpPr>
          <p:spPr>
            <a:xfrm>
              <a:off x="5460054" y="2725350"/>
              <a:ext cx="403799" cy="700815"/>
            </a:xfrm>
            <a:custGeom>
              <a:avLst/>
              <a:gdLst/>
              <a:ahLst/>
              <a:cxnLst/>
              <a:rect l="l" t="t" r="r" b="b"/>
              <a:pathLst>
                <a:path w="12600" h="21868" extrusionOk="0">
                  <a:moveTo>
                    <a:pt x="10020" y="1"/>
                  </a:moveTo>
                  <a:cubicBezTo>
                    <a:pt x="9564" y="1051"/>
                    <a:pt x="8948" y="2146"/>
                    <a:pt x="8217" y="3219"/>
                  </a:cubicBezTo>
                  <a:cubicBezTo>
                    <a:pt x="6186" y="6232"/>
                    <a:pt x="3652" y="8286"/>
                    <a:pt x="1826" y="8629"/>
                  </a:cubicBezTo>
                  <a:cubicBezTo>
                    <a:pt x="2032" y="9040"/>
                    <a:pt x="2534" y="9359"/>
                    <a:pt x="2534" y="9359"/>
                  </a:cubicBezTo>
                  <a:lnTo>
                    <a:pt x="2054" y="10592"/>
                  </a:lnTo>
                  <a:cubicBezTo>
                    <a:pt x="2830" y="12052"/>
                    <a:pt x="0" y="14563"/>
                    <a:pt x="0" y="16914"/>
                  </a:cubicBezTo>
                  <a:cubicBezTo>
                    <a:pt x="0" y="18238"/>
                    <a:pt x="3173" y="19083"/>
                    <a:pt x="2899" y="20178"/>
                  </a:cubicBezTo>
                  <a:cubicBezTo>
                    <a:pt x="5706" y="21297"/>
                    <a:pt x="8445" y="21867"/>
                    <a:pt x="8445" y="21867"/>
                  </a:cubicBezTo>
                  <a:cubicBezTo>
                    <a:pt x="8445" y="21867"/>
                    <a:pt x="6711" y="16617"/>
                    <a:pt x="9473" y="11162"/>
                  </a:cubicBezTo>
                  <a:cubicBezTo>
                    <a:pt x="12029" y="6141"/>
                    <a:pt x="12600" y="2808"/>
                    <a:pt x="10020" y="1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1">
              <a:extLst>
                <a:ext uri="{FF2B5EF4-FFF2-40B4-BE49-F238E27FC236}">
                  <a16:creationId xmlns:a16="http://schemas.microsoft.com/office/drawing/2014/main" id="{184C81E6-AC50-67B4-9F88-6A9CEAAC0945}"/>
                </a:ext>
              </a:extLst>
            </p:cNvPr>
            <p:cNvSpPr/>
            <p:nvPr/>
          </p:nvSpPr>
          <p:spPr>
            <a:xfrm>
              <a:off x="5635616" y="2923602"/>
              <a:ext cx="190939" cy="502569"/>
            </a:xfrm>
            <a:custGeom>
              <a:avLst/>
              <a:gdLst/>
              <a:ahLst/>
              <a:cxnLst/>
              <a:rect l="l" t="t" r="r" b="b"/>
              <a:pathLst>
                <a:path w="5958" h="15682" extrusionOk="0">
                  <a:moveTo>
                    <a:pt x="5958" y="0"/>
                  </a:moveTo>
                  <a:cubicBezTo>
                    <a:pt x="3401" y="2351"/>
                    <a:pt x="1119" y="7259"/>
                    <a:pt x="228" y="12942"/>
                  </a:cubicBezTo>
                  <a:cubicBezTo>
                    <a:pt x="114" y="13581"/>
                    <a:pt x="46" y="14220"/>
                    <a:pt x="0" y="14882"/>
                  </a:cubicBezTo>
                  <a:cubicBezTo>
                    <a:pt x="1712" y="15385"/>
                    <a:pt x="2990" y="15681"/>
                    <a:pt x="2990" y="15681"/>
                  </a:cubicBezTo>
                  <a:cubicBezTo>
                    <a:pt x="2990" y="15681"/>
                    <a:pt x="1256" y="10431"/>
                    <a:pt x="4017" y="4976"/>
                  </a:cubicBezTo>
                  <a:cubicBezTo>
                    <a:pt x="4953" y="3082"/>
                    <a:pt x="5615" y="1461"/>
                    <a:pt x="59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1">
              <a:extLst>
                <a:ext uri="{FF2B5EF4-FFF2-40B4-BE49-F238E27FC236}">
                  <a16:creationId xmlns:a16="http://schemas.microsoft.com/office/drawing/2014/main" id="{9522649F-0FB3-D1B9-D2AE-A43597988F5A}"/>
                </a:ext>
              </a:extLst>
            </p:cNvPr>
            <p:cNvSpPr/>
            <p:nvPr/>
          </p:nvSpPr>
          <p:spPr>
            <a:xfrm>
              <a:off x="5469027" y="2326505"/>
              <a:ext cx="115403" cy="146521"/>
            </a:xfrm>
            <a:custGeom>
              <a:avLst/>
              <a:gdLst/>
              <a:ahLst/>
              <a:cxnLst/>
              <a:rect l="l" t="t" r="r" b="b"/>
              <a:pathLst>
                <a:path w="3601" h="4572" extrusionOk="0">
                  <a:moveTo>
                    <a:pt x="3426" y="1"/>
                  </a:moveTo>
                  <a:cubicBezTo>
                    <a:pt x="1663" y="1"/>
                    <a:pt x="1" y="1676"/>
                    <a:pt x="199" y="4571"/>
                  </a:cubicBezTo>
                  <a:lnTo>
                    <a:pt x="907" y="4366"/>
                  </a:lnTo>
                  <a:cubicBezTo>
                    <a:pt x="291" y="326"/>
                    <a:pt x="3600" y="6"/>
                    <a:pt x="3600" y="6"/>
                  </a:cubicBezTo>
                  <a:cubicBezTo>
                    <a:pt x="3542" y="2"/>
                    <a:pt x="3484" y="1"/>
                    <a:pt x="34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1">
              <a:extLst>
                <a:ext uri="{FF2B5EF4-FFF2-40B4-BE49-F238E27FC236}">
                  <a16:creationId xmlns:a16="http://schemas.microsoft.com/office/drawing/2014/main" id="{68400116-27FC-CB98-9E11-9D025BDEA385}"/>
                </a:ext>
              </a:extLst>
            </p:cNvPr>
            <p:cNvSpPr/>
            <p:nvPr/>
          </p:nvSpPr>
          <p:spPr>
            <a:xfrm>
              <a:off x="5469027" y="2326505"/>
              <a:ext cx="115403" cy="146521"/>
            </a:xfrm>
            <a:custGeom>
              <a:avLst/>
              <a:gdLst/>
              <a:ahLst/>
              <a:cxnLst/>
              <a:rect l="l" t="t" r="r" b="b"/>
              <a:pathLst>
                <a:path w="3601" h="4572" extrusionOk="0">
                  <a:moveTo>
                    <a:pt x="3426" y="1"/>
                  </a:moveTo>
                  <a:cubicBezTo>
                    <a:pt x="1663" y="1"/>
                    <a:pt x="1" y="1676"/>
                    <a:pt x="199" y="4571"/>
                  </a:cubicBezTo>
                  <a:lnTo>
                    <a:pt x="907" y="4366"/>
                  </a:lnTo>
                  <a:cubicBezTo>
                    <a:pt x="291" y="326"/>
                    <a:pt x="3600" y="6"/>
                    <a:pt x="3600" y="6"/>
                  </a:cubicBezTo>
                  <a:cubicBezTo>
                    <a:pt x="3542" y="2"/>
                    <a:pt x="3484" y="1"/>
                    <a:pt x="3426" y="1"/>
                  </a:cubicBez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1">
              <a:extLst>
                <a:ext uri="{FF2B5EF4-FFF2-40B4-BE49-F238E27FC236}">
                  <a16:creationId xmlns:a16="http://schemas.microsoft.com/office/drawing/2014/main" id="{E8F0D884-E210-2C09-625F-53477268FC24}"/>
                </a:ext>
              </a:extLst>
            </p:cNvPr>
            <p:cNvSpPr/>
            <p:nvPr/>
          </p:nvSpPr>
          <p:spPr>
            <a:xfrm>
              <a:off x="5486366" y="2340671"/>
              <a:ext cx="138285" cy="103802"/>
            </a:xfrm>
            <a:custGeom>
              <a:avLst/>
              <a:gdLst/>
              <a:ahLst/>
              <a:cxnLst/>
              <a:rect l="l" t="t" r="r" b="b"/>
              <a:pathLst>
                <a:path w="4315" h="3239" extrusionOk="0">
                  <a:moveTo>
                    <a:pt x="3361" y="1"/>
                  </a:moveTo>
                  <a:cubicBezTo>
                    <a:pt x="2002" y="1"/>
                    <a:pt x="571" y="1045"/>
                    <a:pt x="1" y="3216"/>
                  </a:cubicBezTo>
                  <a:lnTo>
                    <a:pt x="686" y="3239"/>
                  </a:lnTo>
                  <a:cubicBezTo>
                    <a:pt x="1157" y="495"/>
                    <a:pt x="2907" y="135"/>
                    <a:pt x="3793" y="135"/>
                  </a:cubicBezTo>
                  <a:cubicBezTo>
                    <a:pt x="4109" y="135"/>
                    <a:pt x="4315" y="180"/>
                    <a:pt x="4315" y="180"/>
                  </a:cubicBezTo>
                  <a:cubicBezTo>
                    <a:pt x="4010" y="61"/>
                    <a:pt x="3687" y="1"/>
                    <a:pt x="33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1">
              <a:extLst>
                <a:ext uri="{FF2B5EF4-FFF2-40B4-BE49-F238E27FC236}">
                  <a16:creationId xmlns:a16="http://schemas.microsoft.com/office/drawing/2014/main" id="{4B1F4712-7B24-E52D-4753-65C2CE825ACC}"/>
                </a:ext>
              </a:extLst>
            </p:cNvPr>
            <p:cNvSpPr/>
            <p:nvPr/>
          </p:nvSpPr>
          <p:spPr>
            <a:xfrm>
              <a:off x="5486366" y="2340671"/>
              <a:ext cx="138285" cy="103802"/>
            </a:xfrm>
            <a:custGeom>
              <a:avLst/>
              <a:gdLst/>
              <a:ahLst/>
              <a:cxnLst/>
              <a:rect l="l" t="t" r="r" b="b"/>
              <a:pathLst>
                <a:path w="4315" h="3239" extrusionOk="0">
                  <a:moveTo>
                    <a:pt x="3361" y="1"/>
                  </a:moveTo>
                  <a:cubicBezTo>
                    <a:pt x="2002" y="1"/>
                    <a:pt x="571" y="1045"/>
                    <a:pt x="1" y="3216"/>
                  </a:cubicBezTo>
                  <a:lnTo>
                    <a:pt x="686" y="3239"/>
                  </a:lnTo>
                  <a:cubicBezTo>
                    <a:pt x="1157" y="495"/>
                    <a:pt x="2907" y="135"/>
                    <a:pt x="3793" y="135"/>
                  </a:cubicBezTo>
                  <a:cubicBezTo>
                    <a:pt x="4109" y="135"/>
                    <a:pt x="4315" y="180"/>
                    <a:pt x="4315" y="180"/>
                  </a:cubicBezTo>
                  <a:cubicBezTo>
                    <a:pt x="4010" y="61"/>
                    <a:pt x="3687" y="1"/>
                    <a:pt x="3361" y="1"/>
                  </a:cubicBez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1">
              <a:extLst>
                <a:ext uri="{FF2B5EF4-FFF2-40B4-BE49-F238E27FC236}">
                  <a16:creationId xmlns:a16="http://schemas.microsoft.com/office/drawing/2014/main" id="{3F61DC9C-C3F0-017A-2FDD-3C9E7A06DF35}"/>
                </a:ext>
              </a:extLst>
            </p:cNvPr>
            <p:cNvSpPr/>
            <p:nvPr/>
          </p:nvSpPr>
          <p:spPr>
            <a:xfrm>
              <a:off x="5462970" y="2338395"/>
              <a:ext cx="354798" cy="298458"/>
            </a:xfrm>
            <a:custGeom>
              <a:avLst/>
              <a:gdLst/>
              <a:ahLst/>
              <a:cxnLst/>
              <a:rect l="l" t="t" r="r" b="b"/>
              <a:pathLst>
                <a:path w="11071" h="9313" extrusionOk="0">
                  <a:moveTo>
                    <a:pt x="0" y="2853"/>
                  </a:moveTo>
                  <a:lnTo>
                    <a:pt x="0" y="2853"/>
                  </a:lnTo>
                  <a:cubicBezTo>
                    <a:pt x="0" y="2854"/>
                    <a:pt x="0" y="2855"/>
                    <a:pt x="0" y="2856"/>
                  </a:cubicBezTo>
                  <a:lnTo>
                    <a:pt x="0" y="2856"/>
                  </a:lnTo>
                  <a:cubicBezTo>
                    <a:pt x="0" y="2855"/>
                    <a:pt x="0" y="2854"/>
                    <a:pt x="0" y="2853"/>
                  </a:cubicBezTo>
                  <a:close/>
                  <a:moveTo>
                    <a:pt x="8606" y="0"/>
                  </a:moveTo>
                  <a:cubicBezTo>
                    <a:pt x="8446" y="297"/>
                    <a:pt x="1895" y="890"/>
                    <a:pt x="46" y="2922"/>
                  </a:cubicBezTo>
                  <a:cubicBezTo>
                    <a:pt x="43" y="2925"/>
                    <a:pt x="40" y="2926"/>
                    <a:pt x="37" y="2926"/>
                  </a:cubicBezTo>
                  <a:cubicBezTo>
                    <a:pt x="18" y="2926"/>
                    <a:pt x="2" y="2877"/>
                    <a:pt x="0" y="2856"/>
                  </a:cubicBezTo>
                  <a:lnTo>
                    <a:pt x="0" y="2856"/>
                  </a:lnTo>
                  <a:cubicBezTo>
                    <a:pt x="24" y="3540"/>
                    <a:pt x="252" y="4155"/>
                    <a:pt x="571" y="4314"/>
                  </a:cubicBezTo>
                  <a:cubicBezTo>
                    <a:pt x="571" y="4314"/>
                    <a:pt x="2762" y="7076"/>
                    <a:pt x="4269" y="7738"/>
                  </a:cubicBezTo>
                  <a:cubicBezTo>
                    <a:pt x="6072" y="8537"/>
                    <a:pt x="9176" y="9313"/>
                    <a:pt x="9176" y="9313"/>
                  </a:cubicBezTo>
                  <a:lnTo>
                    <a:pt x="10317" y="8628"/>
                  </a:lnTo>
                  <a:cubicBezTo>
                    <a:pt x="10317" y="8628"/>
                    <a:pt x="11002" y="6688"/>
                    <a:pt x="11071" y="4200"/>
                  </a:cubicBezTo>
                  <a:cubicBezTo>
                    <a:pt x="11071" y="2579"/>
                    <a:pt x="10454" y="982"/>
                    <a:pt x="86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9" name="Google Shape;1729;p41">
              <a:extLst>
                <a:ext uri="{FF2B5EF4-FFF2-40B4-BE49-F238E27FC236}">
                  <a16:creationId xmlns:a16="http://schemas.microsoft.com/office/drawing/2014/main" id="{10F0FE84-D30C-0887-AFE8-6AC5528981F7}"/>
                </a:ext>
              </a:extLst>
            </p:cNvPr>
            <p:cNvGrpSpPr/>
            <p:nvPr/>
          </p:nvGrpSpPr>
          <p:grpSpPr>
            <a:xfrm>
              <a:off x="5462970" y="2338395"/>
              <a:ext cx="354798" cy="298458"/>
              <a:chOff x="5832395" y="2338395"/>
              <a:chExt cx="354798" cy="298458"/>
            </a:xfrm>
          </p:grpSpPr>
          <p:sp>
            <p:nvSpPr>
              <p:cNvPr id="1730" name="Google Shape;1730;p41">
                <a:extLst>
                  <a:ext uri="{FF2B5EF4-FFF2-40B4-BE49-F238E27FC236}">
                    <a16:creationId xmlns:a16="http://schemas.microsoft.com/office/drawing/2014/main" id="{93594478-8857-13A4-F192-319468D6EA5D}"/>
                  </a:ext>
                </a:extLst>
              </p:cNvPr>
              <p:cNvSpPr/>
              <p:nvPr/>
            </p:nvSpPr>
            <p:spPr>
              <a:xfrm>
                <a:off x="5832395" y="2338395"/>
                <a:ext cx="354798" cy="298458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9313" extrusionOk="0">
                    <a:moveTo>
                      <a:pt x="0" y="2853"/>
                    </a:moveTo>
                    <a:lnTo>
                      <a:pt x="0" y="2853"/>
                    </a:lnTo>
                    <a:cubicBezTo>
                      <a:pt x="0" y="2854"/>
                      <a:pt x="0" y="2855"/>
                      <a:pt x="0" y="2856"/>
                    </a:cubicBezTo>
                    <a:lnTo>
                      <a:pt x="0" y="2856"/>
                    </a:lnTo>
                    <a:cubicBezTo>
                      <a:pt x="0" y="2855"/>
                      <a:pt x="0" y="2854"/>
                      <a:pt x="0" y="2853"/>
                    </a:cubicBezTo>
                    <a:close/>
                    <a:moveTo>
                      <a:pt x="8606" y="0"/>
                    </a:moveTo>
                    <a:cubicBezTo>
                      <a:pt x="8446" y="297"/>
                      <a:pt x="1895" y="890"/>
                      <a:pt x="46" y="2922"/>
                    </a:cubicBezTo>
                    <a:cubicBezTo>
                      <a:pt x="43" y="2925"/>
                      <a:pt x="40" y="2926"/>
                      <a:pt x="37" y="2926"/>
                    </a:cubicBezTo>
                    <a:cubicBezTo>
                      <a:pt x="18" y="2926"/>
                      <a:pt x="2" y="2877"/>
                      <a:pt x="0" y="2856"/>
                    </a:cubicBezTo>
                    <a:lnTo>
                      <a:pt x="0" y="2856"/>
                    </a:lnTo>
                    <a:cubicBezTo>
                      <a:pt x="24" y="3540"/>
                      <a:pt x="252" y="4155"/>
                      <a:pt x="571" y="4314"/>
                    </a:cubicBezTo>
                    <a:cubicBezTo>
                      <a:pt x="571" y="4314"/>
                      <a:pt x="2762" y="7076"/>
                      <a:pt x="4269" y="7738"/>
                    </a:cubicBezTo>
                    <a:cubicBezTo>
                      <a:pt x="6072" y="8537"/>
                      <a:pt x="9176" y="9313"/>
                      <a:pt x="9176" y="9313"/>
                    </a:cubicBezTo>
                    <a:lnTo>
                      <a:pt x="10317" y="8628"/>
                    </a:lnTo>
                    <a:cubicBezTo>
                      <a:pt x="10317" y="8628"/>
                      <a:pt x="11002" y="6688"/>
                      <a:pt x="11071" y="4200"/>
                    </a:cubicBezTo>
                    <a:cubicBezTo>
                      <a:pt x="11071" y="2579"/>
                      <a:pt x="10454" y="982"/>
                      <a:pt x="8606" y="0"/>
                    </a:cubicBezTo>
                    <a:close/>
                  </a:path>
                </a:pathLst>
              </a:custGeom>
              <a:solidFill>
                <a:srgbClr val="00000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41">
                <a:extLst>
                  <a:ext uri="{FF2B5EF4-FFF2-40B4-BE49-F238E27FC236}">
                    <a16:creationId xmlns:a16="http://schemas.microsoft.com/office/drawing/2014/main" id="{5E44058B-3609-227C-D947-3F6C62EB1A09}"/>
                  </a:ext>
                </a:extLst>
              </p:cNvPr>
              <p:cNvSpPr/>
              <p:nvPr/>
            </p:nvSpPr>
            <p:spPr>
              <a:xfrm>
                <a:off x="5942866" y="2378424"/>
                <a:ext cx="127293" cy="161167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5029" extrusionOk="0">
                    <a:moveTo>
                      <a:pt x="921" y="0"/>
                    </a:moveTo>
                    <a:cubicBezTo>
                      <a:pt x="402" y="0"/>
                      <a:pt x="10" y="157"/>
                      <a:pt x="0" y="235"/>
                    </a:cubicBezTo>
                    <a:cubicBezTo>
                      <a:pt x="1027" y="326"/>
                      <a:pt x="1461" y="2517"/>
                      <a:pt x="2830" y="5028"/>
                    </a:cubicBezTo>
                    <a:cubicBezTo>
                      <a:pt x="2830" y="5028"/>
                      <a:pt x="3972" y="3271"/>
                      <a:pt x="3081" y="1422"/>
                    </a:cubicBezTo>
                    <a:cubicBezTo>
                      <a:pt x="2545" y="283"/>
                      <a:pt x="1618" y="0"/>
                      <a:pt x="9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32" name="Google Shape;1732;p41">
              <a:extLst>
                <a:ext uri="{FF2B5EF4-FFF2-40B4-BE49-F238E27FC236}">
                  <a16:creationId xmlns:a16="http://schemas.microsoft.com/office/drawing/2014/main" id="{C99322B2-8D35-C7F0-5012-1231026409EE}"/>
                </a:ext>
              </a:extLst>
            </p:cNvPr>
            <p:cNvSpPr/>
            <p:nvPr/>
          </p:nvSpPr>
          <p:spPr>
            <a:xfrm>
              <a:off x="5739485" y="2596963"/>
              <a:ext cx="79029" cy="58230"/>
            </a:xfrm>
            <a:custGeom>
              <a:avLst/>
              <a:gdLst/>
              <a:ahLst/>
              <a:cxnLst/>
              <a:rect l="l" t="t" r="r" b="b"/>
              <a:pathLst>
                <a:path w="2466" h="1817" extrusionOk="0">
                  <a:moveTo>
                    <a:pt x="1774" y="1"/>
                  </a:moveTo>
                  <a:cubicBezTo>
                    <a:pt x="1361" y="1"/>
                    <a:pt x="356" y="445"/>
                    <a:pt x="0" y="1176"/>
                  </a:cubicBezTo>
                  <a:cubicBezTo>
                    <a:pt x="183" y="1564"/>
                    <a:pt x="457" y="1793"/>
                    <a:pt x="845" y="1816"/>
                  </a:cubicBezTo>
                  <a:cubicBezTo>
                    <a:pt x="853" y="1816"/>
                    <a:pt x="862" y="1816"/>
                    <a:pt x="870" y="1816"/>
                  </a:cubicBezTo>
                  <a:cubicBezTo>
                    <a:pt x="1339" y="1816"/>
                    <a:pt x="2352" y="1219"/>
                    <a:pt x="2374" y="1039"/>
                  </a:cubicBezTo>
                  <a:cubicBezTo>
                    <a:pt x="2465" y="903"/>
                    <a:pt x="2169" y="81"/>
                    <a:pt x="1872" y="12"/>
                  </a:cubicBezTo>
                  <a:cubicBezTo>
                    <a:pt x="1845" y="5"/>
                    <a:pt x="1812" y="1"/>
                    <a:pt x="1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1">
              <a:extLst>
                <a:ext uri="{FF2B5EF4-FFF2-40B4-BE49-F238E27FC236}">
                  <a16:creationId xmlns:a16="http://schemas.microsoft.com/office/drawing/2014/main" id="{FCD90165-43B3-A9C9-2401-0922AD96B6D4}"/>
                </a:ext>
              </a:extLst>
            </p:cNvPr>
            <p:cNvSpPr/>
            <p:nvPr/>
          </p:nvSpPr>
          <p:spPr>
            <a:xfrm>
              <a:off x="5626097" y="2505176"/>
              <a:ext cx="130241" cy="253848"/>
            </a:xfrm>
            <a:custGeom>
              <a:avLst/>
              <a:gdLst/>
              <a:ahLst/>
              <a:cxnLst/>
              <a:rect l="l" t="t" r="r" b="b"/>
              <a:pathLst>
                <a:path w="4064" h="7921" extrusionOk="0">
                  <a:moveTo>
                    <a:pt x="2146" y="0"/>
                  </a:moveTo>
                  <a:lnTo>
                    <a:pt x="0" y="2899"/>
                  </a:lnTo>
                  <a:cubicBezTo>
                    <a:pt x="252" y="3903"/>
                    <a:pt x="366" y="7852"/>
                    <a:pt x="343" y="7921"/>
                  </a:cubicBezTo>
                  <a:lnTo>
                    <a:pt x="4063" y="5821"/>
                  </a:lnTo>
                  <a:cubicBezTo>
                    <a:pt x="2603" y="3995"/>
                    <a:pt x="2146" y="0"/>
                    <a:pt x="2146" y="0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1">
              <a:extLst>
                <a:ext uri="{FF2B5EF4-FFF2-40B4-BE49-F238E27FC236}">
                  <a16:creationId xmlns:a16="http://schemas.microsoft.com/office/drawing/2014/main" id="{E62495FC-8890-4008-248A-55C1A42E9748}"/>
                </a:ext>
              </a:extLst>
            </p:cNvPr>
            <p:cNvSpPr/>
            <p:nvPr/>
          </p:nvSpPr>
          <p:spPr>
            <a:xfrm>
              <a:off x="5471014" y="2385763"/>
              <a:ext cx="227537" cy="324994"/>
            </a:xfrm>
            <a:custGeom>
              <a:avLst/>
              <a:gdLst/>
              <a:ahLst/>
              <a:cxnLst/>
              <a:rect l="l" t="t" r="r" b="b"/>
              <a:pathLst>
                <a:path w="7100" h="10141" extrusionOk="0">
                  <a:moveTo>
                    <a:pt x="2797" y="1"/>
                  </a:moveTo>
                  <a:cubicBezTo>
                    <a:pt x="1602" y="1"/>
                    <a:pt x="491" y="682"/>
                    <a:pt x="137" y="1649"/>
                  </a:cubicBezTo>
                  <a:cubicBezTo>
                    <a:pt x="0" y="1992"/>
                    <a:pt x="23" y="2266"/>
                    <a:pt x="92" y="2745"/>
                  </a:cubicBezTo>
                  <a:cubicBezTo>
                    <a:pt x="115" y="3087"/>
                    <a:pt x="799" y="7287"/>
                    <a:pt x="3333" y="10140"/>
                  </a:cubicBezTo>
                  <a:cubicBezTo>
                    <a:pt x="3333" y="10140"/>
                    <a:pt x="6871" y="7264"/>
                    <a:pt x="6939" y="7082"/>
                  </a:cubicBezTo>
                  <a:cubicBezTo>
                    <a:pt x="6985" y="6716"/>
                    <a:pt x="7099" y="4776"/>
                    <a:pt x="5821" y="2106"/>
                  </a:cubicBezTo>
                  <a:cubicBezTo>
                    <a:pt x="5104" y="595"/>
                    <a:pt x="3914" y="1"/>
                    <a:pt x="2797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1">
              <a:extLst>
                <a:ext uri="{FF2B5EF4-FFF2-40B4-BE49-F238E27FC236}">
                  <a16:creationId xmlns:a16="http://schemas.microsoft.com/office/drawing/2014/main" id="{8FC353BA-A831-2C8D-9EF1-EC2E92960127}"/>
                </a:ext>
              </a:extLst>
            </p:cNvPr>
            <p:cNvSpPr/>
            <p:nvPr/>
          </p:nvSpPr>
          <p:spPr>
            <a:xfrm>
              <a:off x="5573441" y="2378424"/>
              <a:ext cx="127293" cy="161167"/>
            </a:xfrm>
            <a:custGeom>
              <a:avLst/>
              <a:gdLst/>
              <a:ahLst/>
              <a:cxnLst/>
              <a:rect l="l" t="t" r="r" b="b"/>
              <a:pathLst>
                <a:path w="3972" h="5029" extrusionOk="0">
                  <a:moveTo>
                    <a:pt x="921" y="0"/>
                  </a:moveTo>
                  <a:cubicBezTo>
                    <a:pt x="402" y="0"/>
                    <a:pt x="10" y="157"/>
                    <a:pt x="0" y="235"/>
                  </a:cubicBezTo>
                  <a:cubicBezTo>
                    <a:pt x="1027" y="326"/>
                    <a:pt x="1461" y="2517"/>
                    <a:pt x="2830" y="5028"/>
                  </a:cubicBezTo>
                  <a:cubicBezTo>
                    <a:pt x="2830" y="5028"/>
                    <a:pt x="3972" y="3271"/>
                    <a:pt x="3081" y="1422"/>
                  </a:cubicBezTo>
                  <a:cubicBezTo>
                    <a:pt x="2545" y="283"/>
                    <a:pt x="1618" y="0"/>
                    <a:pt x="9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1">
              <a:extLst>
                <a:ext uri="{FF2B5EF4-FFF2-40B4-BE49-F238E27FC236}">
                  <a16:creationId xmlns:a16="http://schemas.microsoft.com/office/drawing/2014/main" id="{CE5D6B88-1B9E-8489-C25C-972205E795B1}"/>
                </a:ext>
              </a:extLst>
            </p:cNvPr>
            <p:cNvSpPr/>
            <p:nvPr/>
          </p:nvSpPr>
          <p:spPr>
            <a:xfrm>
              <a:off x="5573441" y="2378424"/>
              <a:ext cx="127293" cy="161167"/>
            </a:xfrm>
            <a:custGeom>
              <a:avLst/>
              <a:gdLst/>
              <a:ahLst/>
              <a:cxnLst/>
              <a:rect l="l" t="t" r="r" b="b"/>
              <a:pathLst>
                <a:path w="3972" h="5029" extrusionOk="0">
                  <a:moveTo>
                    <a:pt x="921" y="0"/>
                  </a:moveTo>
                  <a:cubicBezTo>
                    <a:pt x="402" y="0"/>
                    <a:pt x="10" y="157"/>
                    <a:pt x="0" y="235"/>
                  </a:cubicBezTo>
                  <a:cubicBezTo>
                    <a:pt x="1027" y="326"/>
                    <a:pt x="1461" y="2517"/>
                    <a:pt x="2830" y="5028"/>
                  </a:cubicBezTo>
                  <a:cubicBezTo>
                    <a:pt x="2830" y="5028"/>
                    <a:pt x="3972" y="3271"/>
                    <a:pt x="3081" y="1422"/>
                  </a:cubicBezTo>
                  <a:cubicBezTo>
                    <a:pt x="2545" y="283"/>
                    <a:pt x="1618" y="0"/>
                    <a:pt x="921" y="0"/>
                  </a:cubicBezTo>
                  <a:close/>
                </a:path>
              </a:pathLst>
            </a:custGeom>
            <a:solidFill>
              <a:srgbClr val="000000">
                <a:alpha val="18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1">
              <a:extLst>
                <a:ext uri="{FF2B5EF4-FFF2-40B4-BE49-F238E27FC236}">
                  <a16:creationId xmlns:a16="http://schemas.microsoft.com/office/drawing/2014/main" id="{C116AFA3-8357-C744-AF3E-FDF452353280}"/>
                </a:ext>
              </a:extLst>
            </p:cNvPr>
            <p:cNvSpPr/>
            <p:nvPr/>
          </p:nvSpPr>
          <p:spPr>
            <a:xfrm>
              <a:off x="5577800" y="2468609"/>
              <a:ext cx="119281" cy="59993"/>
            </a:xfrm>
            <a:custGeom>
              <a:avLst/>
              <a:gdLst/>
              <a:ahLst/>
              <a:cxnLst/>
              <a:rect l="l" t="t" r="r" b="b"/>
              <a:pathLst>
                <a:path w="3722" h="1872" extrusionOk="0">
                  <a:moveTo>
                    <a:pt x="3721" y="0"/>
                  </a:moveTo>
                  <a:lnTo>
                    <a:pt x="1" y="1621"/>
                  </a:lnTo>
                  <a:lnTo>
                    <a:pt x="69" y="1872"/>
                  </a:lnTo>
                  <a:lnTo>
                    <a:pt x="3539" y="274"/>
                  </a:lnTo>
                  <a:lnTo>
                    <a:pt x="37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1">
              <a:extLst>
                <a:ext uri="{FF2B5EF4-FFF2-40B4-BE49-F238E27FC236}">
                  <a16:creationId xmlns:a16="http://schemas.microsoft.com/office/drawing/2014/main" id="{E6A7B1D1-B044-B6CB-A3BE-5BAFF31A862F}"/>
                </a:ext>
              </a:extLst>
            </p:cNvPr>
            <p:cNvSpPr/>
            <p:nvPr/>
          </p:nvSpPr>
          <p:spPr>
            <a:xfrm>
              <a:off x="5664139" y="2459250"/>
              <a:ext cx="79029" cy="94957"/>
            </a:xfrm>
            <a:custGeom>
              <a:avLst/>
              <a:gdLst/>
              <a:ahLst/>
              <a:cxnLst/>
              <a:rect l="l" t="t" r="r" b="b"/>
              <a:pathLst>
                <a:path w="2466" h="2963" extrusionOk="0">
                  <a:moveTo>
                    <a:pt x="1467" y="1"/>
                  </a:moveTo>
                  <a:cubicBezTo>
                    <a:pt x="1035" y="1"/>
                    <a:pt x="539" y="412"/>
                    <a:pt x="366" y="1137"/>
                  </a:cubicBezTo>
                  <a:cubicBezTo>
                    <a:pt x="0" y="2689"/>
                    <a:pt x="799" y="2963"/>
                    <a:pt x="799" y="2963"/>
                  </a:cubicBezTo>
                  <a:cubicBezTo>
                    <a:pt x="799" y="2963"/>
                    <a:pt x="2465" y="1228"/>
                    <a:pt x="2077" y="429"/>
                  </a:cubicBezTo>
                  <a:cubicBezTo>
                    <a:pt x="1944" y="137"/>
                    <a:pt x="1716" y="1"/>
                    <a:pt x="1467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1">
              <a:extLst>
                <a:ext uri="{FF2B5EF4-FFF2-40B4-BE49-F238E27FC236}">
                  <a16:creationId xmlns:a16="http://schemas.microsoft.com/office/drawing/2014/main" id="{BAD0F1B1-1670-65DF-07CE-AD2EA94AD264}"/>
                </a:ext>
              </a:extLst>
            </p:cNvPr>
            <p:cNvSpPr/>
            <p:nvPr/>
          </p:nvSpPr>
          <p:spPr>
            <a:xfrm>
              <a:off x="5677311" y="2476300"/>
              <a:ext cx="46853" cy="55250"/>
            </a:xfrm>
            <a:custGeom>
              <a:avLst/>
              <a:gdLst/>
              <a:ahLst/>
              <a:cxnLst/>
              <a:rect l="l" t="t" r="r" b="b"/>
              <a:pathLst>
                <a:path w="1462" h="1724" extrusionOk="0">
                  <a:moveTo>
                    <a:pt x="884" y="1"/>
                  </a:moveTo>
                  <a:cubicBezTo>
                    <a:pt x="633" y="1"/>
                    <a:pt x="346" y="247"/>
                    <a:pt x="228" y="673"/>
                  </a:cubicBezTo>
                  <a:cubicBezTo>
                    <a:pt x="0" y="1586"/>
                    <a:pt x="502" y="1723"/>
                    <a:pt x="502" y="1723"/>
                  </a:cubicBezTo>
                  <a:cubicBezTo>
                    <a:pt x="502" y="1723"/>
                    <a:pt x="1461" y="719"/>
                    <a:pt x="1233" y="239"/>
                  </a:cubicBezTo>
                  <a:cubicBezTo>
                    <a:pt x="1151" y="77"/>
                    <a:pt x="1024" y="1"/>
                    <a:pt x="884" y="1"/>
                  </a:cubicBez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1">
              <a:extLst>
                <a:ext uri="{FF2B5EF4-FFF2-40B4-BE49-F238E27FC236}">
                  <a16:creationId xmlns:a16="http://schemas.microsoft.com/office/drawing/2014/main" id="{6DF3292D-303D-26BE-0322-56820A75A1BF}"/>
                </a:ext>
              </a:extLst>
            </p:cNvPr>
            <p:cNvSpPr/>
            <p:nvPr/>
          </p:nvSpPr>
          <p:spPr>
            <a:xfrm>
              <a:off x="5675100" y="2493350"/>
              <a:ext cx="33682" cy="42591"/>
            </a:xfrm>
            <a:custGeom>
              <a:avLst/>
              <a:gdLst/>
              <a:ahLst/>
              <a:cxnLst/>
              <a:rect l="l" t="t" r="r" b="b"/>
              <a:pathLst>
                <a:path w="1051" h="1329" extrusionOk="0">
                  <a:moveTo>
                    <a:pt x="570" y="1"/>
                  </a:moveTo>
                  <a:cubicBezTo>
                    <a:pt x="362" y="1"/>
                    <a:pt x="146" y="215"/>
                    <a:pt x="115" y="552"/>
                  </a:cubicBezTo>
                  <a:cubicBezTo>
                    <a:pt x="1" y="1282"/>
                    <a:pt x="389" y="1328"/>
                    <a:pt x="389" y="1328"/>
                  </a:cubicBezTo>
                  <a:cubicBezTo>
                    <a:pt x="389" y="1328"/>
                    <a:pt x="1051" y="506"/>
                    <a:pt x="845" y="164"/>
                  </a:cubicBezTo>
                  <a:cubicBezTo>
                    <a:pt x="770" y="52"/>
                    <a:pt x="671" y="1"/>
                    <a:pt x="570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1">
              <a:extLst>
                <a:ext uri="{FF2B5EF4-FFF2-40B4-BE49-F238E27FC236}">
                  <a16:creationId xmlns:a16="http://schemas.microsoft.com/office/drawing/2014/main" id="{9B81D4FE-105C-3A2B-06DD-7A080E1AD49D}"/>
                </a:ext>
              </a:extLst>
            </p:cNvPr>
            <p:cNvSpPr/>
            <p:nvPr/>
          </p:nvSpPr>
          <p:spPr>
            <a:xfrm>
              <a:off x="5615137" y="2678527"/>
              <a:ext cx="158763" cy="122742"/>
            </a:xfrm>
            <a:custGeom>
              <a:avLst/>
              <a:gdLst/>
              <a:ahLst/>
              <a:cxnLst/>
              <a:rect l="l" t="t" r="r" b="b"/>
              <a:pathLst>
                <a:path w="4954" h="3830" extrusionOk="0">
                  <a:moveTo>
                    <a:pt x="4405" y="1"/>
                  </a:moveTo>
                  <a:lnTo>
                    <a:pt x="183" y="1622"/>
                  </a:lnTo>
                  <a:cubicBezTo>
                    <a:pt x="0" y="2352"/>
                    <a:pt x="69" y="3242"/>
                    <a:pt x="91" y="3653"/>
                  </a:cubicBezTo>
                  <a:cubicBezTo>
                    <a:pt x="91" y="3774"/>
                    <a:pt x="170" y="3830"/>
                    <a:pt x="258" y="3830"/>
                  </a:cubicBezTo>
                  <a:cubicBezTo>
                    <a:pt x="286" y="3830"/>
                    <a:pt x="315" y="3824"/>
                    <a:pt x="342" y="3813"/>
                  </a:cubicBezTo>
                  <a:cubicBezTo>
                    <a:pt x="1301" y="3196"/>
                    <a:pt x="4771" y="1028"/>
                    <a:pt x="4862" y="914"/>
                  </a:cubicBezTo>
                  <a:cubicBezTo>
                    <a:pt x="4953" y="777"/>
                    <a:pt x="4405" y="1"/>
                    <a:pt x="4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1">
              <a:extLst>
                <a:ext uri="{FF2B5EF4-FFF2-40B4-BE49-F238E27FC236}">
                  <a16:creationId xmlns:a16="http://schemas.microsoft.com/office/drawing/2014/main" id="{8C67CD2B-9282-184C-5648-B9186681D61A}"/>
                </a:ext>
              </a:extLst>
            </p:cNvPr>
            <p:cNvSpPr/>
            <p:nvPr/>
          </p:nvSpPr>
          <p:spPr>
            <a:xfrm>
              <a:off x="5492230" y="2565876"/>
              <a:ext cx="37335" cy="56500"/>
            </a:xfrm>
            <a:custGeom>
              <a:avLst/>
              <a:gdLst/>
              <a:ahLst/>
              <a:cxnLst/>
              <a:rect l="l" t="t" r="r" b="b"/>
              <a:pathLst>
                <a:path w="1165" h="1763" extrusionOk="0">
                  <a:moveTo>
                    <a:pt x="457" y="1"/>
                  </a:moveTo>
                  <a:cubicBezTo>
                    <a:pt x="297" y="845"/>
                    <a:pt x="0" y="1462"/>
                    <a:pt x="46" y="1621"/>
                  </a:cubicBezTo>
                  <a:cubicBezTo>
                    <a:pt x="106" y="1732"/>
                    <a:pt x="330" y="1763"/>
                    <a:pt x="562" y="1763"/>
                  </a:cubicBezTo>
                  <a:cubicBezTo>
                    <a:pt x="857" y="1763"/>
                    <a:pt x="1164" y="1713"/>
                    <a:pt x="1164" y="1713"/>
                  </a:cubicBezTo>
                  <a:lnTo>
                    <a:pt x="457" y="1"/>
                  </a:lnTo>
                  <a:close/>
                </a:path>
              </a:pathLst>
            </a:custGeom>
            <a:solidFill>
              <a:srgbClr val="7C4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1">
              <a:extLst>
                <a:ext uri="{FF2B5EF4-FFF2-40B4-BE49-F238E27FC236}">
                  <a16:creationId xmlns:a16="http://schemas.microsoft.com/office/drawing/2014/main" id="{82190AF6-23A9-3D4F-480D-EC8A8A4A9986}"/>
                </a:ext>
              </a:extLst>
            </p:cNvPr>
            <p:cNvSpPr/>
            <p:nvPr/>
          </p:nvSpPr>
          <p:spPr>
            <a:xfrm>
              <a:off x="5501012" y="2571741"/>
              <a:ext cx="29291" cy="44194"/>
            </a:xfrm>
            <a:custGeom>
              <a:avLst/>
              <a:gdLst/>
              <a:ahLst/>
              <a:cxnLst/>
              <a:rect l="l" t="t" r="r" b="b"/>
              <a:pathLst>
                <a:path w="914" h="1379" extrusionOk="0">
                  <a:moveTo>
                    <a:pt x="366" y="0"/>
                  </a:moveTo>
                  <a:cubicBezTo>
                    <a:pt x="251" y="662"/>
                    <a:pt x="0" y="1142"/>
                    <a:pt x="46" y="1256"/>
                  </a:cubicBezTo>
                  <a:cubicBezTo>
                    <a:pt x="100" y="1353"/>
                    <a:pt x="297" y="1379"/>
                    <a:pt x="490" y="1379"/>
                  </a:cubicBezTo>
                  <a:cubicBezTo>
                    <a:pt x="705" y="1379"/>
                    <a:pt x="913" y="1347"/>
                    <a:pt x="913" y="1347"/>
                  </a:cubicBezTo>
                  <a:lnTo>
                    <a:pt x="366" y="0"/>
                  </a:ln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1">
              <a:extLst>
                <a:ext uri="{FF2B5EF4-FFF2-40B4-BE49-F238E27FC236}">
                  <a16:creationId xmlns:a16="http://schemas.microsoft.com/office/drawing/2014/main" id="{1D091154-3491-EEE5-FC8F-847E0C06CF70}"/>
                </a:ext>
              </a:extLst>
            </p:cNvPr>
            <p:cNvSpPr/>
            <p:nvPr/>
          </p:nvSpPr>
          <p:spPr>
            <a:xfrm>
              <a:off x="5611451" y="2791498"/>
              <a:ext cx="158667" cy="117486"/>
            </a:xfrm>
            <a:custGeom>
              <a:avLst/>
              <a:gdLst/>
              <a:ahLst/>
              <a:cxnLst/>
              <a:rect l="l" t="t" r="r" b="b"/>
              <a:pathLst>
                <a:path w="4951" h="3666" extrusionOk="0">
                  <a:moveTo>
                    <a:pt x="3287" y="1"/>
                  </a:moveTo>
                  <a:cubicBezTo>
                    <a:pt x="2580" y="1"/>
                    <a:pt x="1611" y="611"/>
                    <a:pt x="1" y="1726"/>
                  </a:cubicBezTo>
                  <a:lnTo>
                    <a:pt x="3972" y="3666"/>
                  </a:lnTo>
                  <a:lnTo>
                    <a:pt x="3972" y="3666"/>
                  </a:lnTo>
                  <a:cubicBezTo>
                    <a:pt x="3957" y="3648"/>
                    <a:pt x="4951" y="1311"/>
                    <a:pt x="4155" y="425"/>
                  </a:cubicBezTo>
                  <a:cubicBezTo>
                    <a:pt x="3898" y="138"/>
                    <a:pt x="3622" y="1"/>
                    <a:pt x="3287" y="1"/>
                  </a:cubicBezTo>
                  <a:close/>
                  <a:moveTo>
                    <a:pt x="3972" y="3666"/>
                  </a:moveTo>
                  <a:cubicBezTo>
                    <a:pt x="3972" y="3666"/>
                    <a:pt x="3972" y="3666"/>
                    <a:pt x="3973" y="3666"/>
                  </a:cubicBezTo>
                  <a:lnTo>
                    <a:pt x="3972" y="3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1">
              <a:extLst>
                <a:ext uri="{FF2B5EF4-FFF2-40B4-BE49-F238E27FC236}">
                  <a16:creationId xmlns:a16="http://schemas.microsoft.com/office/drawing/2014/main" id="{8E0AAE6F-E861-516F-5BC4-DFDC3060F824}"/>
                </a:ext>
              </a:extLst>
            </p:cNvPr>
            <p:cNvSpPr/>
            <p:nvPr/>
          </p:nvSpPr>
          <p:spPr>
            <a:xfrm>
              <a:off x="5611451" y="2791498"/>
              <a:ext cx="158667" cy="117486"/>
            </a:xfrm>
            <a:custGeom>
              <a:avLst/>
              <a:gdLst/>
              <a:ahLst/>
              <a:cxnLst/>
              <a:rect l="l" t="t" r="r" b="b"/>
              <a:pathLst>
                <a:path w="4951" h="3666" extrusionOk="0">
                  <a:moveTo>
                    <a:pt x="3287" y="1"/>
                  </a:moveTo>
                  <a:cubicBezTo>
                    <a:pt x="2580" y="1"/>
                    <a:pt x="1611" y="611"/>
                    <a:pt x="1" y="1726"/>
                  </a:cubicBezTo>
                  <a:lnTo>
                    <a:pt x="3972" y="3666"/>
                  </a:lnTo>
                  <a:lnTo>
                    <a:pt x="3972" y="3666"/>
                  </a:lnTo>
                  <a:cubicBezTo>
                    <a:pt x="3957" y="3648"/>
                    <a:pt x="4951" y="1311"/>
                    <a:pt x="4155" y="425"/>
                  </a:cubicBezTo>
                  <a:cubicBezTo>
                    <a:pt x="3898" y="138"/>
                    <a:pt x="3622" y="1"/>
                    <a:pt x="3287" y="1"/>
                  </a:cubicBezTo>
                  <a:close/>
                  <a:moveTo>
                    <a:pt x="3972" y="3666"/>
                  </a:moveTo>
                  <a:cubicBezTo>
                    <a:pt x="3972" y="3666"/>
                    <a:pt x="3972" y="3666"/>
                    <a:pt x="3973" y="3666"/>
                  </a:cubicBezTo>
                  <a:lnTo>
                    <a:pt x="3972" y="3666"/>
                  </a:ln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1">
              <a:extLst>
                <a:ext uri="{FF2B5EF4-FFF2-40B4-BE49-F238E27FC236}">
                  <a16:creationId xmlns:a16="http://schemas.microsoft.com/office/drawing/2014/main" id="{E8457697-81AF-528A-9DC8-81BDC8AF4E31}"/>
                </a:ext>
              </a:extLst>
            </p:cNvPr>
            <p:cNvSpPr/>
            <p:nvPr/>
          </p:nvSpPr>
          <p:spPr>
            <a:xfrm>
              <a:off x="5374131" y="2813067"/>
              <a:ext cx="370501" cy="478117"/>
            </a:xfrm>
            <a:custGeom>
              <a:avLst/>
              <a:gdLst/>
              <a:ahLst/>
              <a:cxnLst/>
              <a:rect l="l" t="t" r="r" b="b"/>
              <a:pathLst>
                <a:path w="11561" h="14919" extrusionOk="0">
                  <a:moveTo>
                    <a:pt x="10416" y="0"/>
                  </a:moveTo>
                  <a:cubicBezTo>
                    <a:pt x="9532" y="0"/>
                    <a:pt x="7656" y="678"/>
                    <a:pt x="7269" y="1258"/>
                  </a:cubicBezTo>
                  <a:cubicBezTo>
                    <a:pt x="6379" y="2605"/>
                    <a:pt x="2544" y="8973"/>
                    <a:pt x="1083" y="11324"/>
                  </a:cubicBezTo>
                  <a:cubicBezTo>
                    <a:pt x="1" y="13064"/>
                    <a:pt x="2013" y="14918"/>
                    <a:pt x="3278" y="14918"/>
                  </a:cubicBezTo>
                  <a:cubicBezTo>
                    <a:pt x="3507" y="14918"/>
                    <a:pt x="3711" y="14858"/>
                    <a:pt x="3868" y="14725"/>
                  </a:cubicBezTo>
                  <a:cubicBezTo>
                    <a:pt x="4302" y="14337"/>
                    <a:pt x="6767" y="11050"/>
                    <a:pt x="7360" y="9544"/>
                  </a:cubicBezTo>
                  <a:cubicBezTo>
                    <a:pt x="7954" y="8014"/>
                    <a:pt x="11104" y="4294"/>
                    <a:pt x="11332" y="3198"/>
                  </a:cubicBezTo>
                  <a:cubicBezTo>
                    <a:pt x="11560" y="2126"/>
                    <a:pt x="11263" y="345"/>
                    <a:pt x="10784" y="71"/>
                  </a:cubicBezTo>
                  <a:cubicBezTo>
                    <a:pt x="10704" y="22"/>
                    <a:pt x="10576" y="0"/>
                    <a:pt x="104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1">
              <a:extLst>
                <a:ext uri="{FF2B5EF4-FFF2-40B4-BE49-F238E27FC236}">
                  <a16:creationId xmlns:a16="http://schemas.microsoft.com/office/drawing/2014/main" id="{DBB030BD-CA96-41C1-418A-4FC8B36B6B4E}"/>
                </a:ext>
              </a:extLst>
            </p:cNvPr>
            <p:cNvSpPr/>
            <p:nvPr/>
          </p:nvSpPr>
          <p:spPr>
            <a:xfrm>
              <a:off x="5374131" y="2813067"/>
              <a:ext cx="370501" cy="478117"/>
            </a:xfrm>
            <a:custGeom>
              <a:avLst/>
              <a:gdLst/>
              <a:ahLst/>
              <a:cxnLst/>
              <a:rect l="l" t="t" r="r" b="b"/>
              <a:pathLst>
                <a:path w="11561" h="14919" extrusionOk="0">
                  <a:moveTo>
                    <a:pt x="10416" y="0"/>
                  </a:moveTo>
                  <a:cubicBezTo>
                    <a:pt x="9532" y="0"/>
                    <a:pt x="7656" y="678"/>
                    <a:pt x="7269" y="1258"/>
                  </a:cubicBezTo>
                  <a:cubicBezTo>
                    <a:pt x="6379" y="2605"/>
                    <a:pt x="2544" y="8973"/>
                    <a:pt x="1083" y="11324"/>
                  </a:cubicBezTo>
                  <a:cubicBezTo>
                    <a:pt x="1" y="13064"/>
                    <a:pt x="2013" y="14918"/>
                    <a:pt x="3278" y="14918"/>
                  </a:cubicBezTo>
                  <a:cubicBezTo>
                    <a:pt x="3507" y="14918"/>
                    <a:pt x="3711" y="14858"/>
                    <a:pt x="3868" y="14725"/>
                  </a:cubicBezTo>
                  <a:cubicBezTo>
                    <a:pt x="4302" y="14337"/>
                    <a:pt x="6767" y="11050"/>
                    <a:pt x="7360" y="9544"/>
                  </a:cubicBezTo>
                  <a:cubicBezTo>
                    <a:pt x="7954" y="8014"/>
                    <a:pt x="11104" y="4294"/>
                    <a:pt x="11332" y="3198"/>
                  </a:cubicBezTo>
                  <a:cubicBezTo>
                    <a:pt x="11560" y="2126"/>
                    <a:pt x="11263" y="345"/>
                    <a:pt x="10784" y="71"/>
                  </a:cubicBezTo>
                  <a:cubicBezTo>
                    <a:pt x="10704" y="22"/>
                    <a:pt x="10576" y="0"/>
                    <a:pt x="10416" y="0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1">
              <a:extLst>
                <a:ext uri="{FF2B5EF4-FFF2-40B4-BE49-F238E27FC236}">
                  <a16:creationId xmlns:a16="http://schemas.microsoft.com/office/drawing/2014/main" id="{E64DF371-3D1F-4EDB-35A0-B5D1C8B0F2AE}"/>
                </a:ext>
              </a:extLst>
            </p:cNvPr>
            <p:cNvSpPr/>
            <p:nvPr/>
          </p:nvSpPr>
          <p:spPr>
            <a:xfrm>
              <a:off x="5489314" y="2519085"/>
              <a:ext cx="102424" cy="67300"/>
            </a:xfrm>
            <a:custGeom>
              <a:avLst/>
              <a:gdLst/>
              <a:ahLst/>
              <a:cxnLst/>
              <a:rect l="l" t="t" r="r" b="b"/>
              <a:pathLst>
                <a:path w="3196" h="2100" extrusionOk="0">
                  <a:moveTo>
                    <a:pt x="2762" y="0"/>
                  </a:moveTo>
                  <a:lnTo>
                    <a:pt x="0" y="1461"/>
                  </a:lnTo>
                  <a:lnTo>
                    <a:pt x="137" y="1643"/>
                  </a:lnTo>
                  <a:lnTo>
                    <a:pt x="731" y="1370"/>
                  </a:lnTo>
                  <a:lnTo>
                    <a:pt x="1552" y="2100"/>
                  </a:lnTo>
                  <a:lnTo>
                    <a:pt x="3196" y="1187"/>
                  </a:lnTo>
                  <a:lnTo>
                    <a:pt x="27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1">
              <a:extLst>
                <a:ext uri="{FF2B5EF4-FFF2-40B4-BE49-F238E27FC236}">
                  <a16:creationId xmlns:a16="http://schemas.microsoft.com/office/drawing/2014/main" id="{E2008A2A-CC21-6CAF-EBEB-3A53FC971081}"/>
                </a:ext>
              </a:extLst>
            </p:cNvPr>
            <p:cNvSpPr/>
            <p:nvPr/>
          </p:nvSpPr>
          <p:spPr>
            <a:xfrm>
              <a:off x="5397847" y="2813131"/>
              <a:ext cx="300702" cy="408093"/>
            </a:xfrm>
            <a:custGeom>
              <a:avLst/>
              <a:gdLst/>
              <a:ahLst/>
              <a:cxnLst/>
              <a:rect l="l" t="t" r="r" b="b"/>
              <a:pathLst>
                <a:path w="9383" h="12734" extrusionOk="0">
                  <a:moveTo>
                    <a:pt x="9382" y="1"/>
                  </a:moveTo>
                  <a:lnTo>
                    <a:pt x="9382" y="1"/>
                  </a:lnTo>
                  <a:cubicBezTo>
                    <a:pt x="8446" y="115"/>
                    <a:pt x="6871" y="708"/>
                    <a:pt x="6506" y="1256"/>
                  </a:cubicBezTo>
                  <a:cubicBezTo>
                    <a:pt x="5616" y="2603"/>
                    <a:pt x="1758" y="8948"/>
                    <a:pt x="298" y="11322"/>
                  </a:cubicBezTo>
                  <a:cubicBezTo>
                    <a:pt x="115" y="11642"/>
                    <a:pt x="24" y="11961"/>
                    <a:pt x="1" y="12281"/>
                  </a:cubicBezTo>
                  <a:cubicBezTo>
                    <a:pt x="398" y="12564"/>
                    <a:pt x="847" y="12733"/>
                    <a:pt x="1230" y="12733"/>
                  </a:cubicBezTo>
                  <a:cubicBezTo>
                    <a:pt x="1463" y="12733"/>
                    <a:pt x="1671" y="12670"/>
                    <a:pt x="1827" y="12532"/>
                  </a:cubicBezTo>
                  <a:cubicBezTo>
                    <a:pt x="2283" y="12121"/>
                    <a:pt x="4703" y="8857"/>
                    <a:pt x="5296" y="7328"/>
                  </a:cubicBezTo>
                  <a:cubicBezTo>
                    <a:pt x="5936" y="5798"/>
                    <a:pt x="9063" y="2078"/>
                    <a:pt x="9291" y="1005"/>
                  </a:cubicBezTo>
                  <a:cubicBezTo>
                    <a:pt x="9359" y="708"/>
                    <a:pt x="9382" y="343"/>
                    <a:pt x="93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1">
              <a:extLst>
                <a:ext uri="{FF2B5EF4-FFF2-40B4-BE49-F238E27FC236}">
                  <a16:creationId xmlns:a16="http://schemas.microsoft.com/office/drawing/2014/main" id="{0B157940-2E1C-FB34-0EE6-DEAAFA418E04}"/>
                </a:ext>
              </a:extLst>
            </p:cNvPr>
            <p:cNvSpPr/>
            <p:nvPr/>
          </p:nvSpPr>
          <p:spPr>
            <a:xfrm>
              <a:off x="5549277" y="2491684"/>
              <a:ext cx="25638" cy="25862"/>
            </a:xfrm>
            <a:custGeom>
              <a:avLst/>
              <a:gdLst/>
              <a:ahLst/>
              <a:cxnLst/>
              <a:rect l="l" t="t" r="r" b="b"/>
              <a:pathLst>
                <a:path w="800" h="807" extrusionOk="0">
                  <a:moveTo>
                    <a:pt x="333" y="1"/>
                  </a:moveTo>
                  <a:cubicBezTo>
                    <a:pt x="306" y="1"/>
                    <a:pt x="278" y="4"/>
                    <a:pt x="252" y="11"/>
                  </a:cubicBezTo>
                  <a:cubicBezTo>
                    <a:pt x="92" y="79"/>
                    <a:pt x="1" y="307"/>
                    <a:pt x="69" y="513"/>
                  </a:cubicBezTo>
                  <a:cubicBezTo>
                    <a:pt x="124" y="697"/>
                    <a:pt x="268" y="806"/>
                    <a:pt x="418" y="806"/>
                  </a:cubicBezTo>
                  <a:cubicBezTo>
                    <a:pt x="454" y="806"/>
                    <a:pt x="490" y="800"/>
                    <a:pt x="526" y="787"/>
                  </a:cubicBezTo>
                  <a:cubicBezTo>
                    <a:pt x="731" y="764"/>
                    <a:pt x="800" y="535"/>
                    <a:pt x="731" y="307"/>
                  </a:cubicBezTo>
                  <a:cubicBezTo>
                    <a:pt x="653" y="112"/>
                    <a:pt x="492" y="1"/>
                    <a:pt x="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1">
              <a:extLst>
                <a:ext uri="{FF2B5EF4-FFF2-40B4-BE49-F238E27FC236}">
                  <a16:creationId xmlns:a16="http://schemas.microsoft.com/office/drawing/2014/main" id="{3035E63F-DBB0-43C8-FCAF-5CA575BF84EA}"/>
                </a:ext>
              </a:extLst>
            </p:cNvPr>
            <p:cNvSpPr/>
            <p:nvPr/>
          </p:nvSpPr>
          <p:spPr>
            <a:xfrm>
              <a:off x="5539053" y="2490209"/>
              <a:ext cx="46853" cy="19389"/>
            </a:xfrm>
            <a:custGeom>
              <a:avLst/>
              <a:gdLst/>
              <a:ahLst/>
              <a:cxnLst/>
              <a:rect l="l" t="t" r="r" b="b"/>
              <a:pathLst>
                <a:path w="1462" h="605" extrusionOk="0">
                  <a:moveTo>
                    <a:pt x="926" y="1"/>
                  </a:moveTo>
                  <a:cubicBezTo>
                    <a:pt x="647" y="1"/>
                    <a:pt x="336" y="118"/>
                    <a:pt x="69" y="399"/>
                  </a:cubicBezTo>
                  <a:cubicBezTo>
                    <a:pt x="0" y="422"/>
                    <a:pt x="0" y="513"/>
                    <a:pt x="69" y="581"/>
                  </a:cubicBezTo>
                  <a:cubicBezTo>
                    <a:pt x="92" y="604"/>
                    <a:pt x="114" y="604"/>
                    <a:pt x="160" y="604"/>
                  </a:cubicBezTo>
                  <a:lnTo>
                    <a:pt x="251" y="604"/>
                  </a:lnTo>
                  <a:cubicBezTo>
                    <a:pt x="476" y="351"/>
                    <a:pt x="710" y="254"/>
                    <a:pt x="920" y="254"/>
                  </a:cubicBezTo>
                  <a:cubicBezTo>
                    <a:pt x="1051" y="254"/>
                    <a:pt x="1173" y="292"/>
                    <a:pt x="1278" y="353"/>
                  </a:cubicBezTo>
                  <a:cubicBezTo>
                    <a:pt x="1290" y="359"/>
                    <a:pt x="1304" y="362"/>
                    <a:pt x="1319" y="362"/>
                  </a:cubicBezTo>
                  <a:cubicBezTo>
                    <a:pt x="1365" y="362"/>
                    <a:pt x="1421" y="336"/>
                    <a:pt x="1438" y="285"/>
                  </a:cubicBezTo>
                  <a:cubicBezTo>
                    <a:pt x="1461" y="239"/>
                    <a:pt x="1438" y="148"/>
                    <a:pt x="1393" y="125"/>
                  </a:cubicBezTo>
                  <a:cubicBezTo>
                    <a:pt x="1261" y="46"/>
                    <a:pt x="1100" y="1"/>
                    <a:pt x="9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1">
              <a:extLst>
                <a:ext uri="{FF2B5EF4-FFF2-40B4-BE49-F238E27FC236}">
                  <a16:creationId xmlns:a16="http://schemas.microsoft.com/office/drawing/2014/main" id="{9D46D16F-0D72-10CB-B4A7-D513BDC035CF}"/>
                </a:ext>
              </a:extLst>
            </p:cNvPr>
            <p:cNvSpPr/>
            <p:nvPr/>
          </p:nvSpPr>
          <p:spPr>
            <a:xfrm>
              <a:off x="5492968" y="2525815"/>
              <a:ext cx="12466" cy="25318"/>
            </a:xfrm>
            <a:custGeom>
              <a:avLst/>
              <a:gdLst/>
              <a:ahLst/>
              <a:cxnLst/>
              <a:rect l="l" t="t" r="r" b="b"/>
              <a:pathLst>
                <a:path w="389" h="790" extrusionOk="0">
                  <a:moveTo>
                    <a:pt x="123" y="1"/>
                  </a:moveTo>
                  <a:cubicBezTo>
                    <a:pt x="110" y="1"/>
                    <a:pt x="100" y="6"/>
                    <a:pt x="92" y="18"/>
                  </a:cubicBezTo>
                  <a:cubicBezTo>
                    <a:pt x="0" y="41"/>
                    <a:pt x="0" y="269"/>
                    <a:pt x="46" y="475"/>
                  </a:cubicBezTo>
                  <a:cubicBezTo>
                    <a:pt x="102" y="663"/>
                    <a:pt x="205" y="789"/>
                    <a:pt x="265" y="789"/>
                  </a:cubicBezTo>
                  <a:cubicBezTo>
                    <a:pt x="278" y="789"/>
                    <a:pt x="289" y="784"/>
                    <a:pt x="297" y="772"/>
                  </a:cubicBezTo>
                  <a:cubicBezTo>
                    <a:pt x="388" y="749"/>
                    <a:pt x="388" y="543"/>
                    <a:pt x="343" y="315"/>
                  </a:cubicBezTo>
                  <a:cubicBezTo>
                    <a:pt x="286" y="127"/>
                    <a:pt x="183" y="1"/>
                    <a:pt x="1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1">
              <a:extLst>
                <a:ext uri="{FF2B5EF4-FFF2-40B4-BE49-F238E27FC236}">
                  <a16:creationId xmlns:a16="http://schemas.microsoft.com/office/drawing/2014/main" id="{D8863AE2-76CB-B153-3438-1B7971D030A0}"/>
                </a:ext>
              </a:extLst>
            </p:cNvPr>
            <p:cNvSpPr/>
            <p:nvPr/>
          </p:nvSpPr>
          <p:spPr>
            <a:xfrm>
              <a:off x="5487103" y="2524886"/>
              <a:ext cx="17594" cy="22017"/>
            </a:xfrm>
            <a:custGeom>
              <a:avLst/>
              <a:gdLst/>
              <a:ahLst/>
              <a:cxnLst/>
              <a:rect l="l" t="t" r="r" b="b"/>
              <a:pathLst>
                <a:path w="549" h="687" extrusionOk="0">
                  <a:moveTo>
                    <a:pt x="374" y="1"/>
                  </a:moveTo>
                  <a:cubicBezTo>
                    <a:pt x="260" y="1"/>
                    <a:pt x="131" y="142"/>
                    <a:pt x="23" y="481"/>
                  </a:cubicBezTo>
                  <a:cubicBezTo>
                    <a:pt x="1" y="549"/>
                    <a:pt x="1" y="618"/>
                    <a:pt x="23" y="664"/>
                  </a:cubicBezTo>
                  <a:cubicBezTo>
                    <a:pt x="23" y="686"/>
                    <a:pt x="69" y="686"/>
                    <a:pt x="69" y="686"/>
                  </a:cubicBezTo>
                  <a:lnTo>
                    <a:pt x="115" y="686"/>
                  </a:lnTo>
                  <a:cubicBezTo>
                    <a:pt x="195" y="399"/>
                    <a:pt x="308" y="290"/>
                    <a:pt x="393" y="290"/>
                  </a:cubicBezTo>
                  <a:cubicBezTo>
                    <a:pt x="429" y="290"/>
                    <a:pt x="459" y="310"/>
                    <a:pt x="480" y="344"/>
                  </a:cubicBezTo>
                  <a:cubicBezTo>
                    <a:pt x="526" y="344"/>
                    <a:pt x="548" y="321"/>
                    <a:pt x="548" y="276"/>
                  </a:cubicBezTo>
                  <a:cubicBezTo>
                    <a:pt x="548" y="207"/>
                    <a:pt x="548" y="116"/>
                    <a:pt x="526" y="93"/>
                  </a:cubicBezTo>
                  <a:cubicBezTo>
                    <a:pt x="481" y="34"/>
                    <a:pt x="429" y="1"/>
                    <a:pt x="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1">
              <a:extLst>
                <a:ext uri="{FF2B5EF4-FFF2-40B4-BE49-F238E27FC236}">
                  <a16:creationId xmlns:a16="http://schemas.microsoft.com/office/drawing/2014/main" id="{79A32A4A-D67F-2186-5CC9-D450426A16CB}"/>
                </a:ext>
              </a:extLst>
            </p:cNvPr>
            <p:cNvSpPr/>
            <p:nvPr/>
          </p:nvSpPr>
          <p:spPr>
            <a:xfrm>
              <a:off x="5526619" y="2469282"/>
              <a:ext cx="57814" cy="25670"/>
            </a:xfrm>
            <a:custGeom>
              <a:avLst/>
              <a:gdLst/>
              <a:ahLst/>
              <a:cxnLst/>
              <a:rect l="l" t="t" r="r" b="b"/>
              <a:pathLst>
                <a:path w="1804" h="801" extrusionOk="0">
                  <a:moveTo>
                    <a:pt x="913" y="1"/>
                  </a:moveTo>
                  <a:cubicBezTo>
                    <a:pt x="387" y="1"/>
                    <a:pt x="0" y="299"/>
                    <a:pt x="0" y="299"/>
                  </a:cubicBezTo>
                  <a:lnTo>
                    <a:pt x="343" y="801"/>
                  </a:lnTo>
                  <a:cubicBezTo>
                    <a:pt x="818" y="421"/>
                    <a:pt x="1237" y="355"/>
                    <a:pt x="1493" y="355"/>
                  </a:cubicBezTo>
                  <a:cubicBezTo>
                    <a:pt x="1627" y="355"/>
                    <a:pt x="1716" y="373"/>
                    <a:pt x="1747" y="373"/>
                  </a:cubicBezTo>
                  <a:cubicBezTo>
                    <a:pt x="1756" y="373"/>
                    <a:pt x="1760" y="371"/>
                    <a:pt x="1758" y="367"/>
                  </a:cubicBezTo>
                  <a:lnTo>
                    <a:pt x="1803" y="321"/>
                  </a:lnTo>
                  <a:cubicBezTo>
                    <a:pt x="1492" y="80"/>
                    <a:pt x="1184" y="1"/>
                    <a:pt x="9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1">
              <a:extLst>
                <a:ext uri="{FF2B5EF4-FFF2-40B4-BE49-F238E27FC236}">
                  <a16:creationId xmlns:a16="http://schemas.microsoft.com/office/drawing/2014/main" id="{C33C30EA-957C-F144-7BE2-685685516BFB}"/>
                </a:ext>
              </a:extLst>
            </p:cNvPr>
            <p:cNvSpPr/>
            <p:nvPr/>
          </p:nvSpPr>
          <p:spPr>
            <a:xfrm>
              <a:off x="5463707" y="2497869"/>
              <a:ext cx="38072" cy="35124"/>
            </a:xfrm>
            <a:custGeom>
              <a:avLst/>
              <a:gdLst/>
              <a:ahLst/>
              <a:cxnLst/>
              <a:rect l="l" t="t" r="r" b="b"/>
              <a:pathLst>
                <a:path w="1188" h="1096" extrusionOk="0">
                  <a:moveTo>
                    <a:pt x="890" y="0"/>
                  </a:moveTo>
                  <a:cubicBezTo>
                    <a:pt x="890" y="0"/>
                    <a:pt x="0" y="274"/>
                    <a:pt x="571" y="1073"/>
                  </a:cubicBezTo>
                  <a:lnTo>
                    <a:pt x="616" y="1096"/>
                  </a:lnTo>
                  <a:cubicBezTo>
                    <a:pt x="616" y="1096"/>
                    <a:pt x="480" y="662"/>
                    <a:pt x="1187" y="479"/>
                  </a:cubicBezTo>
                  <a:lnTo>
                    <a:pt x="8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1">
              <a:extLst>
                <a:ext uri="{FF2B5EF4-FFF2-40B4-BE49-F238E27FC236}">
                  <a16:creationId xmlns:a16="http://schemas.microsoft.com/office/drawing/2014/main" id="{C4AAB55C-E7D6-10D1-9C92-20AE6CF1C6E1}"/>
                </a:ext>
              </a:extLst>
            </p:cNvPr>
            <p:cNvSpPr/>
            <p:nvPr/>
          </p:nvSpPr>
          <p:spPr>
            <a:xfrm>
              <a:off x="5517837" y="2526392"/>
              <a:ext cx="66595" cy="52686"/>
            </a:xfrm>
            <a:custGeom>
              <a:avLst/>
              <a:gdLst/>
              <a:ahLst/>
              <a:cxnLst/>
              <a:rect l="l" t="t" r="r" b="b"/>
              <a:pathLst>
                <a:path w="2078" h="1644" extrusionOk="0">
                  <a:moveTo>
                    <a:pt x="1735" y="0"/>
                  </a:moveTo>
                  <a:lnTo>
                    <a:pt x="0" y="959"/>
                  </a:lnTo>
                  <a:lnTo>
                    <a:pt x="754" y="1644"/>
                  </a:lnTo>
                  <a:lnTo>
                    <a:pt x="2077" y="913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1">
              <a:extLst>
                <a:ext uri="{FF2B5EF4-FFF2-40B4-BE49-F238E27FC236}">
                  <a16:creationId xmlns:a16="http://schemas.microsoft.com/office/drawing/2014/main" id="{F77C28AF-F5E6-89B0-D205-5E2568C64DD7}"/>
                </a:ext>
              </a:extLst>
            </p:cNvPr>
            <p:cNvSpPr/>
            <p:nvPr/>
          </p:nvSpPr>
          <p:spPr>
            <a:xfrm>
              <a:off x="5518574" y="2615263"/>
              <a:ext cx="70248" cy="38040"/>
            </a:xfrm>
            <a:custGeom>
              <a:avLst/>
              <a:gdLst/>
              <a:ahLst/>
              <a:cxnLst/>
              <a:rect l="l" t="t" r="r" b="b"/>
              <a:pathLst>
                <a:path w="2192" h="1187" extrusionOk="0">
                  <a:moveTo>
                    <a:pt x="686" y="0"/>
                  </a:moveTo>
                  <a:cubicBezTo>
                    <a:pt x="667" y="0"/>
                    <a:pt x="651" y="4"/>
                    <a:pt x="639" y="12"/>
                  </a:cubicBezTo>
                  <a:cubicBezTo>
                    <a:pt x="457" y="149"/>
                    <a:pt x="548" y="423"/>
                    <a:pt x="548" y="423"/>
                  </a:cubicBezTo>
                  <a:cubicBezTo>
                    <a:pt x="548" y="423"/>
                    <a:pt x="137" y="446"/>
                    <a:pt x="114" y="560"/>
                  </a:cubicBezTo>
                  <a:cubicBezTo>
                    <a:pt x="69" y="697"/>
                    <a:pt x="0" y="1130"/>
                    <a:pt x="639" y="1153"/>
                  </a:cubicBezTo>
                  <a:cubicBezTo>
                    <a:pt x="731" y="1176"/>
                    <a:pt x="836" y="1186"/>
                    <a:pt x="952" y="1186"/>
                  </a:cubicBezTo>
                  <a:cubicBezTo>
                    <a:pt x="1301" y="1186"/>
                    <a:pt x="1746" y="1096"/>
                    <a:pt x="2191" y="993"/>
                  </a:cubicBezTo>
                  <a:cubicBezTo>
                    <a:pt x="2191" y="993"/>
                    <a:pt x="996" y="0"/>
                    <a:pt x="6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1">
              <a:extLst>
                <a:ext uri="{FF2B5EF4-FFF2-40B4-BE49-F238E27FC236}">
                  <a16:creationId xmlns:a16="http://schemas.microsoft.com/office/drawing/2014/main" id="{D13861A7-B7AB-7F74-17B6-BFA6BCD9F5FA}"/>
                </a:ext>
              </a:extLst>
            </p:cNvPr>
            <p:cNvSpPr/>
            <p:nvPr/>
          </p:nvSpPr>
          <p:spPr>
            <a:xfrm>
              <a:off x="5533926" y="2633883"/>
              <a:ext cx="41726" cy="32240"/>
            </a:xfrm>
            <a:custGeom>
              <a:avLst/>
              <a:gdLst/>
              <a:ahLst/>
              <a:cxnLst/>
              <a:rect l="l" t="t" r="r" b="b"/>
              <a:pathLst>
                <a:path w="1302" h="1006" extrusionOk="0">
                  <a:moveTo>
                    <a:pt x="793" y="1"/>
                  </a:moveTo>
                  <a:cubicBezTo>
                    <a:pt x="787" y="1"/>
                    <a:pt x="782" y="1"/>
                    <a:pt x="777" y="2"/>
                  </a:cubicBezTo>
                  <a:cubicBezTo>
                    <a:pt x="434" y="70"/>
                    <a:pt x="23" y="344"/>
                    <a:pt x="0" y="549"/>
                  </a:cubicBezTo>
                  <a:lnTo>
                    <a:pt x="320" y="1006"/>
                  </a:lnTo>
                  <a:lnTo>
                    <a:pt x="1301" y="412"/>
                  </a:lnTo>
                  <a:cubicBezTo>
                    <a:pt x="1301" y="412"/>
                    <a:pt x="998" y="1"/>
                    <a:pt x="7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1">
              <a:extLst>
                <a:ext uri="{FF2B5EF4-FFF2-40B4-BE49-F238E27FC236}">
                  <a16:creationId xmlns:a16="http://schemas.microsoft.com/office/drawing/2014/main" id="{D6161E3A-C8DF-FAC2-6F64-A913FCCBC019}"/>
                </a:ext>
              </a:extLst>
            </p:cNvPr>
            <p:cNvSpPr/>
            <p:nvPr/>
          </p:nvSpPr>
          <p:spPr>
            <a:xfrm>
              <a:off x="5534983" y="2645869"/>
              <a:ext cx="54577" cy="32304"/>
            </a:xfrm>
            <a:custGeom>
              <a:avLst/>
              <a:gdLst/>
              <a:ahLst/>
              <a:cxnLst/>
              <a:rect l="l" t="t" r="r" b="b"/>
              <a:pathLst>
                <a:path w="1703" h="1008" extrusionOk="0">
                  <a:moveTo>
                    <a:pt x="1312" y="0"/>
                  </a:moveTo>
                  <a:cubicBezTo>
                    <a:pt x="690" y="0"/>
                    <a:pt x="157" y="439"/>
                    <a:pt x="82" y="609"/>
                  </a:cubicBezTo>
                  <a:cubicBezTo>
                    <a:pt x="0" y="772"/>
                    <a:pt x="228" y="1008"/>
                    <a:pt x="359" y="1008"/>
                  </a:cubicBezTo>
                  <a:cubicBezTo>
                    <a:pt x="375" y="1008"/>
                    <a:pt x="389" y="1004"/>
                    <a:pt x="401" y="997"/>
                  </a:cubicBezTo>
                  <a:cubicBezTo>
                    <a:pt x="538" y="929"/>
                    <a:pt x="1702" y="61"/>
                    <a:pt x="1702" y="61"/>
                  </a:cubicBezTo>
                  <a:cubicBezTo>
                    <a:pt x="1571" y="19"/>
                    <a:pt x="1440" y="0"/>
                    <a:pt x="13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1">
              <a:extLst>
                <a:ext uri="{FF2B5EF4-FFF2-40B4-BE49-F238E27FC236}">
                  <a16:creationId xmlns:a16="http://schemas.microsoft.com/office/drawing/2014/main" id="{77E8D2B8-792C-810C-B793-1FFA98C08710}"/>
                </a:ext>
              </a:extLst>
            </p:cNvPr>
            <p:cNvSpPr/>
            <p:nvPr/>
          </p:nvSpPr>
          <p:spPr>
            <a:xfrm>
              <a:off x="5135979" y="2844410"/>
              <a:ext cx="130241" cy="108481"/>
            </a:xfrm>
            <a:custGeom>
              <a:avLst/>
              <a:gdLst/>
              <a:ahLst/>
              <a:cxnLst/>
              <a:rect l="l" t="t" r="r" b="b"/>
              <a:pathLst>
                <a:path w="4064" h="3385" extrusionOk="0">
                  <a:moveTo>
                    <a:pt x="1742" y="0"/>
                  </a:moveTo>
                  <a:cubicBezTo>
                    <a:pt x="1707" y="0"/>
                    <a:pt x="1675" y="2"/>
                    <a:pt x="1644" y="6"/>
                  </a:cubicBezTo>
                  <a:cubicBezTo>
                    <a:pt x="1096" y="52"/>
                    <a:pt x="115" y="737"/>
                    <a:pt x="69" y="828"/>
                  </a:cubicBezTo>
                  <a:cubicBezTo>
                    <a:pt x="0" y="919"/>
                    <a:pt x="389" y="2563"/>
                    <a:pt x="662" y="2859"/>
                  </a:cubicBezTo>
                  <a:cubicBezTo>
                    <a:pt x="959" y="3133"/>
                    <a:pt x="1918" y="2768"/>
                    <a:pt x="2945" y="3384"/>
                  </a:cubicBezTo>
                  <a:cubicBezTo>
                    <a:pt x="2945" y="3384"/>
                    <a:pt x="4063" y="2083"/>
                    <a:pt x="3653" y="1284"/>
                  </a:cubicBezTo>
                  <a:cubicBezTo>
                    <a:pt x="3266" y="511"/>
                    <a:pt x="2292" y="0"/>
                    <a:pt x="1742" y="0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1">
              <a:extLst>
                <a:ext uri="{FF2B5EF4-FFF2-40B4-BE49-F238E27FC236}">
                  <a16:creationId xmlns:a16="http://schemas.microsoft.com/office/drawing/2014/main" id="{202D264D-4C3F-FC76-68AB-5435CDDB159D}"/>
                </a:ext>
              </a:extLst>
            </p:cNvPr>
            <p:cNvSpPr/>
            <p:nvPr/>
          </p:nvSpPr>
          <p:spPr>
            <a:xfrm>
              <a:off x="5039416" y="2828514"/>
              <a:ext cx="158763" cy="42335"/>
            </a:xfrm>
            <a:custGeom>
              <a:avLst/>
              <a:gdLst/>
              <a:ahLst/>
              <a:cxnLst/>
              <a:rect l="l" t="t" r="r" b="b"/>
              <a:pathLst>
                <a:path w="4954" h="1321" extrusionOk="0">
                  <a:moveTo>
                    <a:pt x="455" y="1"/>
                  </a:moveTo>
                  <a:cubicBezTo>
                    <a:pt x="274" y="1"/>
                    <a:pt x="158" y="14"/>
                    <a:pt x="137" y="46"/>
                  </a:cubicBezTo>
                  <a:cubicBezTo>
                    <a:pt x="1" y="228"/>
                    <a:pt x="1" y="388"/>
                    <a:pt x="389" y="502"/>
                  </a:cubicBezTo>
                  <a:cubicBezTo>
                    <a:pt x="799" y="571"/>
                    <a:pt x="3219" y="1004"/>
                    <a:pt x="3447" y="1255"/>
                  </a:cubicBezTo>
                  <a:cubicBezTo>
                    <a:pt x="3482" y="1301"/>
                    <a:pt x="3538" y="1320"/>
                    <a:pt x="3609" y="1320"/>
                  </a:cubicBezTo>
                  <a:cubicBezTo>
                    <a:pt x="3998" y="1320"/>
                    <a:pt x="4817" y="731"/>
                    <a:pt x="4817" y="731"/>
                  </a:cubicBezTo>
                  <a:lnTo>
                    <a:pt x="4954" y="616"/>
                  </a:lnTo>
                  <a:cubicBezTo>
                    <a:pt x="4509" y="423"/>
                    <a:pt x="1461" y="1"/>
                    <a:pt x="455" y="1"/>
                  </a:cubicBezTo>
                  <a:close/>
                </a:path>
              </a:pathLst>
            </a:custGeom>
            <a:solidFill>
              <a:srgbClr val="975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1">
              <a:extLst>
                <a:ext uri="{FF2B5EF4-FFF2-40B4-BE49-F238E27FC236}">
                  <a16:creationId xmlns:a16="http://schemas.microsoft.com/office/drawing/2014/main" id="{9C30DF55-05E1-88E4-5954-CEBD2FB24BAC}"/>
                </a:ext>
              </a:extLst>
            </p:cNvPr>
            <p:cNvSpPr/>
            <p:nvPr/>
          </p:nvSpPr>
          <p:spPr>
            <a:xfrm>
              <a:off x="5138895" y="2864985"/>
              <a:ext cx="75953" cy="42335"/>
            </a:xfrm>
            <a:custGeom>
              <a:avLst/>
              <a:gdLst/>
              <a:ahLst/>
              <a:cxnLst/>
              <a:rect l="l" t="t" r="r" b="b"/>
              <a:pathLst>
                <a:path w="2370" h="1321" extrusionOk="0">
                  <a:moveTo>
                    <a:pt x="1443" y="0"/>
                  </a:moveTo>
                  <a:cubicBezTo>
                    <a:pt x="1416" y="0"/>
                    <a:pt x="1392" y="1"/>
                    <a:pt x="1370" y="3"/>
                  </a:cubicBezTo>
                  <a:cubicBezTo>
                    <a:pt x="1119" y="49"/>
                    <a:pt x="92" y="323"/>
                    <a:pt x="69" y="802"/>
                  </a:cubicBezTo>
                  <a:cubicBezTo>
                    <a:pt x="69" y="802"/>
                    <a:pt x="1" y="1190"/>
                    <a:pt x="229" y="1304"/>
                  </a:cubicBezTo>
                  <a:cubicBezTo>
                    <a:pt x="249" y="1315"/>
                    <a:pt x="269" y="1320"/>
                    <a:pt x="290" y="1320"/>
                  </a:cubicBezTo>
                  <a:cubicBezTo>
                    <a:pt x="530" y="1320"/>
                    <a:pt x="884" y="686"/>
                    <a:pt x="2036" y="686"/>
                  </a:cubicBezTo>
                  <a:cubicBezTo>
                    <a:pt x="2072" y="686"/>
                    <a:pt x="2109" y="687"/>
                    <a:pt x="2146" y="688"/>
                  </a:cubicBezTo>
                  <a:cubicBezTo>
                    <a:pt x="2154" y="691"/>
                    <a:pt x="2162" y="693"/>
                    <a:pt x="2170" y="693"/>
                  </a:cubicBezTo>
                  <a:cubicBezTo>
                    <a:pt x="2276" y="693"/>
                    <a:pt x="2370" y="424"/>
                    <a:pt x="2306" y="254"/>
                  </a:cubicBezTo>
                  <a:cubicBezTo>
                    <a:pt x="2285" y="108"/>
                    <a:pt x="1730" y="0"/>
                    <a:pt x="1443" y="0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1">
              <a:extLst>
                <a:ext uri="{FF2B5EF4-FFF2-40B4-BE49-F238E27FC236}">
                  <a16:creationId xmlns:a16="http://schemas.microsoft.com/office/drawing/2014/main" id="{864D8F69-DD42-699B-718E-67608E7FDAA2}"/>
                </a:ext>
              </a:extLst>
            </p:cNvPr>
            <p:cNvSpPr/>
            <p:nvPr/>
          </p:nvSpPr>
          <p:spPr>
            <a:xfrm>
              <a:off x="5146939" y="2893605"/>
              <a:ext cx="72331" cy="37239"/>
            </a:xfrm>
            <a:custGeom>
              <a:avLst/>
              <a:gdLst/>
              <a:ahLst/>
              <a:cxnLst/>
              <a:rect l="l" t="t" r="r" b="b"/>
              <a:pathLst>
                <a:path w="2257" h="1162" extrusionOk="0">
                  <a:moveTo>
                    <a:pt x="1233" y="1"/>
                  </a:moveTo>
                  <a:cubicBezTo>
                    <a:pt x="982" y="1"/>
                    <a:pt x="1" y="183"/>
                    <a:pt x="47" y="662"/>
                  </a:cubicBezTo>
                  <a:cubicBezTo>
                    <a:pt x="47" y="662"/>
                    <a:pt x="47" y="1005"/>
                    <a:pt x="298" y="1142"/>
                  </a:cubicBezTo>
                  <a:cubicBezTo>
                    <a:pt x="322" y="1155"/>
                    <a:pt x="345" y="1161"/>
                    <a:pt x="368" y="1161"/>
                  </a:cubicBezTo>
                  <a:cubicBezTo>
                    <a:pt x="567" y="1161"/>
                    <a:pt x="770" y="722"/>
                    <a:pt x="1829" y="722"/>
                  </a:cubicBezTo>
                  <a:cubicBezTo>
                    <a:pt x="1914" y="722"/>
                    <a:pt x="2004" y="725"/>
                    <a:pt x="2101" y="731"/>
                  </a:cubicBezTo>
                  <a:cubicBezTo>
                    <a:pt x="2110" y="735"/>
                    <a:pt x="2119" y="736"/>
                    <a:pt x="2127" y="736"/>
                  </a:cubicBezTo>
                  <a:cubicBezTo>
                    <a:pt x="2222" y="736"/>
                    <a:pt x="2257" y="511"/>
                    <a:pt x="2215" y="343"/>
                  </a:cubicBezTo>
                  <a:cubicBezTo>
                    <a:pt x="2124" y="183"/>
                    <a:pt x="1485" y="1"/>
                    <a:pt x="1233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1">
              <a:extLst>
                <a:ext uri="{FF2B5EF4-FFF2-40B4-BE49-F238E27FC236}">
                  <a16:creationId xmlns:a16="http://schemas.microsoft.com/office/drawing/2014/main" id="{1D871AB6-523B-F352-3C68-E3DF6B2BB6C0}"/>
                </a:ext>
              </a:extLst>
            </p:cNvPr>
            <p:cNvSpPr/>
            <p:nvPr/>
          </p:nvSpPr>
          <p:spPr>
            <a:xfrm>
              <a:off x="5190109" y="2788197"/>
              <a:ext cx="95854" cy="96655"/>
            </a:xfrm>
            <a:custGeom>
              <a:avLst/>
              <a:gdLst/>
              <a:ahLst/>
              <a:cxnLst/>
              <a:rect l="l" t="t" r="r" b="b"/>
              <a:pathLst>
                <a:path w="2991" h="3016" extrusionOk="0">
                  <a:moveTo>
                    <a:pt x="2556" y="1"/>
                  </a:moveTo>
                  <a:cubicBezTo>
                    <a:pt x="2344" y="1"/>
                    <a:pt x="2079" y="120"/>
                    <a:pt x="1941" y="231"/>
                  </a:cubicBezTo>
                  <a:cubicBezTo>
                    <a:pt x="1712" y="414"/>
                    <a:pt x="1" y="1806"/>
                    <a:pt x="1" y="1806"/>
                  </a:cubicBezTo>
                  <a:cubicBezTo>
                    <a:pt x="1" y="1806"/>
                    <a:pt x="1187" y="2902"/>
                    <a:pt x="1941" y="3016"/>
                  </a:cubicBezTo>
                  <a:cubicBezTo>
                    <a:pt x="1941" y="3016"/>
                    <a:pt x="1895" y="1829"/>
                    <a:pt x="2055" y="1327"/>
                  </a:cubicBezTo>
                  <a:cubicBezTo>
                    <a:pt x="2260" y="687"/>
                    <a:pt x="2991" y="551"/>
                    <a:pt x="2854" y="185"/>
                  </a:cubicBezTo>
                  <a:cubicBezTo>
                    <a:pt x="2809" y="51"/>
                    <a:pt x="2694" y="1"/>
                    <a:pt x="2556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1">
              <a:extLst>
                <a:ext uri="{FF2B5EF4-FFF2-40B4-BE49-F238E27FC236}">
                  <a16:creationId xmlns:a16="http://schemas.microsoft.com/office/drawing/2014/main" id="{25D73460-113C-B6F0-7026-CE98F0DC4F21}"/>
                </a:ext>
              </a:extLst>
            </p:cNvPr>
            <p:cNvSpPr/>
            <p:nvPr/>
          </p:nvSpPr>
          <p:spPr>
            <a:xfrm>
              <a:off x="5130851" y="2778518"/>
              <a:ext cx="36598" cy="113640"/>
            </a:xfrm>
            <a:custGeom>
              <a:avLst/>
              <a:gdLst/>
              <a:ahLst/>
              <a:cxnLst/>
              <a:rect l="l" t="t" r="r" b="b"/>
              <a:pathLst>
                <a:path w="1142" h="3546" extrusionOk="0">
                  <a:moveTo>
                    <a:pt x="570" y="1"/>
                  </a:moveTo>
                  <a:cubicBezTo>
                    <a:pt x="488" y="1"/>
                    <a:pt x="392" y="57"/>
                    <a:pt x="297" y="168"/>
                  </a:cubicBezTo>
                  <a:cubicBezTo>
                    <a:pt x="46" y="464"/>
                    <a:pt x="1" y="2861"/>
                    <a:pt x="366" y="3546"/>
                  </a:cubicBezTo>
                  <a:cubicBezTo>
                    <a:pt x="366" y="3546"/>
                    <a:pt x="1028" y="3318"/>
                    <a:pt x="1142" y="2884"/>
                  </a:cubicBezTo>
                  <a:cubicBezTo>
                    <a:pt x="640" y="2564"/>
                    <a:pt x="800" y="1195"/>
                    <a:pt x="822" y="601"/>
                  </a:cubicBezTo>
                  <a:cubicBezTo>
                    <a:pt x="837" y="199"/>
                    <a:pt x="726" y="1"/>
                    <a:pt x="570" y="1"/>
                  </a:cubicBezTo>
                  <a:close/>
                </a:path>
              </a:pathLst>
            </a:custGeom>
            <a:solidFill>
              <a:srgbClr val="AF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1">
              <a:extLst>
                <a:ext uri="{FF2B5EF4-FFF2-40B4-BE49-F238E27FC236}">
                  <a16:creationId xmlns:a16="http://schemas.microsoft.com/office/drawing/2014/main" id="{40A5BFF9-A303-62B8-87D3-B3664B884249}"/>
                </a:ext>
              </a:extLst>
            </p:cNvPr>
            <p:cNvSpPr/>
            <p:nvPr/>
          </p:nvSpPr>
          <p:spPr>
            <a:xfrm>
              <a:off x="5168155" y="5030346"/>
              <a:ext cx="221673" cy="91880"/>
            </a:xfrm>
            <a:custGeom>
              <a:avLst/>
              <a:gdLst/>
              <a:ahLst/>
              <a:cxnLst/>
              <a:rect l="l" t="t" r="r" b="b"/>
              <a:pathLst>
                <a:path w="6917" h="2867" extrusionOk="0">
                  <a:moveTo>
                    <a:pt x="6506" y="1"/>
                  </a:moveTo>
                  <a:cubicBezTo>
                    <a:pt x="6072" y="69"/>
                    <a:pt x="5776" y="229"/>
                    <a:pt x="5776" y="229"/>
                  </a:cubicBezTo>
                  <a:cubicBezTo>
                    <a:pt x="5776" y="229"/>
                    <a:pt x="4087" y="1873"/>
                    <a:pt x="1872" y="2146"/>
                  </a:cubicBezTo>
                  <a:cubicBezTo>
                    <a:pt x="571" y="2329"/>
                    <a:pt x="138" y="2603"/>
                    <a:pt x="1" y="2808"/>
                  </a:cubicBezTo>
                  <a:cubicBezTo>
                    <a:pt x="405" y="2837"/>
                    <a:pt x="827" y="2866"/>
                    <a:pt x="1262" y="2866"/>
                  </a:cubicBezTo>
                  <a:cubicBezTo>
                    <a:pt x="1515" y="2866"/>
                    <a:pt x="1772" y="2856"/>
                    <a:pt x="2032" y="2831"/>
                  </a:cubicBezTo>
                  <a:cubicBezTo>
                    <a:pt x="4748" y="2671"/>
                    <a:pt x="6917" y="1667"/>
                    <a:pt x="6826" y="617"/>
                  </a:cubicBezTo>
                  <a:cubicBezTo>
                    <a:pt x="6826" y="389"/>
                    <a:pt x="6689" y="184"/>
                    <a:pt x="6506" y="1"/>
                  </a:cubicBezTo>
                  <a:close/>
                </a:path>
              </a:pathLst>
            </a:custGeom>
            <a:solidFill>
              <a:srgbClr val="FFFFFF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349D4A5B-9E4F-AD92-8F56-2CC2BE28F8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8053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ágenes de Abuela leyendo carta - Descarga gratuita en Freepik">
            <a:extLst>
              <a:ext uri="{FF2B5EF4-FFF2-40B4-BE49-F238E27FC236}">
                <a16:creationId xmlns:a16="http://schemas.microsoft.com/office/drawing/2014/main" id="{57FE5038-A200-7BBE-4C64-74FEFDAC3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49113" cy="611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ágina 4 | Imágenes de Abuela leyendo carta - Descarga gratuita en Freepik">
            <a:extLst>
              <a:ext uri="{FF2B5EF4-FFF2-40B4-BE49-F238E27FC236}">
                <a16:creationId xmlns:a16="http://schemas.microsoft.com/office/drawing/2014/main" id="{E60C8DD6-503E-2127-E43B-2BDBB45C5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549113" cy="612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mmunity Services Major For College: Criminal Justice by Slidesgo">
  <a:themeElements>
    <a:clrScheme name="Simple Light">
      <a:dk1>
        <a:srgbClr val="17414F"/>
      </a:dk1>
      <a:lt1>
        <a:srgbClr val="29758E"/>
      </a:lt1>
      <a:dk2>
        <a:srgbClr val="41A6C8"/>
      </a:dk2>
      <a:lt2>
        <a:srgbClr val="81C4DA"/>
      </a:lt2>
      <a:accent1>
        <a:srgbClr val="C0E1ED"/>
      </a:accent1>
      <a:accent2>
        <a:srgbClr val="3E2514"/>
      </a:accent2>
      <a:accent3>
        <a:srgbClr val="8B522D"/>
      </a:accent3>
      <a:accent4>
        <a:srgbClr val="C88356"/>
      </a:accent4>
      <a:accent5>
        <a:srgbClr val="E1BCA3"/>
      </a:accent5>
      <a:accent6>
        <a:srgbClr val="FAF4F0"/>
      </a:accent6>
      <a:hlink>
        <a:srgbClr val="1741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Community Services Major For College: Criminal Justice by Slidesgo</vt:lpstr>
      <vt:lpstr>JUSTICE MADE CLEAR EMPOWERING THE CITIZENS</vt:lpstr>
      <vt:lpstr>JUSTICE MADE CLEAR EMPOWERING THE CITIZENS</vt:lpstr>
      <vt:lpstr>abuela</vt:lpstr>
      <vt:lpstr>EL PROBLEMA</vt:lpstr>
      <vt:lpstr>NUESTRO ENFOQUE</vt:lpstr>
      <vt:lpstr>PIPELINE INTELIGENTE</vt:lpstr>
      <vt:lpstr>PRECISIÓN JURÍDICA</vt:lpstr>
      <vt:lpstr>Seguridad, ética y privacidad: esto no es negociable</vt:lpstr>
      <vt:lpstr>Escalabilidad: un modelo por país, una estructura universal</vt:lpstr>
      <vt:lpstr>VISIÓN FUTURA</vt:lpstr>
      <vt:lpstr>JUSTICE MADE CLEAR EMPOWERING THE CITIZENS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José Luis Santamaria Abalos</dc:creator>
  <cp:revision>22</cp:revision>
  <dcterms:modified xsi:type="dcterms:W3CDTF">2025-11-21T16:49:49Z</dcterms:modified>
</cp:coreProperties>
</file>